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97" r:id="rId3"/>
    <p:sldId id="266" r:id="rId4"/>
    <p:sldId id="2584" r:id="rId5"/>
    <p:sldId id="2586" r:id="rId6"/>
    <p:sldId id="265" r:id="rId7"/>
    <p:sldId id="2599" r:id="rId8"/>
    <p:sldId id="261" r:id="rId9"/>
    <p:sldId id="2595" r:id="rId10"/>
    <p:sldId id="260" r:id="rId11"/>
    <p:sldId id="2600" r:id="rId12"/>
    <p:sldId id="2602" r:id="rId13"/>
    <p:sldId id="2601" r:id="rId14"/>
    <p:sldId id="2583" r:id="rId15"/>
    <p:sldId id="2581" r:id="rId16"/>
    <p:sldId id="2589" r:id="rId17"/>
    <p:sldId id="2596" r:id="rId18"/>
    <p:sldId id="2590" r:id="rId19"/>
    <p:sldId id="25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668305-C3D2-4E69-AFA5-5159CB5B7186}">
          <p14:sldIdLst>
            <p14:sldId id="256"/>
            <p14:sldId id="2597"/>
            <p14:sldId id="266"/>
            <p14:sldId id="2584"/>
            <p14:sldId id="2586"/>
            <p14:sldId id="265"/>
            <p14:sldId id="2599"/>
            <p14:sldId id="261"/>
            <p14:sldId id="2595"/>
            <p14:sldId id="260"/>
            <p14:sldId id="2600"/>
            <p14:sldId id="2602"/>
            <p14:sldId id="2601"/>
            <p14:sldId id="2583"/>
            <p14:sldId id="2581"/>
            <p14:sldId id="2589"/>
            <p14:sldId id="2596"/>
            <p14:sldId id="2590"/>
            <p14:sldId id="2598"/>
          </p14:sldIdLst>
        </p14:section>
        <p14:section name="Untitled Section" id="{B6371A0C-5014-446E-93BF-3269275911F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4D560-C91D-D355-9C0E-77C370FBAC9B}" v="158" dt="2025-04-06T03:11:12.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ghun Park" userId="S::20086111@tafe.wa.edu.au::6822e07f-f955-48d4-a24c-252924b81595" providerId="AD" clId="Web-{B874D560-C91D-D355-9C0E-77C370FBAC9B}"/>
    <pc:docChg chg="addSld delSld modSld sldOrd modSection">
      <pc:chgData name="Jonghun Park" userId="S::20086111@tafe.wa.edu.au::6822e07f-f955-48d4-a24c-252924b81595" providerId="AD" clId="Web-{B874D560-C91D-D355-9C0E-77C370FBAC9B}" dt="2025-04-06T03:16:59.109" v="284"/>
      <pc:docMkLst>
        <pc:docMk/>
      </pc:docMkLst>
      <pc:sldChg chg="addSp delSp modSp modNotes">
        <pc:chgData name="Jonghun Park" userId="S::20086111@tafe.wa.edu.au::6822e07f-f955-48d4-a24c-252924b81595" providerId="AD" clId="Web-{B874D560-C91D-D355-9C0E-77C370FBAC9B}" dt="2025-04-06T01:38:58.426" v="131" actId="14100"/>
        <pc:sldMkLst>
          <pc:docMk/>
          <pc:sldMk cId="2041890333" sldId="260"/>
        </pc:sldMkLst>
        <pc:spChg chg="mod">
          <ac:chgData name="Jonghun Park" userId="S::20086111@tafe.wa.edu.au::6822e07f-f955-48d4-a24c-252924b81595" providerId="AD" clId="Web-{B874D560-C91D-D355-9C0E-77C370FBAC9B}" dt="2025-04-06T01:38:52.707" v="129" actId="14100"/>
          <ac:spMkLst>
            <pc:docMk/>
            <pc:sldMk cId="2041890333" sldId="260"/>
            <ac:spMk id="2" creationId="{04BDBEB5-2FD8-C5E5-D9B4-758F0419344C}"/>
          </ac:spMkLst>
        </pc:spChg>
        <pc:spChg chg="mod">
          <ac:chgData name="Jonghun Park" userId="S::20086111@tafe.wa.edu.au::6822e07f-f955-48d4-a24c-252924b81595" providerId="AD" clId="Web-{B874D560-C91D-D355-9C0E-77C370FBAC9B}" dt="2025-04-06T01:38:58.426" v="131" actId="14100"/>
          <ac:spMkLst>
            <pc:docMk/>
            <pc:sldMk cId="2041890333" sldId="260"/>
            <ac:spMk id="3" creationId="{49ABBC36-4B44-07C4-B73A-9AC532DEB574}"/>
          </ac:spMkLst>
        </pc:spChg>
        <pc:spChg chg="add del">
          <ac:chgData name="Jonghun Park" userId="S::20086111@tafe.wa.edu.au::6822e07f-f955-48d4-a24c-252924b81595" providerId="AD" clId="Web-{B874D560-C91D-D355-9C0E-77C370FBAC9B}" dt="2025-04-06T01:38:40.644" v="127"/>
          <ac:spMkLst>
            <pc:docMk/>
            <pc:sldMk cId="2041890333" sldId="260"/>
            <ac:spMk id="10" creationId="{F821940F-7A1D-4ACC-85B4-A932898ABB37}"/>
          </ac:spMkLst>
        </pc:spChg>
        <pc:spChg chg="add del">
          <ac:chgData name="Jonghun Park" userId="S::20086111@tafe.wa.edu.au::6822e07f-f955-48d4-a24c-252924b81595" providerId="AD" clId="Web-{B874D560-C91D-D355-9C0E-77C370FBAC9B}" dt="2025-04-06T01:38:40.644" v="127"/>
          <ac:spMkLst>
            <pc:docMk/>
            <pc:sldMk cId="2041890333" sldId="260"/>
            <ac:spMk id="12" creationId="{16674508-81D3-48CF-96BF-7FC60EAA572A}"/>
          </ac:spMkLst>
        </pc:spChg>
        <pc:spChg chg="add del">
          <ac:chgData name="Jonghun Park" userId="S::20086111@tafe.wa.edu.au::6822e07f-f955-48d4-a24c-252924b81595" providerId="AD" clId="Web-{B874D560-C91D-D355-9C0E-77C370FBAC9B}" dt="2025-04-06T01:38:15.595" v="123"/>
          <ac:spMkLst>
            <pc:docMk/>
            <pc:sldMk cId="2041890333" sldId="260"/>
            <ac:spMk id="17" creationId="{F13C74B1-5B17-4795-BED0-7140497B445A}"/>
          </ac:spMkLst>
        </pc:spChg>
        <pc:spChg chg="add del">
          <ac:chgData name="Jonghun Park" userId="S::20086111@tafe.wa.edu.au::6822e07f-f955-48d4-a24c-252924b81595" providerId="AD" clId="Web-{B874D560-C91D-D355-9C0E-77C370FBAC9B}" dt="2025-04-06T01:38:15.595" v="123"/>
          <ac:spMkLst>
            <pc:docMk/>
            <pc:sldMk cId="2041890333" sldId="260"/>
            <ac:spMk id="19" creationId="{D4974D33-8DC5-464E-8C6D-BE58F0669C17}"/>
          </ac:spMkLst>
        </pc:spChg>
        <pc:spChg chg="add del">
          <ac:chgData name="Jonghun Park" userId="S::20086111@tafe.wa.edu.au::6822e07f-f955-48d4-a24c-252924b81595" providerId="AD" clId="Web-{B874D560-C91D-D355-9C0E-77C370FBAC9B}" dt="2025-04-06T01:38:19.517" v="125"/>
          <ac:spMkLst>
            <pc:docMk/>
            <pc:sldMk cId="2041890333" sldId="260"/>
            <ac:spMk id="21" creationId="{8D9CE0F4-2EB2-4F1F-8AAC-DB3571D9FE10}"/>
          </ac:spMkLst>
        </pc:spChg>
        <pc:spChg chg="add del">
          <ac:chgData name="Jonghun Park" userId="S::20086111@tafe.wa.edu.au::6822e07f-f955-48d4-a24c-252924b81595" providerId="AD" clId="Web-{B874D560-C91D-D355-9C0E-77C370FBAC9B}" dt="2025-04-06T01:38:19.517" v="125"/>
          <ac:spMkLst>
            <pc:docMk/>
            <pc:sldMk cId="2041890333" sldId="260"/>
            <ac:spMk id="22" creationId="{0B9EE3F3-89B7-43C3-8651-C4C96830993D}"/>
          </ac:spMkLst>
        </pc:spChg>
        <pc:spChg chg="add del">
          <ac:chgData name="Jonghun Park" userId="S::20086111@tafe.wa.edu.au::6822e07f-f955-48d4-a24c-252924b81595" providerId="AD" clId="Web-{B874D560-C91D-D355-9C0E-77C370FBAC9B}" dt="2025-04-06T01:38:19.517" v="125"/>
          <ac:spMkLst>
            <pc:docMk/>
            <pc:sldMk cId="2041890333" sldId="260"/>
            <ac:spMk id="23" creationId="{33AE4636-AEEC-45D6-84D4-7AC2DA48ECF8}"/>
          </ac:spMkLst>
        </pc:spChg>
        <pc:picChg chg="add mod">
          <ac:chgData name="Jonghun Park" userId="S::20086111@tafe.wa.edu.au::6822e07f-f955-48d4-a24c-252924b81595" providerId="AD" clId="Web-{B874D560-C91D-D355-9C0E-77C370FBAC9B}" dt="2025-04-06T01:38:48.847" v="128" actId="1076"/>
          <ac:picMkLst>
            <pc:docMk/>
            <pc:sldMk cId="2041890333" sldId="260"/>
            <ac:picMk id="4" creationId="{A9862BB9-270A-B8AC-CE2B-C47989A1F4F5}"/>
          </ac:picMkLst>
        </pc:picChg>
        <pc:picChg chg="del">
          <ac:chgData name="Jonghun Park" userId="S::20086111@tafe.wa.edu.au::6822e07f-f955-48d4-a24c-252924b81595" providerId="AD" clId="Web-{B874D560-C91D-D355-9C0E-77C370FBAC9B}" dt="2025-04-06T01:38:02.063" v="119"/>
          <ac:picMkLst>
            <pc:docMk/>
            <pc:sldMk cId="2041890333" sldId="260"/>
            <ac:picMk id="6" creationId="{378C7138-8C5D-69BE-32AD-E0E9F0E897F1}"/>
          </ac:picMkLst>
        </pc:picChg>
        <pc:cxnChg chg="add del">
          <ac:chgData name="Jonghun Park" userId="S::20086111@tafe.wa.edu.au::6822e07f-f955-48d4-a24c-252924b81595" providerId="AD" clId="Web-{B874D560-C91D-D355-9C0E-77C370FBAC9B}" dt="2025-04-06T01:38:40.644" v="127"/>
          <ac:cxnSpMkLst>
            <pc:docMk/>
            <pc:sldMk cId="2041890333" sldId="260"/>
            <ac:cxnSpMk id="25" creationId="{1503BFE4-729B-D9D0-C17B-501E6AF1127A}"/>
          </ac:cxnSpMkLst>
        </pc:cxnChg>
      </pc:sldChg>
      <pc:sldChg chg="addSp delSp modSp modNotes">
        <pc:chgData name="Jonghun Park" userId="S::20086111@tafe.wa.edu.au::6822e07f-f955-48d4-a24c-252924b81595" providerId="AD" clId="Web-{B874D560-C91D-D355-9C0E-77C370FBAC9B}" dt="2025-04-06T01:00:22.886" v="51"/>
        <pc:sldMkLst>
          <pc:docMk/>
          <pc:sldMk cId="2424336781" sldId="261"/>
        </pc:sldMkLst>
        <pc:spChg chg="mod">
          <ac:chgData name="Jonghun Park" userId="S::20086111@tafe.wa.edu.au::6822e07f-f955-48d4-a24c-252924b81595" providerId="AD" clId="Web-{B874D560-C91D-D355-9C0E-77C370FBAC9B}" dt="2025-04-06T00:58:37.665" v="43"/>
          <ac:spMkLst>
            <pc:docMk/>
            <pc:sldMk cId="2424336781" sldId="261"/>
            <ac:spMk id="2" creationId="{97B2BB16-1296-56EB-8937-5C0382F88E74}"/>
          </ac:spMkLst>
        </pc:spChg>
        <pc:spChg chg="add del mod">
          <ac:chgData name="Jonghun Park" userId="S::20086111@tafe.wa.edu.au::6822e07f-f955-48d4-a24c-252924b81595" providerId="AD" clId="Web-{B874D560-C91D-D355-9C0E-77C370FBAC9B}" dt="2025-04-06T00:58:31.961" v="41"/>
          <ac:spMkLst>
            <pc:docMk/>
            <pc:sldMk cId="2424336781" sldId="261"/>
            <ac:spMk id="4" creationId="{3A3271CA-63B2-25FE-4EB3-FD3477E65E59}"/>
          </ac:spMkLst>
        </pc:spChg>
        <pc:spChg chg="del">
          <ac:chgData name="Jonghun Park" userId="S::20086111@tafe.wa.edu.au::6822e07f-f955-48d4-a24c-252924b81595" providerId="AD" clId="Web-{B874D560-C91D-D355-9C0E-77C370FBAC9B}" dt="2025-04-06T00:58:28.071" v="40"/>
          <ac:spMkLst>
            <pc:docMk/>
            <pc:sldMk cId="2424336781" sldId="261"/>
            <ac:spMk id="8" creationId="{8894DE8F-5609-69A6-37CF-715C32AA9EF4}"/>
          </ac:spMkLst>
        </pc:spChg>
        <pc:spChg chg="add">
          <ac:chgData name="Jonghun Park" userId="S::20086111@tafe.wa.edu.au::6822e07f-f955-48d4-a24c-252924b81595" providerId="AD" clId="Web-{B874D560-C91D-D355-9C0E-77C370FBAC9B}" dt="2025-04-06T00:58:37.665" v="43"/>
          <ac:spMkLst>
            <pc:docMk/>
            <pc:sldMk cId="2424336781" sldId="261"/>
            <ac:spMk id="10" creationId="{53F29798-D584-4792-9B62-3F5F5C36D619}"/>
          </ac:spMkLst>
        </pc:spChg>
        <pc:picChg chg="add mod">
          <ac:chgData name="Jonghun Park" userId="S::20086111@tafe.wa.edu.au::6822e07f-f955-48d4-a24c-252924b81595" providerId="AD" clId="Web-{B874D560-C91D-D355-9C0E-77C370FBAC9B}" dt="2025-04-06T00:58:37.665" v="43"/>
          <ac:picMkLst>
            <pc:docMk/>
            <pc:sldMk cId="2424336781" sldId="261"/>
            <ac:picMk id="5" creationId="{EADB5289-3F0D-2470-2795-1098409057B4}"/>
          </ac:picMkLst>
        </pc:picChg>
        <pc:picChg chg="del">
          <ac:chgData name="Jonghun Park" userId="S::20086111@tafe.wa.edu.au::6822e07f-f955-48d4-a24c-252924b81595" providerId="AD" clId="Web-{B874D560-C91D-D355-9C0E-77C370FBAC9B}" dt="2025-04-06T00:58:19.086" v="38"/>
          <ac:picMkLst>
            <pc:docMk/>
            <pc:sldMk cId="2424336781" sldId="261"/>
            <ac:picMk id="7" creationId="{19F49039-7FF7-6ED1-4DC9-24C49455123B}"/>
          </ac:picMkLst>
        </pc:picChg>
        <pc:picChg chg="del">
          <ac:chgData name="Jonghun Park" userId="S::20086111@tafe.wa.edu.au::6822e07f-f955-48d4-a24c-252924b81595" providerId="AD" clId="Web-{B874D560-C91D-D355-9C0E-77C370FBAC9B}" dt="2025-04-06T00:58:21.883" v="39"/>
          <ac:picMkLst>
            <pc:docMk/>
            <pc:sldMk cId="2424336781" sldId="261"/>
            <ac:picMk id="9" creationId="{121C798F-1D9E-E149-D5F4-883D5CB31B55}"/>
          </ac:picMkLst>
        </pc:picChg>
      </pc:sldChg>
      <pc:sldChg chg="del">
        <pc:chgData name="Jonghun Park" userId="S::20086111@tafe.wa.edu.au::6822e07f-f955-48d4-a24c-252924b81595" providerId="AD" clId="Web-{B874D560-C91D-D355-9C0E-77C370FBAC9B}" dt="2025-04-06T01:36:43.902" v="110"/>
        <pc:sldMkLst>
          <pc:docMk/>
          <pc:sldMk cId="3638251447" sldId="2594"/>
        </pc:sldMkLst>
      </pc:sldChg>
      <pc:sldChg chg="addSp delSp modSp modNotes">
        <pc:chgData name="Jonghun Park" userId="S::20086111@tafe.wa.edu.au::6822e07f-f955-48d4-a24c-252924b81595" providerId="AD" clId="Web-{B874D560-C91D-D355-9C0E-77C370FBAC9B}" dt="2025-04-06T01:35:45.681" v="109" actId="1076"/>
        <pc:sldMkLst>
          <pc:docMk/>
          <pc:sldMk cId="3954840569" sldId="2595"/>
        </pc:sldMkLst>
        <pc:spChg chg="mod">
          <ac:chgData name="Jonghun Park" userId="S::20086111@tafe.wa.edu.au::6822e07f-f955-48d4-a24c-252924b81595" providerId="AD" clId="Web-{B874D560-C91D-D355-9C0E-77C370FBAC9B}" dt="2025-04-06T01:29:12.484" v="95"/>
          <ac:spMkLst>
            <pc:docMk/>
            <pc:sldMk cId="3954840569" sldId="2595"/>
            <ac:spMk id="2" creationId="{5E31725E-85CD-6946-514E-B7B2F7938D70}"/>
          </ac:spMkLst>
        </pc:spChg>
        <pc:spChg chg="add del mod">
          <ac:chgData name="Jonghun Park" userId="S::20086111@tafe.wa.edu.au::6822e07f-f955-48d4-a24c-252924b81595" providerId="AD" clId="Web-{B874D560-C91D-D355-9C0E-77C370FBAC9B}" dt="2025-04-06T01:26:42.116" v="73"/>
          <ac:spMkLst>
            <pc:docMk/>
            <pc:sldMk cId="3954840569" sldId="2595"/>
            <ac:spMk id="4" creationId="{ED70062B-20F0-2248-5E11-BBC1CAB7BE47}"/>
          </ac:spMkLst>
        </pc:spChg>
        <pc:spChg chg="add del mod">
          <ac:chgData name="Jonghun Park" userId="S::20086111@tafe.wa.edu.au::6822e07f-f955-48d4-a24c-252924b81595" providerId="AD" clId="Web-{B874D560-C91D-D355-9C0E-77C370FBAC9B}" dt="2025-04-06T01:27:55.574" v="79"/>
          <ac:spMkLst>
            <pc:docMk/>
            <pc:sldMk cId="3954840569" sldId="2595"/>
            <ac:spMk id="7" creationId="{9BF30011-69BE-EC04-5067-58166EE5BB35}"/>
          </ac:spMkLst>
        </pc:spChg>
        <pc:spChg chg="del">
          <ac:chgData name="Jonghun Park" userId="S::20086111@tafe.wa.edu.au::6822e07f-f955-48d4-a24c-252924b81595" providerId="AD" clId="Web-{B874D560-C91D-D355-9C0E-77C370FBAC9B}" dt="2025-04-06T01:26:36.038" v="72"/>
          <ac:spMkLst>
            <pc:docMk/>
            <pc:sldMk cId="3954840569" sldId="2595"/>
            <ac:spMk id="9" creationId="{E15CE9B3-0685-6A7B-96A6-F744E283E1E3}"/>
          </ac:spMkLst>
        </pc:spChg>
        <pc:spChg chg="add del">
          <ac:chgData name="Jonghun Park" userId="S::20086111@tafe.wa.edu.au::6822e07f-f955-48d4-a24c-252924b81595" providerId="AD" clId="Web-{B874D560-C91D-D355-9C0E-77C370FBAC9B}" dt="2025-04-06T01:28:45.342" v="87"/>
          <ac:spMkLst>
            <pc:docMk/>
            <pc:sldMk cId="3954840569" sldId="2595"/>
            <ac:spMk id="12" creationId="{D0D32D64-A686-52A9-27EF-0541CBE6E177}"/>
          </ac:spMkLst>
        </pc:spChg>
        <pc:spChg chg="add del">
          <ac:chgData name="Jonghun Park" userId="S::20086111@tafe.wa.edu.au::6822e07f-f955-48d4-a24c-252924b81595" providerId="AD" clId="Web-{B874D560-C91D-D355-9C0E-77C370FBAC9B}" dt="2025-04-06T01:28:47.811" v="89"/>
          <ac:spMkLst>
            <pc:docMk/>
            <pc:sldMk cId="3954840569" sldId="2595"/>
            <ac:spMk id="13" creationId="{6753252F-4873-4F63-801D-CC719279A7D5}"/>
          </ac:spMkLst>
        </pc:spChg>
        <pc:spChg chg="add del">
          <ac:chgData name="Jonghun Park" userId="S::20086111@tafe.wa.edu.au::6822e07f-f955-48d4-a24c-252924b81595" providerId="AD" clId="Web-{B874D560-C91D-D355-9C0E-77C370FBAC9B}" dt="2025-04-06T01:28:45.342" v="87"/>
          <ac:spMkLst>
            <pc:docMk/>
            <pc:sldMk cId="3954840569" sldId="2595"/>
            <ac:spMk id="15" creationId="{DBC6133C-0615-4CE4-9132-37E609A9BDFA}"/>
          </ac:spMkLst>
        </pc:spChg>
        <pc:spChg chg="add del">
          <ac:chgData name="Jonghun Park" userId="S::20086111@tafe.wa.edu.au::6822e07f-f955-48d4-a24c-252924b81595" providerId="AD" clId="Web-{B874D560-C91D-D355-9C0E-77C370FBAC9B}" dt="2025-04-06T01:28:45.342" v="87"/>
          <ac:spMkLst>
            <pc:docMk/>
            <pc:sldMk cId="3954840569" sldId="2595"/>
            <ac:spMk id="17" creationId="{169CC832-2974-4E8D-90ED-3E2941BA7336}"/>
          </ac:spMkLst>
        </pc:spChg>
        <pc:spChg chg="add del mod">
          <ac:chgData name="Jonghun Park" userId="S::20086111@tafe.wa.edu.au::6822e07f-f955-48d4-a24c-252924b81595" providerId="AD" clId="Web-{B874D560-C91D-D355-9C0E-77C370FBAC9B}" dt="2025-04-06T01:35:40.898" v="108"/>
          <ac:spMkLst>
            <pc:docMk/>
            <pc:sldMk cId="3954840569" sldId="2595"/>
            <ac:spMk id="18" creationId="{3EAF21B7-E9D9-C1C0-798B-3840C47C022F}"/>
          </ac:spMkLst>
        </pc:spChg>
        <pc:spChg chg="add del">
          <ac:chgData name="Jonghun Park" userId="S::20086111@tafe.wa.edu.au::6822e07f-f955-48d4-a24c-252924b81595" providerId="AD" clId="Web-{B874D560-C91D-D355-9C0E-77C370FBAC9B}" dt="2025-04-06T01:28:45.342" v="87"/>
          <ac:spMkLst>
            <pc:docMk/>
            <pc:sldMk cId="3954840569" sldId="2595"/>
            <ac:spMk id="19" creationId="{55222F96-971A-4F90-B841-6BAB416C7AC1}"/>
          </ac:spMkLst>
        </pc:spChg>
        <pc:spChg chg="add del">
          <ac:chgData name="Jonghun Park" userId="S::20086111@tafe.wa.edu.au::6822e07f-f955-48d4-a24c-252924b81595" providerId="AD" clId="Web-{B874D560-C91D-D355-9C0E-77C370FBAC9B}" dt="2025-04-06T01:28:45.342" v="87"/>
          <ac:spMkLst>
            <pc:docMk/>
            <pc:sldMk cId="3954840569" sldId="2595"/>
            <ac:spMk id="21" creationId="{08980754-6F4B-43C9-B9BE-127B6BED6586}"/>
          </ac:spMkLst>
        </pc:spChg>
        <pc:spChg chg="add del">
          <ac:chgData name="Jonghun Park" userId="S::20086111@tafe.wa.edu.au::6822e07f-f955-48d4-a24c-252924b81595" providerId="AD" clId="Web-{B874D560-C91D-D355-9C0E-77C370FBAC9B}" dt="2025-04-06T01:28:45.342" v="87"/>
          <ac:spMkLst>
            <pc:docMk/>
            <pc:sldMk cId="3954840569" sldId="2595"/>
            <ac:spMk id="23" creationId="{2C1BBA94-3F40-40AA-8BB9-E69E25E537C1}"/>
          </ac:spMkLst>
        </pc:spChg>
        <pc:spChg chg="add del">
          <ac:chgData name="Jonghun Park" userId="S::20086111@tafe.wa.edu.au::6822e07f-f955-48d4-a24c-252924b81595" providerId="AD" clId="Web-{B874D560-C91D-D355-9C0E-77C370FBAC9B}" dt="2025-04-06T01:28:47.811" v="89"/>
          <ac:spMkLst>
            <pc:docMk/>
            <pc:sldMk cId="3954840569" sldId="2595"/>
            <ac:spMk id="25" creationId="{047C8CCB-F95D-4249-92DD-651249D3535A}"/>
          </ac:spMkLst>
        </pc:spChg>
        <pc:spChg chg="add del">
          <ac:chgData name="Jonghun Park" userId="S::20086111@tafe.wa.edu.au::6822e07f-f955-48d4-a24c-252924b81595" providerId="AD" clId="Web-{B874D560-C91D-D355-9C0E-77C370FBAC9B}" dt="2025-04-06T01:29:02.609" v="91"/>
          <ac:spMkLst>
            <pc:docMk/>
            <pc:sldMk cId="3954840569" sldId="2595"/>
            <ac:spMk id="27" creationId="{3C54F4CE-85F0-46ED-80DA-9518C9251AD1}"/>
          </ac:spMkLst>
        </pc:spChg>
        <pc:spChg chg="add del">
          <ac:chgData name="Jonghun Park" userId="S::20086111@tafe.wa.edu.au::6822e07f-f955-48d4-a24c-252924b81595" providerId="AD" clId="Web-{B874D560-C91D-D355-9C0E-77C370FBAC9B}" dt="2025-04-06T01:29:02.609" v="91"/>
          <ac:spMkLst>
            <pc:docMk/>
            <pc:sldMk cId="3954840569" sldId="2595"/>
            <ac:spMk id="28" creationId="{DADD1FCA-8ACB-4958-81DD-4CDD6D3E1921}"/>
          </ac:spMkLst>
        </pc:spChg>
        <pc:spChg chg="add del">
          <ac:chgData name="Jonghun Park" userId="S::20086111@tafe.wa.edu.au::6822e07f-f955-48d4-a24c-252924b81595" providerId="AD" clId="Web-{B874D560-C91D-D355-9C0E-77C370FBAC9B}" dt="2025-04-06T01:29:05.125" v="93"/>
          <ac:spMkLst>
            <pc:docMk/>
            <pc:sldMk cId="3954840569" sldId="2595"/>
            <ac:spMk id="30" creationId="{2B97F24A-32CE-4C1C-A50D-3016B394DCFB}"/>
          </ac:spMkLst>
        </pc:spChg>
        <pc:spChg chg="add del">
          <ac:chgData name="Jonghun Park" userId="S::20086111@tafe.wa.edu.au::6822e07f-f955-48d4-a24c-252924b81595" providerId="AD" clId="Web-{B874D560-C91D-D355-9C0E-77C370FBAC9B}" dt="2025-04-06T01:29:05.125" v="93"/>
          <ac:spMkLst>
            <pc:docMk/>
            <pc:sldMk cId="3954840569" sldId="2595"/>
            <ac:spMk id="31" creationId="{6357EC4F-235E-4222-A36F-C7878ACE37F2}"/>
          </ac:spMkLst>
        </pc:spChg>
        <pc:spChg chg="add del">
          <ac:chgData name="Jonghun Park" userId="S::20086111@tafe.wa.edu.au::6822e07f-f955-48d4-a24c-252924b81595" providerId="AD" clId="Web-{B874D560-C91D-D355-9C0E-77C370FBAC9B}" dt="2025-04-06T01:29:05.125" v="93"/>
          <ac:spMkLst>
            <pc:docMk/>
            <pc:sldMk cId="3954840569" sldId="2595"/>
            <ac:spMk id="32" creationId="{40D66CB5-B93A-3D81-629E-2C710A4719F8}"/>
          </ac:spMkLst>
        </pc:spChg>
        <pc:spChg chg="add del">
          <ac:chgData name="Jonghun Park" userId="S::20086111@tafe.wa.edu.au::6822e07f-f955-48d4-a24c-252924b81595" providerId="AD" clId="Web-{B874D560-C91D-D355-9C0E-77C370FBAC9B}" dt="2025-04-06T01:29:12.484" v="95"/>
          <ac:spMkLst>
            <pc:docMk/>
            <pc:sldMk cId="3954840569" sldId="2595"/>
            <ac:spMk id="34" creationId="{A1E67389-C97A-D4B6-8791-2A155D68B493}"/>
          </ac:spMkLst>
        </pc:spChg>
        <pc:grpChg chg="add del">
          <ac:chgData name="Jonghun Park" userId="S::20086111@tafe.wa.edu.au::6822e07f-f955-48d4-a24c-252924b81595" providerId="AD" clId="Web-{B874D560-C91D-D355-9C0E-77C370FBAC9B}" dt="2025-04-06T01:29:12.484" v="95"/>
          <ac:grpSpMkLst>
            <pc:docMk/>
            <pc:sldMk cId="3954840569" sldId="2595"/>
            <ac:grpSpMk id="35" creationId="{6258F736-B256-8039-9DC6-F4E49A5C5AD5}"/>
          </ac:grpSpMkLst>
        </pc:grpChg>
        <pc:picChg chg="add del mod ord">
          <ac:chgData name="Jonghun Park" userId="S::20086111@tafe.wa.edu.au::6822e07f-f955-48d4-a24c-252924b81595" providerId="AD" clId="Web-{B874D560-C91D-D355-9C0E-77C370FBAC9B}" dt="2025-04-06T01:27:53.355" v="78"/>
          <ac:picMkLst>
            <pc:docMk/>
            <pc:sldMk cId="3954840569" sldId="2595"/>
            <ac:picMk id="5" creationId="{68D6400B-5961-A339-BF45-1DC47657E210}"/>
          </ac:picMkLst>
        </pc:picChg>
        <pc:picChg chg="add del mod ord">
          <ac:chgData name="Jonghun Park" userId="S::20086111@tafe.wa.edu.au::6822e07f-f955-48d4-a24c-252924b81595" providerId="AD" clId="Web-{B874D560-C91D-D355-9C0E-77C370FBAC9B}" dt="2025-04-06T01:35:34.617" v="107"/>
          <ac:picMkLst>
            <pc:docMk/>
            <pc:sldMk cId="3954840569" sldId="2595"/>
            <ac:picMk id="8" creationId="{72D724ED-1D18-B302-A9C0-98DFCADB9AB7}"/>
          </ac:picMkLst>
        </pc:picChg>
        <pc:picChg chg="add mod">
          <ac:chgData name="Jonghun Park" userId="S::20086111@tafe.wa.edu.au::6822e07f-f955-48d4-a24c-252924b81595" providerId="AD" clId="Web-{B874D560-C91D-D355-9C0E-77C370FBAC9B}" dt="2025-04-06T01:35:45.681" v="109" actId="1076"/>
          <ac:picMkLst>
            <pc:docMk/>
            <pc:sldMk cId="3954840569" sldId="2595"/>
            <ac:picMk id="10" creationId="{2F3E1517-0017-9C49-C3A9-E15346E7ACF5}"/>
          </ac:picMkLst>
        </pc:picChg>
        <pc:picChg chg="del">
          <ac:chgData name="Jonghun Park" userId="S::20086111@tafe.wa.edu.au::6822e07f-f955-48d4-a24c-252924b81595" providerId="AD" clId="Web-{B874D560-C91D-D355-9C0E-77C370FBAC9B}" dt="2025-04-06T01:26:29.585" v="71"/>
          <ac:picMkLst>
            <pc:docMk/>
            <pc:sldMk cId="3954840569" sldId="2595"/>
            <ac:picMk id="11" creationId="{EAFD98B5-3B4D-FEAC-1131-E80FF1A37FBE}"/>
          </ac:picMkLst>
        </pc:picChg>
      </pc:sldChg>
      <pc:sldChg chg="addSp delSp modSp modNotes">
        <pc:chgData name="Jonghun Park" userId="S::20086111@tafe.wa.edu.au::6822e07f-f955-48d4-a24c-252924b81595" providerId="AD" clId="Web-{B874D560-C91D-D355-9C0E-77C370FBAC9B}" dt="2025-04-06T00:55:18.360" v="35" actId="14100"/>
        <pc:sldMkLst>
          <pc:docMk/>
          <pc:sldMk cId="661938296" sldId="2599"/>
        </pc:sldMkLst>
        <pc:spChg chg="mod">
          <ac:chgData name="Jonghun Park" userId="S::20086111@tafe.wa.edu.au::6822e07f-f955-48d4-a24c-252924b81595" providerId="AD" clId="Web-{B874D560-C91D-D355-9C0E-77C370FBAC9B}" dt="2025-04-06T00:54:44.281" v="30"/>
          <ac:spMkLst>
            <pc:docMk/>
            <pc:sldMk cId="661938296" sldId="2599"/>
            <ac:spMk id="2" creationId="{C0CC94EB-6B83-A46E-FD9A-65B305E5DC62}"/>
          </ac:spMkLst>
        </pc:spChg>
        <pc:spChg chg="add">
          <ac:chgData name="Jonghun Park" userId="S::20086111@tafe.wa.edu.au::6822e07f-f955-48d4-a24c-252924b81595" providerId="AD" clId="Web-{B874D560-C91D-D355-9C0E-77C370FBAC9B}" dt="2025-04-06T00:54:44.281" v="30"/>
          <ac:spMkLst>
            <pc:docMk/>
            <pc:sldMk cId="661938296" sldId="2599"/>
            <ac:spMk id="46" creationId="{E3ADCBE7-9330-1CDA-00EB-CDD12DB722FF}"/>
          </ac:spMkLst>
        </pc:spChg>
        <pc:spChg chg="add del mod">
          <ac:chgData name="Jonghun Park" userId="S::20086111@tafe.wa.edu.au::6822e07f-f955-48d4-a24c-252924b81595" providerId="AD" clId="Web-{B874D560-C91D-D355-9C0E-77C370FBAC9B}" dt="2025-04-06T00:55:09.844" v="32"/>
          <ac:spMkLst>
            <pc:docMk/>
            <pc:sldMk cId="661938296" sldId="2599"/>
            <ac:spMk id="49" creationId="{82B11FB7-5729-CF14-82A3-A5AF5A637B01}"/>
          </ac:spMkLst>
        </pc:spChg>
        <pc:spChg chg="add">
          <ac:chgData name="Jonghun Park" userId="S::20086111@tafe.wa.edu.au::6822e07f-f955-48d4-a24c-252924b81595" providerId="AD" clId="Web-{B874D560-C91D-D355-9C0E-77C370FBAC9B}" dt="2025-04-06T00:54:44.281" v="30"/>
          <ac:spMkLst>
            <pc:docMk/>
            <pc:sldMk cId="661938296" sldId="2599"/>
            <ac:spMk id="52" creationId="{AF6CB648-9554-488A-B457-99CAAD1DA528}"/>
          </ac:spMkLst>
        </pc:spChg>
        <pc:grpChg chg="add del">
          <ac:chgData name="Jonghun Park" userId="S::20086111@tafe.wa.edu.au::6822e07f-f955-48d4-a24c-252924b81595" providerId="AD" clId="Web-{B874D560-C91D-D355-9C0E-77C370FBAC9B}" dt="2025-04-06T00:54:37.140" v="25"/>
          <ac:grpSpMkLst>
            <pc:docMk/>
            <pc:sldMk cId="661938296" sldId="2599"/>
            <ac:grpSpMk id="44" creationId="{F2221BB3-7B5D-C899-7745-66D7AC3232A7}"/>
          </ac:grpSpMkLst>
        </pc:grpChg>
        <pc:grpChg chg="add del">
          <ac:chgData name="Jonghun Park" userId="S::20086111@tafe.wa.edu.au::6822e07f-f955-48d4-a24c-252924b81595" providerId="AD" clId="Web-{B874D560-C91D-D355-9C0E-77C370FBAC9B}" dt="2025-04-06T00:54:39.547" v="27"/>
          <ac:grpSpMkLst>
            <pc:docMk/>
            <pc:sldMk cId="661938296" sldId="2599"/>
            <ac:grpSpMk id="48" creationId="{6258F736-B256-8039-9DC6-F4E49A5C5AD5}"/>
          </ac:grpSpMkLst>
        </pc:grpChg>
        <pc:grpChg chg="add del">
          <ac:chgData name="Jonghun Park" userId="S::20086111@tafe.wa.edu.au::6822e07f-f955-48d4-a24c-252924b81595" providerId="AD" clId="Web-{B874D560-C91D-D355-9C0E-77C370FBAC9B}" dt="2025-04-06T00:54:44.219" v="29"/>
          <ac:grpSpMkLst>
            <pc:docMk/>
            <pc:sldMk cId="661938296" sldId="2599"/>
            <ac:grpSpMk id="50" creationId="{E4A41B9E-A0C8-F78B-E5B6-A0D02D8810B5}"/>
          </ac:grpSpMkLst>
        </pc:grpChg>
        <pc:graphicFrameChg chg="del mod ord modGraphic">
          <ac:chgData name="Jonghun Park" userId="S::20086111@tafe.wa.edu.au::6822e07f-f955-48d4-a24c-252924b81595" providerId="AD" clId="Web-{B874D560-C91D-D355-9C0E-77C370FBAC9B}" dt="2025-04-06T00:54:47.141" v="31"/>
          <ac:graphicFrameMkLst>
            <pc:docMk/>
            <pc:sldMk cId="661938296" sldId="2599"/>
            <ac:graphicFrameMk id="39" creationId="{DDBFA285-AE1E-F788-6146-2DCA8BE0B7CA}"/>
          </ac:graphicFrameMkLst>
        </pc:graphicFrameChg>
        <pc:picChg chg="add del mod">
          <ac:chgData name="Jonghun Park" userId="S::20086111@tafe.wa.edu.au::6822e07f-f955-48d4-a24c-252924b81595" providerId="AD" clId="Web-{B874D560-C91D-D355-9C0E-77C370FBAC9B}" dt="2025-04-06T00:53:54.045" v="20"/>
          <ac:picMkLst>
            <pc:docMk/>
            <pc:sldMk cId="661938296" sldId="2599"/>
            <ac:picMk id="6" creationId="{77BEEFCE-FFCA-EE3E-1DAD-D8432919C8D2}"/>
          </ac:picMkLst>
        </pc:picChg>
        <pc:picChg chg="del">
          <ac:chgData name="Jonghun Park" userId="S::20086111@tafe.wa.edu.au::6822e07f-f955-48d4-a24c-252924b81595" providerId="AD" clId="Web-{B874D560-C91D-D355-9C0E-77C370FBAC9B}" dt="2025-04-06T00:52:18.902" v="18"/>
          <ac:picMkLst>
            <pc:docMk/>
            <pc:sldMk cId="661938296" sldId="2599"/>
            <ac:picMk id="7" creationId="{20F4977D-1BE7-EB95-9AB5-D99D7191A299}"/>
          </ac:picMkLst>
        </pc:picChg>
        <pc:picChg chg="add del mod">
          <ac:chgData name="Jonghun Park" userId="S::20086111@tafe.wa.edu.au::6822e07f-f955-48d4-a24c-252924b81595" providerId="AD" clId="Web-{B874D560-C91D-D355-9C0E-77C370FBAC9B}" dt="2025-04-06T00:54:08.936" v="22"/>
          <ac:picMkLst>
            <pc:docMk/>
            <pc:sldMk cId="661938296" sldId="2599"/>
            <ac:picMk id="11" creationId="{1531F764-FBA8-9BDF-AB25-9351032D3755}"/>
          </ac:picMkLst>
        </pc:picChg>
        <pc:picChg chg="add mod">
          <ac:chgData name="Jonghun Park" userId="S::20086111@tafe.wa.edu.au::6822e07f-f955-48d4-a24c-252924b81595" providerId="AD" clId="Web-{B874D560-C91D-D355-9C0E-77C370FBAC9B}" dt="2025-04-06T00:55:18.360" v="35" actId="14100"/>
          <ac:picMkLst>
            <pc:docMk/>
            <pc:sldMk cId="661938296" sldId="2599"/>
            <ac:picMk id="14" creationId="{C365ED7F-B89A-AF63-8B95-6FEEECFB9D27}"/>
          </ac:picMkLst>
        </pc:picChg>
      </pc:sldChg>
      <pc:sldChg chg="addSp delSp modSp modNotes">
        <pc:chgData name="Jonghun Park" userId="S::20086111@tafe.wa.edu.au::6822e07f-f955-48d4-a24c-252924b81595" providerId="AD" clId="Web-{B874D560-C91D-D355-9C0E-77C370FBAC9B}" dt="2025-04-06T02:53:31.298" v="255" actId="14100"/>
        <pc:sldMkLst>
          <pc:docMk/>
          <pc:sldMk cId="3143974123" sldId="2600"/>
        </pc:sldMkLst>
        <pc:spChg chg="mod">
          <ac:chgData name="Jonghun Park" userId="S::20086111@tafe.wa.edu.au::6822e07f-f955-48d4-a24c-252924b81595" providerId="AD" clId="Web-{B874D560-C91D-D355-9C0E-77C370FBAC9B}" dt="2025-04-06T02:50:28.198" v="236"/>
          <ac:spMkLst>
            <pc:docMk/>
            <pc:sldMk cId="3143974123" sldId="2600"/>
            <ac:spMk id="2" creationId="{68773E6D-6BA4-9790-E297-2D3CABC786B7}"/>
          </ac:spMkLst>
        </pc:spChg>
        <pc:spChg chg="add del mod">
          <ac:chgData name="Jonghun Park" userId="S::20086111@tafe.wa.edu.au::6822e07f-f955-48d4-a24c-252924b81595" providerId="AD" clId="Web-{B874D560-C91D-D355-9C0E-77C370FBAC9B}" dt="2025-04-06T01:44:30.922" v="146"/>
          <ac:spMkLst>
            <pc:docMk/>
            <pc:sldMk cId="3143974123" sldId="2600"/>
            <ac:spMk id="6" creationId="{B0E95B60-1088-18C5-0198-AED52616C72E}"/>
          </ac:spMkLst>
        </pc:spChg>
        <pc:spChg chg="mod">
          <ac:chgData name="Jonghun Park" userId="S::20086111@tafe.wa.edu.au::6822e07f-f955-48d4-a24c-252924b81595" providerId="AD" clId="Web-{B874D560-C91D-D355-9C0E-77C370FBAC9B}" dt="2025-04-06T02:50:28.198" v="236"/>
          <ac:spMkLst>
            <pc:docMk/>
            <pc:sldMk cId="3143974123" sldId="2600"/>
            <ac:spMk id="1050" creationId="{0F0F28D4-7B8A-84B1-6C9C-3E7608687600}"/>
          </ac:spMkLst>
        </pc:spChg>
        <pc:spChg chg="add del">
          <ac:chgData name="Jonghun Park" userId="S::20086111@tafe.wa.edu.au::6822e07f-f955-48d4-a24c-252924b81595" providerId="AD" clId="Web-{B874D560-C91D-D355-9C0E-77C370FBAC9B}" dt="2025-04-06T02:50:28.198" v="236"/>
          <ac:spMkLst>
            <pc:docMk/>
            <pc:sldMk cId="3143974123" sldId="2600"/>
            <ac:spMk id="1059" creationId="{C34E3E2B-6F33-E962-34E4-A35763229D24}"/>
          </ac:spMkLst>
        </pc:spChg>
        <pc:spChg chg="add del">
          <ac:chgData name="Jonghun Park" userId="S::20086111@tafe.wa.edu.au::6822e07f-f955-48d4-a24c-252924b81595" providerId="AD" clId="Web-{B874D560-C91D-D355-9C0E-77C370FBAC9B}" dt="2025-04-06T02:50:28.198" v="236"/>
          <ac:spMkLst>
            <pc:docMk/>
            <pc:sldMk cId="3143974123" sldId="2600"/>
            <ac:spMk id="1060" creationId="{C25C42D4-F455-93E8-460F-0C817CDC507F}"/>
          </ac:spMkLst>
        </pc:spChg>
        <pc:spChg chg="add del">
          <ac:chgData name="Jonghun Park" userId="S::20086111@tafe.wa.edu.au::6822e07f-f955-48d4-a24c-252924b81595" providerId="AD" clId="Web-{B874D560-C91D-D355-9C0E-77C370FBAC9B}" dt="2025-04-06T02:50:28.198" v="236"/>
          <ac:spMkLst>
            <pc:docMk/>
            <pc:sldMk cId="3143974123" sldId="2600"/>
            <ac:spMk id="1061" creationId="{A3F363BE-AD46-B100-6ECD-D20A168C8379}"/>
          </ac:spMkLst>
        </pc:spChg>
        <pc:spChg chg="add del">
          <ac:chgData name="Jonghun Park" userId="S::20086111@tafe.wa.edu.au::6822e07f-f955-48d4-a24c-252924b81595" providerId="AD" clId="Web-{B874D560-C91D-D355-9C0E-77C370FBAC9B}" dt="2025-04-06T02:50:28.198" v="236"/>
          <ac:spMkLst>
            <pc:docMk/>
            <pc:sldMk cId="3143974123" sldId="2600"/>
            <ac:spMk id="1066" creationId="{69D47016-023F-44BD-981C-50E7A10A6609}"/>
          </ac:spMkLst>
        </pc:spChg>
        <pc:spChg chg="add del">
          <ac:chgData name="Jonghun Park" userId="S::20086111@tafe.wa.edu.au::6822e07f-f955-48d4-a24c-252924b81595" providerId="AD" clId="Web-{B874D560-C91D-D355-9C0E-77C370FBAC9B}" dt="2025-04-06T02:50:28.198" v="236"/>
          <ac:spMkLst>
            <pc:docMk/>
            <pc:sldMk cId="3143974123" sldId="2600"/>
            <ac:spMk id="1068" creationId="{6D8B37B0-0682-433E-BC8D-498C04ABD9A7}"/>
          </ac:spMkLst>
        </pc:spChg>
        <pc:picChg chg="add del mod">
          <ac:chgData name="Jonghun Park" userId="S::20086111@tafe.wa.edu.au::6822e07f-f955-48d4-a24c-252924b81595" providerId="AD" clId="Web-{B874D560-C91D-D355-9C0E-77C370FBAC9B}" dt="2025-04-06T02:38:00.160" v="173"/>
          <ac:picMkLst>
            <pc:docMk/>
            <pc:sldMk cId="3143974123" sldId="2600"/>
            <ac:picMk id="3" creationId="{AB4CDEF0-BC74-DA70-E5EE-AEA358A73C95}"/>
          </ac:picMkLst>
        </pc:picChg>
        <pc:picChg chg="add del mod">
          <ac:chgData name="Jonghun Park" userId="S::20086111@tafe.wa.edu.au::6822e07f-f955-48d4-a24c-252924b81595" providerId="AD" clId="Web-{B874D560-C91D-D355-9C0E-77C370FBAC9B}" dt="2025-04-06T02:38:14.488" v="176"/>
          <ac:picMkLst>
            <pc:docMk/>
            <pc:sldMk cId="3143974123" sldId="2600"/>
            <ac:picMk id="4" creationId="{90DEF724-705F-76BA-E84B-A9D189768AF7}"/>
          </ac:picMkLst>
        </pc:picChg>
        <pc:picChg chg="del">
          <ac:chgData name="Jonghun Park" userId="S::20086111@tafe.wa.edu.au::6822e07f-f955-48d4-a24c-252924b81595" providerId="AD" clId="Web-{B874D560-C91D-D355-9C0E-77C370FBAC9B}" dt="2025-04-06T01:44:23.031" v="144"/>
          <ac:picMkLst>
            <pc:docMk/>
            <pc:sldMk cId="3143974123" sldId="2600"/>
            <ac:picMk id="4" creationId="{B2274D2A-D19C-0BB8-003E-A99D698CF51D}"/>
          </ac:picMkLst>
        </pc:picChg>
        <pc:picChg chg="add del mod">
          <ac:chgData name="Jonghun Park" userId="S::20086111@tafe.wa.edu.au::6822e07f-f955-48d4-a24c-252924b81595" providerId="AD" clId="Web-{B874D560-C91D-D355-9C0E-77C370FBAC9B}" dt="2025-04-06T02:52:56.453" v="245"/>
          <ac:picMkLst>
            <pc:docMk/>
            <pc:sldMk cId="3143974123" sldId="2600"/>
            <ac:picMk id="5" creationId="{3BD372DC-4BF4-3CF5-0AEF-939A753000DD}"/>
          </ac:picMkLst>
        </pc:picChg>
        <pc:picChg chg="del">
          <ac:chgData name="Jonghun Park" userId="S::20086111@tafe.wa.edu.au::6822e07f-f955-48d4-a24c-252924b81595" providerId="AD" clId="Web-{B874D560-C91D-D355-9C0E-77C370FBAC9B}" dt="2025-04-06T01:44:28.297" v="145"/>
          <ac:picMkLst>
            <pc:docMk/>
            <pc:sldMk cId="3143974123" sldId="2600"/>
            <ac:picMk id="5" creationId="{CA86AB48-CF97-3B81-74E2-4CB1EA3C2258}"/>
          </ac:picMkLst>
        </pc:picChg>
        <pc:picChg chg="add mod">
          <ac:chgData name="Jonghun Park" userId="S::20086111@tafe.wa.edu.au::6822e07f-f955-48d4-a24c-252924b81595" providerId="AD" clId="Web-{B874D560-C91D-D355-9C0E-77C370FBAC9B}" dt="2025-04-06T02:53:21.938" v="253" actId="14100"/>
          <ac:picMkLst>
            <pc:docMk/>
            <pc:sldMk cId="3143974123" sldId="2600"/>
            <ac:picMk id="6" creationId="{9AE34DBA-E66B-ADD4-C16B-C7101FDA6A27}"/>
          </ac:picMkLst>
        </pc:picChg>
        <pc:picChg chg="add mod ord">
          <ac:chgData name="Jonghun Park" userId="S::20086111@tafe.wa.edu.au::6822e07f-f955-48d4-a24c-252924b81595" providerId="AD" clId="Web-{B874D560-C91D-D355-9C0E-77C370FBAC9B}" dt="2025-04-06T02:53:31.298" v="255" actId="14100"/>
          <ac:picMkLst>
            <pc:docMk/>
            <pc:sldMk cId="3143974123" sldId="2600"/>
            <ac:picMk id="7" creationId="{C2357732-7F89-A33D-2047-28917D187859}"/>
          </ac:picMkLst>
        </pc:picChg>
      </pc:sldChg>
      <pc:sldChg chg="addSp delSp modSp ord modNotes">
        <pc:chgData name="Jonghun Park" userId="S::20086111@tafe.wa.edu.au::6822e07f-f955-48d4-a24c-252924b81595" providerId="AD" clId="Web-{B874D560-C91D-D355-9C0E-77C370FBAC9B}" dt="2025-04-06T03:16:59.109" v="284"/>
        <pc:sldMkLst>
          <pc:docMk/>
          <pc:sldMk cId="1990086181" sldId="2601"/>
        </pc:sldMkLst>
        <pc:spChg chg="del">
          <ac:chgData name="Jonghun Park" userId="S::20086111@tafe.wa.edu.au::6822e07f-f955-48d4-a24c-252924b81595" providerId="AD" clId="Web-{B874D560-C91D-D355-9C0E-77C370FBAC9B}" dt="2025-04-06T03:09:15.446" v="262"/>
          <ac:spMkLst>
            <pc:docMk/>
            <pc:sldMk cId="1990086181" sldId="2601"/>
            <ac:spMk id="4" creationId="{A8C2C043-BD74-652A-5D1A-73BA624DB8A0}"/>
          </ac:spMkLst>
        </pc:spChg>
        <pc:spChg chg="del">
          <ac:chgData name="Jonghun Park" userId="S::20086111@tafe.wa.edu.au::6822e07f-f955-48d4-a24c-252924b81595" providerId="AD" clId="Web-{B874D560-C91D-D355-9C0E-77C370FBAC9B}" dt="2025-04-06T03:09:16.556" v="263"/>
          <ac:spMkLst>
            <pc:docMk/>
            <pc:sldMk cId="1990086181" sldId="2601"/>
            <ac:spMk id="7" creationId="{536A246D-037F-6377-69D3-81CB52AF0B64}"/>
          </ac:spMkLst>
        </pc:spChg>
        <pc:picChg chg="add mod ord">
          <ac:chgData name="Jonghun Park" userId="S::20086111@tafe.wa.edu.au::6822e07f-f955-48d4-a24c-252924b81595" providerId="AD" clId="Web-{B874D560-C91D-D355-9C0E-77C370FBAC9B}" dt="2025-04-06T03:10:03.136" v="270" actId="1076"/>
          <ac:picMkLst>
            <pc:docMk/>
            <pc:sldMk cId="1990086181" sldId="2601"/>
            <ac:picMk id="3" creationId="{354AA4CD-F5F2-1CF0-A638-E9BD962AFEA0}"/>
          </ac:picMkLst>
        </pc:picChg>
      </pc:sldChg>
      <pc:sldChg chg="new del">
        <pc:chgData name="Jonghun Park" userId="S::20086111@tafe.wa.edu.au::6822e07f-f955-48d4-a24c-252924b81595" providerId="AD" clId="Web-{B874D560-C91D-D355-9C0E-77C370FBAC9B}" dt="2025-04-06T00:37:59.409" v="1"/>
        <pc:sldMkLst>
          <pc:docMk/>
          <pc:sldMk cId="1355602807" sldId="2602"/>
        </pc:sldMkLst>
      </pc:sldChg>
      <pc:sldChg chg="addSp delSp modSp add replId modNotes">
        <pc:chgData name="Jonghun Park" userId="S::20086111@tafe.wa.edu.au::6822e07f-f955-48d4-a24c-252924b81595" providerId="AD" clId="Web-{B874D560-C91D-D355-9C0E-77C370FBAC9B}" dt="2025-04-06T02:44:10.393" v="232"/>
        <pc:sldMkLst>
          <pc:docMk/>
          <pc:sldMk cId="2190346911" sldId="2602"/>
        </pc:sldMkLst>
        <pc:spChg chg="mod">
          <ac:chgData name="Jonghun Park" userId="S::20086111@tafe.wa.edu.au::6822e07f-f955-48d4-a24c-252924b81595" providerId="AD" clId="Web-{B874D560-C91D-D355-9C0E-77C370FBAC9B}" dt="2025-04-06T02:39:33.132" v="199" actId="20577"/>
          <ac:spMkLst>
            <pc:docMk/>
            <pc:sldMk cId="2190346911" sldId="2602"/>
            <ac:spMk id="2" creationId="{4E40CA1A-BDA2-63F8-1D04-98FA575F7FD3}"/>
          </ac:spMkLst>
        </pc:spChg>
        <pc:spChg chg="add del mod">
          <ac:chgData name="Jonghun Park" userId="S::20086111@tafe.wa.edu.au::6822e07f-f955-48d4-a24c-252924b81595" providerId="AD" clId="Web-{B874D560-C91D-D355-9C0E-77C370FBAC9B}" dt="2025-04-06T02:38:33.833" v="180"/>
          <ac:spMkLst>
            <pc:docMk/>
            <pc:sldMk cId="2190346911" sldId="2602"/>
            <ac:spMk id="5" creationId="{8DCE0F81-B86E-2DCA-8503-268982294B04}"/>
          </ac:spMkLst>
        </pc:spChg>
        <pc:spChg chg="add del mod">
          <ac:chgData name="Jonghun Park" userId="S::20086111@tafe.wa.edu.au::6822e07f-f955-48d4-a24c-252924b81595" providerId="AD" clId="Web-{B874D560-C91D-D355-9C0E-77C370FBAC9B}" dt="2025-04-06T02:39:10.897" v="187"/>
          <ac:spMkLst>
            <pc:docMk/>
            <pc:sldMk cId="2190346911" sldId="2602"/>
            <ac:spMk id="8" creationId="{548C7848-9822-5684-A796-5313CA330736}"/>
          </ac:spMkLst>
        </pc:spChg>
        <pc:spChg chg="del">
          <ac:chgData name="Jonghun Park" userId="S::20086111@tafe.wa.edu.au::6822e07f-f955-48d4-a24c-252924b81595" providerId="AD" clId="Web-{B874D560-C91D-D355-9C0E-77C370FBAC9B}" dt="2025-04-06T02:39:01.381" v="185"/>
          <ac:spMkLst>
            <pc:docMk/>
            <pc:sldMk cId="2190346911" sldId="2602"/>
            <ac:spMk id="1050" creationId="{2A30E4E3-B61B-5689-5D82-C03D8215F859}"/>
          </ac:spMkLst>
        </pc:spChg>
        <pc:picChg chg="add mod">
          <ac:chgData name="Jonghun Park" userId="S::20086111@tafe.wa.edu.au::6822e07f-f955-48d4-a24c-252924b81595" providerId="AD" clId="Web-{B874D560-C91D-D355-9C0E-77C370FBAC9B}" dt="2025-04-06T02:39:21.819" v="190" actId="14100"/>
          <ac:picMkLst>
            <pc:docMk/>
            <pc:sldMk cId="2190346911" sldId="2602"/>
            <ac:picMk id="3" creationId="{CBECB7C4-9F38-F291-74D0-42507AF452B2}"/>
          </ac:picMkLst>
        </pc:picChg>
        <pc:picChg chg="del">
          <ac:chgData name="Jonghun Park" userId="S::20086111@tafe.wa.edu.au::6822e07f-f955-48d4-a24c-252924b81595" providerId="AD" clId="Web-{B874D560-C91D-D355-9C0E-77C370FBAC9B}" dt="2025-04-06T02:38:24.582" v="179"/>
          <ac:picMkLst>
            <pc:docMk/>
            <pc:sldMk cId="2190346911" sldId="2602"/>
            <ac:picMk id="7" creationId="{AFCDCFDF-0868-AC2C-71AE-D7D94BD8716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9FAEAA-F393-4D65-848D-FDDE7D9AE56B}" type="doc">
      <dgm:prSet loTypeId="urn:microsoft.com/office/officeart/2005/8/layout/matrix2" loCatId="matrix" qsTypeId="urn:microsoft.com/office/officeart/2005/8/quickstyle/simple1" qsCatId="simple" csTypeId="urn:microsoft.com/office/officeart/2005/8/colors/accent1_2" csCatId="accent1"/>
      <dgm:spPr/>
      <dgm:t>
        <a:bodyPr/>
        <a:lstStyle/>
        <a:p>
          <a:endParaRPr lang="en-US"/>
        </a:p>
      </dgm:t>
    </dgm:pt>
    <dgm:pt modelId="{517EE4A4-A6C2-404F-9AB3-BB02C1CC83B2}">
      <dgm:prSet/>
      <dgm:spPr/>
      <dgm:t>
        <a:bodyPr/>
        <a:lstStyle/>
        <a:p>
          <a:r>
            <a:rPr lang="en-GB" i="0"/>
            <a:t>Breast cancer is the most common cancer among women in Australia (excluding non-melanoma skin cancer) and the second leading cause of cancer-related deaths after lung cancer. In 2024, an estimated 20,973 people were diagnosed, with the average age at diagnosis being 62.</a:t>
          </a:r>
          <a:endParaRPr lang="en-US"/>
        </a:p>
      </dgm:t>
    </dgm:pt>
    <dgm:pt modelId="{F7EEF7B9-FA2A-46D0-9960-587B20B1FC54}" type="parTrans" cxnId="{8A73BEAF-02C0-4B9E-9CB0-86A8DD792EF7}">
      <dgm:prSet/>
      <dgm:spPr/>
      <dgm:t>
        <a:bodyPr/>
        <a:lstStyle/>
        <a:p>
          <a:endParaRPr lang="en-US"/>
        </a:p>
      </dgm:t>
    </dgm:pt>
    <dgm:pt modelId="{DB442EBB-ADAA-465F-AB74-DA5751C8F443}" type="sibTrans" cxnId="{8A73BEAF-02C0-4B9E-9CB0-86A8DD792EF7}">
      <dgm:prSet/>
      <dgm:spPr/>
      <dgm:t>
        <a:bodyPr/>
        <a:lstStyle/>
        <a:p>
          <a:endParaRPr lang="en-US"/>
        </a:p>
      </dgm:t>
    </dgm:pt>
    <dgm:pt modelId="{85D248CD-5F20-432D-A0C4-38DEBC75AED6}">
      <dgm:prSet/>
      <dgm:spPr/>
      <dgm:t>
        <a:bodyPr/>
        <a:lstStyle/>
        <a:p>
          <a:r>
            <a:rPr lang="en-GB" i="0"/>
            <a:t>By age 85, one in eight females and one in 667 males in Australia are expected to be diagnosed with breast cancer. Participation in national cancer screening programs reduces mortality risk by 54%-63%. In 2020, breast cancer was the most diagnosed cancer in the country.</a:t>
          </a:r>
          <a:endParaRPr lang="en-US"/>
        </a:p>
      </dgm:t>
    </dgm:pt>
    <dgm:pt modelId="{F96E7A25-1E71-439E-BA8B-97778FD6169E}" type="parTrans" cxnId="{8A84D2FF-B2AF-436E-8E98-903333A00CBD}">
      <dgm:prSet/>
      <dgm:spPr/>
      <dgm:t>
        <a:bodyPr/>
        <a:lstStyle/>
        <a:p>
          <a:endParaRPr lang="en-US"/>
        </a:p>
      </dgm:t>
    </dgm:pt>
    <dgm:pt modelId="{77A35D25-00F4-4888-BC98-70351625FACF}" type="sibTrans" cxnId="{8A84D2FF-B2AF-436E-8E98-903333A00CBD}">
      <dgm:prSet/>
      <dgm:spPr/>
      <dgm:t>
        <a:bodyPr/>
        <a:lstStyle/>
        <a:p>
          <a:endParaRPr lang="en-US"/>
        </a:p>
      </dgm:t>
    </dgm:pt>
    <dgm:pt modelId="{8F0657AF-47A8-4E79-9294-A5D0FD52CBC7}">
      <dgm:prSet/>
      <dgm:spPr/>
      <dgm:t>
        <a:bodyPr/>
        <a:lstStyle/>
        <a:p>
          <a:r>
            <a:rPr lang="en-GB" i="0"/>
            <a:t>Breast Screen Australia (BSA) plays a crucial role, with over 1.8 million women aged 50-74 screened in 2018–2019. Since the program’s inception, mortality rates have significantly declined from 74 deaths per 100,000 women in 1991 to 40 per 100,000 in 2018. However, disparities persist, with bisexual women and gay men facing twice the cancer risk due to higher smoking and alcohol consumption rates and lower screening participation. </a:t>
          </a:r>
          <a:endParaRPr lang="en-US"/>
        </a:p>
      </dgm:t>
    </dgm:pt>
    <dgm:pt modelId="{A48AE823-8579-491C-9BE2-D7C64E0D2356}" type="parTrans" cxnId="{0F8E5E90-8046-482A-B972-D951146B4ECD}">
      <dgm:prSet/>
      <dgm:spPr/>
      <dgm:t>
        <a:bodyPr/>
        <a:lstStyle/>
        <a:p>
          <a:endParaRPr lang="en-US"/>
        </a:p>
      </dgm:t>
    </dgm:pt>
    <dgm:pt modelId="{4A5FB485-BA55-4800-BC3A-85E19FBC9147}" type="sibTrans" cxnId="{0F8E5E90-8046-482A-B972-D951146B4ECD}">
      <dgm:prSet/>
      <dgm:spPr/>
      <dgm:t>
        <a:bodyPr/>
        <a:lstStyle/>
        <a:p>
          <a:endParaRPr lang="en-US"/>
        </a:p>
      </dgm:t>
    </dgm:pt>
    <dgm:pt modelId="{A3425729-EA47-4CB8-B92B-A347A4A21E5A}">
      <dgm:prSet/>
      <dgm:spPr/>
      <dgm:t>
        <a:bodyPr/>
        <a:lstStyle/>
        <a:p>
          <a:r>
            <a:rPr lang="en-US" dirty="0"/>
            <a:t>Early detection through effective screening is crucial for improving survival outcomes in breast cancer cases.</a:t>
          </a:r>
        </a:p>
      </dgm:t>
    </dgm:pt>
    <dgm:pt modelId="{987AB7FC-50DB-41D4-AF35-290CC814C298}" type="parTrans" cxnId="{5685347A-8105-4CFB-8735-D2C07C9DE445}">
      <dgm:prSet/>
      <dgm:spPr/>
      <dgm:t>
        <a:bodyPr/>
        <a:lstStyle/>
        <a:p>
          <a:endParaRPr lang="en-US"/>
        </a:p>
      </dgm:t>
    </dgm:pt>
    <dgm:pt modelId="{27D1FD3B-E5A3-47CA-A592-87B2DFB371BC}" type="sibTrans" cxnId="{5685347A-8105-4CFB-8735-D2C07C9DE445}">
      <dgm:prSet/>
      <dgm:spPr/>
      <dgm:t>
        <a:bodyPr/>
        <a:lstStyle/>
        <a:p>
          <a:endParaRPr lang="en-US"/>
        </a:p>
      </dgm:t>
    </dgm:pt>
    <dgm:pt modelId="{426361B2-1EF2-4B73-BE35-4EBD48A9DF6F}" type="pres">
      <dgm:prSet presAssocID="{D29FAEAA-F393-4D65-848D-FDDE7D9AE56B}" presName="matrix" presStyleCnt="0">
        <dgm:presLayoutVars>
          <dgm:chMax val="1"/>
          <dgm:dir/>
          <dgm:resizeHandles val="exact"/>
        </dgm:presLayoutVars>
      </dgm:prSet>
      <dgm:spPr/>
    </dgm:pt>
    <dgm:pt modelId="{8728A436-A0EB-46B2-8284-C1CC6ABC8EE4}" type="pres">
      <dgm:prSet presAssocID="{D29FAEAA-F393-4D65-848D-FDDE7D9AE56B}" presName="axisShape" presStyleLbl="bgShp" presStyleIdx="0" presStyleCnt="1"/>
      <dgm:spPr/>
    </dgm:pt>
    <dgm:pt modelId="{9590ECAD-2B6B-4E1E-9C90-10382608E6FA}" type="pres">
      <dgm:prSet presAssocID="{D29FAEAA-F393-4D65-848D-FDDE7D9AE56B}" presName="rect1" presStyleLbl="node1" presStyleIdx="0" presStyleCnt="4">
        <dgm:presLayoutVars>
          <dgm:chMax val="0"/>
          <dgm:chPref val="0"/>
          <dgm:bulletEnabled val="1"/>
        </dgm:presLayoutVars>
      </dgm:prSet>
      <dgm:spPr/>
    </dgm:pt>
    <dgm:pt modelId="{8847DD33-27B4-47D3-B483-7CB4CC82E94C}" type="pres">
      <dgm:prSet presAssocID="{D29FAEAA-F393-4D65-848D-FDDE7D9AE56B}" presName="rect2" presStyleLbl="node1" presStyleIdx="1" presStyleCnt="4">
        <dgm:presLayoutVars>
          <dgm:chMax val="0"/>
          <dgm:chPref val="0"/>
          <dgm:bulletEnabled val="1"/>
        </dgm:presLayoutVars>
      </dgm:prSet>
      <dgm:spPr/>
    </dgm:pt>
    <dgm:pt modelId="{0F2B995A-F664-4A0F-873C-C1B35942B397}" type="pres">
      <dgm:prSet presAssocID="{D29FAEAA-F393-4D65-848D-FDDE7D9AE56B}" presName="rect3" presStyleLbl="node1" presStyleIdx="2" presStyleCnt="4">
        <dgm:presLayoutVars>
          <dgm:chMax val="0"/>
          <dgm:chPref val="0"/>
          <dgm:bulletEnabled val="1"/>
        </dgm:presLayoutVars>
      </dgm:prSet>
      <dgm:spPr/>
    </dgm:pt>
    <dgm:pt modelId="{E65E1AFF-ADD4-4763-B372-0233CE12491E}" type="pres">
      <dgm:prSet presAssocID="{D29FAEAA-F393-4D65-848D-FDDE7D9AE56B}" presName="rect4" presStyleLbl="node1" presStyleIdx="3" presStyleCnt="4">
        <dgm:presLayoutVars>
          <dgm:chMax val="0"/>
          <dgm:chPref val="0"/>
          <dgm:bulletEnabled val="1"/>
        </dgm:presLayoutVars>
      </dgm:prSet>
      <dgm:spPr/>
    </dgm:pt>
  </dgm:ptLst>
  <dgm:cxnLst>
    <dgm:cxn modelId="{3DDD1F3B-3E3E-4C12-A98D-CB48078A33F1}" type="presOf" srcId="{D29FAEAA-F393-4D65-848D-FDDE7D9AE56B}" destId="{426361B2-1EF2-4B73-BE35-4EBD48A9DF6F}" srcOrd="0" destOrd="0" presId="urn:microsoft.com/office/officeart/2005/8/layout/matrix2"/>
    <dgm:cxn modelId="{3DA37D4D-071B-436B-83CE-CB819433CD3F}" type="presOf" srcId="{85D248CD-5F20-432D-A0C4-38DEBC75AED6}" destId="{8847DD33-27B4-47D3-B483-7CB4CC82E94C}" srcOrd="0" destOrd="0" presId="urn:microsoft.com/office/officeart/2005/8/layout/matrix2"/>
    <dgm:cxn modelId="{E4C2B170-8512-401A-BF96-845DBE854320}" type="presOf" srcId="{517EE4A4-A6C2-404F-9AB3-BB02C1CC83B2}" destId="{9590ECAD-2B6B-4E1E-9C90-10382608E6FA}" srcOrd="0" destOrd="0" presId="urn:microsoft.com/office/officeart/2005/8/layout/matrix2"/>
    <dgm:cxn modelId="{0B19B975-777E-4B06-A50D-811DB4AAB9E7}" type="presOf" srcId="{8F0657AF-47A8-4E79-9294-A5D0FD52CBC7}" destId="{0F2B995A-F664-4A0F-873C-C1B35942B397}" srcOrd="0" destOrd="0" presId="urn:microsoft.com/office/officeart/2005/8/layout/matrix2"/>
    <dgm:cxn modelId="{5685347A-8105-4CFB-8735-D2C07C9DE445}" srcId="{D29FAEAA-F393-4D65-848D-FDDE7D9AE56B}" destId="{A3425729-EA47-4CB8-B92B-A347A4A21E5A}" srcOrd="3" destOrd="0" parTransId="{987AB7FC-50DB-41D4-AF35-290CC814C298}" sibTransId="{27D1FD3B-E5A3-47CA-A592-87B2DFB371BC}"/>
    <dgm:cxn modelId="{0F8E5E90-8046-482A-B972-D951146B4ECD}" srcId="{D29FAEAA-F393-4D65-848D-FDDE7D9AE56B}" destId="{8F0657AF-47A8-4E79-9294-A5D0FD52CBC7}" srcOrd="2" destOrd="0" parTransId="{A48AE823-8579-491C-9BE2-D7C64E0D2356}" sibTransId="{4A5FB485-BA55-4800-BC3A-85E19FBC9147}"/>
    <dgm:cxn modelId="{8A73BEAF-02C0-4B9E-9CB0-86A8DD792EF7}" srcId="{D29FAEAA-F393-4D65-848D-FDDE7D9AE56B}" destId="{517EE4A4-A6C2-404F-9AB3-BB02C1CC83B2}" srcOrd="0" destOrd="0" parTransId="{F7EEF7B9-FA2A-46D0-9960-587B20B1FC54}" sibTransId="{DB442EBB-ADAA-465F-AB74-DA5751C8F443}"/>
    <dgm:cxn modelId="{2E2F88BB-DDA9-4503-A047-0E614DC6C32E}" type="presOf" srcId="{A3425729-EA47-4CB8-B92B-A347A4A21E5A}" destId="{E65E1AFF-ADD4-4763-B372-0233CE12491E}" srcOrd="0" destOrd="0" presId="urn:microsoft.com/office/officeart/2005/8/layout/matrix2"/>
    <dgm:cxn modelId="{8A84D2FF-B2AF-436E-8E98-903333A00CBD}" srcId="{D29FAEAA-F393-4D65-848D-FDDE7D9AE56B}" destId="{85D248CD-5F20-432D-A0C4-38DEBC75AED6}" srcOrd="1" destOrd="0" parTransId="{F96E7A25-1E71-439E-BA8B-97778FD6169E}" sibTransId="{77A35D25-00F4-4888-BC98-70351625FACF}"/>
    <dgm:cxn modelId="{47BF14DD-AF67-4976-B244-01B0C268035A}" type="presParOf" srcId="{426361B2-1EF2-4B73-BE35-4EBD48A9DF6F}" destId="{8728A436-A0EB-46B2-8284-C1CC6ABC8EE4}" srcOrd="0" destOrd="0" presId="urn:microsoft.com/office/officeart/2005/8/layout/matrix2"/>
    <dgm:cxn modelId="{1B2CA38E-01E6-4D7F-B2CD-8E4DA897ABC6}" type="presParOf" srcId="{426361B2-1EF2-4B73-BE35-4EBD48A9DF6F}" destId="{9590ECAD-2B6B-4E1E-9C90-10382608E6FA}" srcOrd="1" destOrd="0" presId="urn:microsoft.com/office/officeart/2005/8/layout/matrix2"/>
    <dgm:cxn modelId="{CB6857E7-A5BD-4591-8E53-1BEA6A28FC79}" type="presParOf" srcId="{426361B2-1EF2-4B73-BE35-4EBD48A9DF6F}" destId="{8847DD33-27B4-47D3-B483-7CB4CC82E94C}" srcOrd="2" destOrd="0" presId="urn:microsoft.com/office/officeart/2005/8/layout/matrix2"/>
    <dgm:cxn modelId="{4CBB3ABF-7CF4-4367-AE1E-E4F162A29F83}" type="presParOf" srcId="{426361B2-1EF2-4B73-BE35-4EBD48A9DF6F}" destId="{0F2B995A-F664-4A0F-873C-C1B35942B397}" srcOrd="3" destOrd="0" presId="urn:microsoft.com/office/officeart/2005/8/layout/matrix2"/>
    <dgm:cxn modelId="{70347345-F78D-456A-809F-3C0AC34F708E}" type="presParOf" srcId="{426361B2-1EF2-4B73-BE35-4EBD48A9DF6F}" destId="{E65E1AFF-ADD4-4763-B372-0233CE12491E}"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00558D-B6A9-4E8D-96DD-184D068E9009}"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EAF09DC7-7C49-48CE-8CD8-6CEACEA2C77D}">
      <dgm:prSet/>
      <dgm:spPr/>
      <dgm:t>
        <a:bodyPr/>
        <a:lstStyle/>
        <a:p>
          <a:r>
            <a:rPr lang="en-GB" b="1" i="0" dirty="0"/>
            <a:t>Increasing Participation</a:t>
          </a:r>
          <a:r>
            <a:rPr lang="en-GB" b="0" i="0" dirty="0"/>
            <a:t>: </a:t>
          </a:r>
          <a:endParaRPr lang="en-US" dirty="0"/>
        </a:p>
      </dgm:t>
    </dgm:pt>
    <dgm:pt modelId="{C0141307-D07B-4455-B98C-C0C9FDA394CD}" type="parTrans" cxnId="{6360EB7A-831D-4EDE-BC1C-83C1338EDDB6}">
      <dgm:prSet/>
      <dgm:spPr/>
      <dgm:t>
        <a:bodyPr/>
        <a:lstStyle/>
        <a:p>
          <a:endParaRPr lang="en-US"/>
        </a:p>
      </dgm:t>
    </dgm:pt>
    <dgm:pt modelId="{761B4031-4E88-4EFB-AB1D-77FF61413641}" type="sibTrans" cxnId="{6360EB7A-831D-4EDE-BC1C-83C1338EDDB6}">
      <dgm:prSet/>
      <dgm:spPr/>
      <dgm:t>
        <a:bodyPr/>
        <a:lstStyle/>
        <a:p>
          <a:endParaRPr lang="en-US"/>
        </a:p>
      </dgm:t>
    </dgm:pt>
    <dgm:pt modelId="{701C0449-A1EA-46CE-BA0E-6D39842E40BA}">
      <dgm:prSet/>
      <dgm:spPr/>
      <dgm:t>
        <a:bodyPr/>
        <a:lstStyle/>
        <a:p>
          <a:r>
            <a:rPr lang="en-GB" b="0" i="0" dirty="0"/>
            <a:t>Aim to raise the breast cancer screening rate to at least 65% by 2025.</a:t>
          </a:r>
          <a:endParaRPr lang="en-US" dirty="0"/>
        </a:p>
      </dgm:t>
    </dgm:pt>
    <dgm:pt modelId="{4291AFE0-F47D-4168-9D07-D54CFDED87A0}" type="parTrans" cxnId="{4DB0843D-714A-4950-966B-C5693C3C0845}">
      <dgm:prSet/>
      <dgm:spPr/>
      <dgm:t>
        <a:bodyPr/>
        <a:lstStyle/>
        <a:p>
          <a:endParaRPr lang="en-US"/>
        </a:p>
      </dgm:t>
    </dgm:pt>
    <dgm:pt modelId="{1552113C-A895-4077-94FA-B3A84FC7F065}" type="sibTrans" cxnId="{4DB0843D-714A-4950-966B-C5693C3C0845}">
      <dgm:prSet/>
      <dgm:spPr/>
      <dgm:t>
        <a:bodyPr/>
        <a:lstStyle/>
        <a:p>
          <a:endParaRPr lang="en-US"/>
        </a:p>
      </dgm:t>
    </dgm:pt>
    <dgm:pt modelId="{CAEA70B1-04FE-4B14-96DE-7EFFAF981078}">
      <dgm:prSet/>
      <dgm:spPr/>
      <dgm:t>
        <a:bodyPr/>
        <a:lstStyle/>
        <a:p>
          <a:r>
            <a:rPr lang="en-GB" b="1" i="0"/>
            <a:t>After Diagnosis</a:t>
          </a:r>
          <a:r>
            <a:rPr lang="en-GB" b="0" i="0"/>
            <a:t>: </a:t>
          </a:r>
          <a:endParaRPr lang="en-US"/>
        </a:p>
      </dgm:t>
    </dgm:pt>
    <dgm:pt modelId="{48262B67-F372-4088-811C-B44DD254BA8F}" type="parTrans" cxnId="{AD9320C0-2479-46FB-B623-2399B7EED371}">
      <dgm:prSet/>
      <dgm:spPr/>
      <dgm:t>
        <a:bodyPr/>
        <a:lstStyle/>
        <a:p>
          <a:endParaRPr lang="en-US"/>
        </a:p>
      </dgm:t>
    </dgm:pt>
    <dgm:pt modelId="{6F878B32-AFDB-4526-B49C-E519874CADC8}" type="sibTrans" cxnId="{AD9320C0-2479-46FB-B623-2399B7EED371}">
      <dgm:prSet/>
      <dgm:spPr/>
      <dgm:t>
        <a:bodyPr/>
        <a:lstStyle/>
        <a:p>
          <a:endParaRPr lang="en-US"/>
        </a:p>
      </dgm:t>
    </dgm:pt>
    <dgm:pt modelId="{D24AAE96-08C3-40E0-B0FD-5F1B6C39F2F7}">
      <dgm:prSet/>
      <dgm:spPr/>
      <dgm:t>
        <a:bodyPr/>
        <a:lstStyle/>
        <a:p>
          <a:r>
            <a:rPr lang="en-GB" b="0" i="0" dirty="0"/>
            <a:t>With improved diagnostic accuracy, ensure patients receive appropriate treatment or follow-ups while optimizing resource allocation across communities.</a:t>
          </a:r>
          <a:endParaRPr lang="en-US" dirty="0"/>
        </a:p>
      </dgm:t>
    </dgm:pt>
    <dgm:pt modelId="{586BB03C-0B89-4ECA-874B-1A0774870533}" type="parTrans" cxnId="{CFC2325F-33A1-4250-9E34-71B9B46FA361}">
      <dgm:prSet/>
      <dgm:spPr/>
      <dgm:t>
        <a:bodyPr/>
        <a:lstStyle/>
        <a:p>
          <a:endParaRPr lang="en-US"/>
        </a:p>
      </dgm:t>
    </dgm:pt>
    <dgm:pt modelId="{0389EB0E-E7EA-46E5-8D2D-06F702AE2F3E}" type="sibTrans" cxnId="{CFC2325F-33A1-4250-9E34-71B9B46FA361}">
      <dgm:prSet/>
      <dgm:spPr/>
      <dgm:t>
        <a:bodyPr/>
        <a:lstStyle/>
        <a:p>
          <a:endParaRPr lang="en-US"/>
        </a:p>
      </dgm:t>
    </dgm:pt>
    <dgm:pt modelId="{755AC4E8-2781-442C-A2E4-BF10B570E228}">
      <dgm:prSet/>
      <dgm:spPr/>
      <dgm:t>
        <a:bodyPr/>
        <a:lstStyle/>
        <a:p>
          <a:r>
            <a:rPr lang="en-GB" b="1" i="0" dirty="0"/>
            <a:t>Early Detection</a:t>
          </a:r>
          <a:r>
            <a:rPr lang="en-GB" b="0" i="0" dirty="0"/>
            <a:t>: </a:t>
          </a:r>
          <a:endParaRPr lang="en-US" dirty="0"/>
        </a:p>
      </dgm:t>
    </dgm:pt>
    <dgm:pt modelId="{8A99B0EC-79C2-4581-B22F-B50409CA2A94}" type="parTrans" cxnId="{1E2314B4-2819-4951-86B0-62F51D5C558C}">
      <dgm:prSet/>
      <dgm:spPr/>
      <dgm:t>
        <a:bodyPr/>
        <a:lstStyle/>
        <a:p>
          <a:endParaRPr lang="en-US"/>
        </a:p>
      </dgm:t>
    </dgm:pt>
    <dgm:pt modelId="{3F09B92E-7967-4468-954B-392FD236CC78}" type="sibTrans" cxnId="{1E2314B4-2819-4951-86B0-62F51D5C558C}">
      <dgm:prSet/>
      <dgm:spPr/>
      <dgm:t>
        <a:bodyPr/>
        <a:lstStyle/>
        <a:p>
          <a:endParaRPr lang="en-US"/>
        </a:p>
      </dgm:t>
    </dgm:pt>
    <dgm:pt modelId="{98A377BB-CC71-4408-9DD9-E560E4869626}">
      <dgm:prSet/>
      <dgm:spPr/>
      <dgm:t>
        <a:bodyPr/>
        <a:lstStyle/>
        <a:p>
          <a:r>
            <a:rPr lang="en-GB" b="0" i="0"/>
            <a:t>Enhanced screening programs and more accurate diagnoses contribute to early breast cancer detection, leading to better treatment outcomes and higher survival rates.</a:t>
          </a:r>
          <a:endParaRPr lang="en-US"/>
        </a:p>
      </dgm:t>
    </dgm:pt>
    <dgm:pt modelId="{0EDA9952-9A00-405D-96D0-A33C9A17DF13}" type="parTrans" cxnId="{8CFB4DA9-7938-42E0-B9F5-413DFED1FA4A}">
      <dgm:prSet/>
      <dgm:spPr/>
      <dgm:t>
        <a:bodyPr/>
        <a:lstStyle/>
        <a:p>
          <a:endParaRPr lang="en-US"/>
        </a:p>
      </dgm:t>
    </dgm:pt>
    <dgm:pt modelId="{EC1AA89C-C92F-454D-8C68-CE9661EDC2EA}" type="sibTrans" cxnId="{8CFB4DA9-7938-42E0-B9F5-413DFED1FA4A}">
      <dgm:prSet/>
      <dgm:spPr/>
      <dgm:t>
        <a:bodyPr/>
        <a:lstStyle/>
        <a:p>
          <a:endParaRPr lang="en-US"/>
        </a:p>
      </dgm:t>
    </dgm:pt>
    <dgm:pt modelId="{7D5933E3-F2E4-4AF6-BE0E-D423411479B9}" type="pres">
      <dgm:prSet presAssocID="{C500558D-B6A9-4E8D-96DD-184D068E9009}" presName="Name0" presStyleCnt="0">
        <dgm:presLayoutVars>
          <dgm:dir/>
          <dgm:animLvl val="lvl"/>
          <dgm:resizeHandles val="exact"/>
        </dgm:presLayoutVars>
      </dgm:prSet>
      <dgm:spPr/>
    </dgm:pt>
    <dgm:pt modelId="{308D8609-1738-4921-94EE-96D7444850D4}" type="pres">
      <dgm:prSet presAssocID="{EAF09DC7-7C49-48CE-8CD8-6CEACEA2C77D}" presName="composite" presStyleCnt="0"/>
      <dgm:spPr/>
    </dgm:pt>
    <dgm:pt modelId="{815A59B1-2696-4F22-B370-B62CFFFE11A1}" type="pres">
      <dgm:prSet presAssocID="{EAF09DC7-7C49-48CE-8CD8-6CEACEA2C77D}" presName="parTx" presStyleLbl="alignNode1" presStyleIdx="0" presStyleCnt="3">
        <dgm:presLayoutVars>
          <dgm:chMax val="0"/>
          <dgm:chPref val="0"/>
          <dgm:bulletEnabled val="1"/>
        </dgm:presLayoutVars>
      </dgm:prSet>
      <dgm:spPr/>
    </dgm:pt>
    <dgm:pt modelId="{0491BE29-9342-4665-AC9A-9CC96A469F37}" type="pres">
      <dgm:prSet presAssocID="{EAF09DC7-7C49-48CE-8CD8-6CEACEA2C77D}" presName="desTx" presStyleLbl="alignAccFollowNode1" presStyleIdx="0" presStyleCnt="3">
        <dgm:presLayoutVars>
          <dgm:bulletEnabled val="1"/>
        </dgm:presLayoutVars>
      </dgm:prSet>
      <dgm:spPr/>
    </dgm:pt>
    <dgm:pt modelId="{05A2C751-394E-49F8-B080-01F23EA8C368}" type="pres">
      <dgm:prSet presAssocID="{761B4031-4E88-4EFB-AB1D-77FF61413641}" presName="space" presStyleCnt="0"/>
      <dgm:spPr/>
    </dgm:pt>
    <dgm:pt modelId="{49DE3062-54A4-4A5F-BF1A-189FA0DF140C}" type="pres">
      <dgm:prSet presAssocID="{CAEA70B1-04FE-4B14-96DE-7EFFAF981078}" presName="composite" presStyleCnt="0"/>
      <dgm:spPr/>
    </dgm:pt>
    <dgm:pt modelId="{67921A83-31CA-4230-948A-E11EBAB1FF06}" type="pres">
      <dgm:prSet presAssocID="{CAEA70B1-04FE-4B14-96DE-7EFFAF981078}" presName="parTx" presStyleLbl="alignNode1" presStyleIdx="1" presStyleCnt="3">
        <dgm:presLayoutVars>
          <dgm:chMax val="0"/>
          <dgm:chPref val="0"/>
          <dgm:bulletEnabled val="1"/>
        </dgm:presLayoutVars>
      </dgm:prSet>
      <dgm:spPr/>
    </dgm:pt>
    <dgm:pt modelId="{5D0230A3-901F-4FAB-9EA3-81CDCAC7F153}" type="pres">
      <dgm:prSet presAssocID="{CAEA70B1-04FE-4B14-96DE-7EFFAF981078}" presName="desTx" presStyleLbl="alignAccFollowNode1" presStyleIdx="1" presStyleCnt="3">
        <dgm:presLayoutVars>
          <dgm:bulletEnabled val="1"/>
        </dgm:presLayoutVars>
      </dgm:prSet>
      <dgm:spPr/>
    </dgm:pt>
    <dgm:pt modelId="{57CBEE4C-C457-4C3A-9A27-B290CE89B3B0}" type="pres">
      <dgm:prSet presAssocID="{6F878B32-AFDB-4526-B49C-E519874CADC8}" presName="space" presStyleCnt="0"/>
      <dgm:spPr/>
    </dgm:pt>
    <dgm:pt modelId="{208C1442-8D42-4D57-BF93-B5FF8A1BC669}" type="pres">
      <dgm:prSet presAssocID="{755AC4E8-2781-442C-A2E4-BF10B570E228}" presName="composite" presStyleCnt="0"/>
      <dgm:spPr/>
    </dgm:pt>
    <dgm:pt modelId="{AF5A0CDE-E63F-45E5-8BE2-01EFA4359FB3}" type="pres">
      <dgm:prSet presAssocID="{755AC4E8-2781-442C-A2E4-BF10B570E228}" presName="parTx" presStyleLbl="alignNode1" presStyleIdx="2" presStyleCnt="3">
        <dgm:presLayoutVars>
          <dgm:chMax val="0"/>
          <dgm:chPref val="0"/>
          <dgm:bulletEnabled val="1"/>
        </dgm:presLayoutVars>
      </dgm:prSet>
      <dgm:spPr/>
    </dgm:pt>
    <dgm:pt modelId="{5E4511C5-4BFD-4CD5-A728-9F24967BCEE3}" type="pres">
      <dgm:prSet presAssocID="{755AC4E8-2781-442C-A2E4-BF10B570E228}" presName="desTx" presStyleLbl="alignAccFollowNode1" presStyleIdx="2" presStyleCnt="3">
        <dgm:presLayoutVars>
          <dgm:bulletEnabled val="1"/>
        </dgm:presLayoutVars>
      </dgm:prSet>
      <dgm:spPr/>
    </dgm:pt>
  </dgm:ptLst>
  <dgm:cxnLst>
    <dgm:cxn modelId="{147E4505-5821-4F3F-975B-22BFF61F52F6}" type="presOf" srcId="{701C0449-A1EA-46CE-BA0E-6D39842E40BA}" destId="{0491BE29-9342-4665-AC9A-9CC96A469F37}" srcOrd="0" destOrd="0" presId="urn:microsoft.com/office/officeart/2005/8/layout/hList1"/>
    <dgm:cxn modelId="{C578D111-F2F8-482D-BACC-C522CF2508B5}" type="presOf" srcId="{C500558D-B6A9-4E8D-96DD-184D068E9009}" destId="{7D5933E3-F2E4-4AF6-BE0E-D423411479B9}" srcOrd="0" destOrd="0" presId="urn:microsoft.com/office/officeart/2005/8/layout/hList1"/>
    <dgm:cxn modelId="{E230F912-9303-454E-9A85-94F0F1E96FB8}" type="presOf" srcId="{CAEA70B1-04FE-4B14-96DE-7EFFAF981078}" destId="{67921A83-31CA-4230-948A-E11EBAB1FF06}" srcOrd="0" destOrd="0" presId="urn:microsoft.com/office/officeart/2005/8/layout/hList1"/>
    <dgm:cxn modelId="{4DB0843D-714A-4950-966B-C5693C3C0845}" srcId="{EAF09DC7-7C49-48CE-8CD8-6CEACEA2C77D}" destId="{701C0449-A1EA-46CE-BA0E-6D39842E40BA}" srcOrd="0" destOrd="0" parTransId="{4291AFE0-F47D-4168-9D07-D54CFDED87A0}" sibTransId="{1552113C-A895-4077-94FA-B3A84FC7F065}"/>
    <dgm:cxn modelId="{CFC2325F-33A1-4250-9E34-71B9B46FA361}" srcId="{CAEA70B1-04FE-4B14-96DE-7EFFAF981078}" destId="{D24AAE96-08C3-40E0-B0FD-5F1B6C39F2F7}" srcOrd="0" destOrd="0" parTransId="{586BB03C-0B89-4ECA-874B-1A0774870533}" sibTransId="{0389EB0E-E7EA-46E5-8D2D-06F702AE2F3E}"/>
    <dgm:cxn modelId="{BCC29953-4B68-4A9A-89BC-79AE8368E8AC}" type="presOf" srcId="{98A377BB-CC71-4408-9DD9-E560E4869626}" destId="{5E4511C5-4BFD-4CD5-A728-9F24967BCEE3}" srcOrd="0" destOrd="0" presId="urn:microsoft.com/office/officeart/2005/8/layout/hList1"/>
    <dgm:cxn modelId="{6360EB7A-831D-4EDE-BC1C-83C1338EDDB6}" srcId="{C500558D-B6A9-4E8D-96DD-184D068E9009}" destId="{EAF09DC7-7C49-48CE-8CD8-6CEACEA2C77D}" srcOrd="0" destOrd="0" parTransId="{C0141307-D07B-4455-B98C-C0C9FDA394CD}" sibTransId="{761B4031-4E88-4EFB-AB1D-77FF61413641}"/>
    <dgm:cxn modelId="{8CFB4DA9-7938-42E0-B9F5-413DFED1FA4A}" srcId="{755AC4E8-2781-442C-A2E4-BF10B570E228}" destId="{98A377BB-CC71-4408-9DD9-E560E4869626}" srcOrd="0" destOrd="0" parTransId="{0EDA9952-9A00-405D-96D0-A33C9A17DF13}" sibTransId="{EC1AA89C-C92F-454D-8C68-CE9661EDC2EA}"/>
    <dgm:cxn modelId="{1E2314B4-2819-4951-86B0-62F51D5C558C}" srcId="{C500558D-B6A9-4E8D-96DD-184D068E9009}" destId="{755AC4E8-2781-442C-A2E4-BF10B570E228}" srcOrd="2" destOrd="0" parTransId="{8A99B0EC-79C2-4581-B22F-B50409CA2A94}" sibTransId="{3F09B92E-7967-4468-954B-392FD236CC78}"/>
    <dgm:cxn modelId="{AD9320C0-2479-46FB-B623-2399B7EED371}" srcId="{C500558D-B6A9-4E8D-96DD-184D068E9009}" destId="{CAEA70B1-04FE-4B14-96DE-7EFFAF981078}" srcOrd="1" destOrd="0" parTransId="{48262B67-F372-4088-811C-B44DD254BA8F}" sibTransId="{6F878B32-AFDB-4526-B49C-E519874CADC8}"/>
    <dgm:cxn modelId="{B459D6D9-44D3-41B1-933F-22E8687DB51A}" type="presOf" srcId="{EAF09DC7-7C49-48CE-8CD8-6CEACEA2C77D}" destId="{815A59B1-2696-4F22-B370-B62CFFFE11A1}" srcOrd="0" destOrd="0" presId="urn:microsoft.com/office/officeart/2005/8/layout/hList1"/>
    <dgm:cxn modelId="{A42879F7-A399-4249-A53C-51C41FCBA878}" type="presOf" srcId="{755AC4E8-2781-442C-A2E4-BF10B570E228}" destId="{AF5A0CDE-E63F-45E5-8BE2-01EFA4359FB3}" srcOrd="0" destOrd="0" presId="urn:microsoft.com/office/officeart/2005/8/layout/hList1"/>
    <dgm:cxn modelId="{CAD740FB-C812-4DBA-B8F0-C41452E4EFFE}" type="presOf" srcId="{D24AAE96-08C3-40E0-B0FD-5F1B6C39F2F7}" destId="{5D0230A3-901F-4FAB-9EA3-81CDCAC7F153}" srcOrd="0" destOrd="0" presId="urn:microsoft.com/office/officeart/2005/8/layout/hList1"/>
    <dgm:cxn modelId="{02C46B83-F2EF-45F8-A465-B2CFAAECE066}" type="presParOf" srcId="{7D5933E3-F2E4-4AF6-BE0E-D423411479B9}" destId="{308D8609-1738-4921-94EE-96D7444850D4}" srcOrd="0" destOrd="0" presId="urn:microsoft.com/office/officeart/2005/8/layout/hList1"/>
    <dgm:cxn modelId="{0C3975F8-8BF6-445C-9948-3D29BFA7EAA0}" type="presParOf" srcId="{308D8609-1738-4921-94EE-96D7444850D4}" destId="{815A59B1-2696-4F22-B370-B62CFFFE11A1}" srcOrd="0" destOrd="0" presId="urn:microsoft.com/office/officeart/2005/8/layout/hList1"/>
    <dgm:cxn modelId="{0D64BA16-DC33-4B96-802C-6F707AE53B9A}" type="presParOf" srcId="{308D8609-1738-4921-94EE-96D7444850D4}" destId="{0491BE29-9342-4665-AC9A-9CC96A469F37}" srcOrd="1" destOrd="0" presId="urn:microsoft.com/office/officeart/2005/8/layout/hList1"/>
    <dgm:cxn modelId="{25514153-25C5-4DC9-8CB5-E5490DEE3243}" type="presParOf" srcId="{7D5933E3-F2E4-4AF6-BE0E-D423411479B9}" destId="{05A2C751-394E-49F8-B080-01F23EA8C368}" srcOrd="1" destOrd="0" presId="urn:microsoft.com/office/officeart/2005/8/layout/hList1"/>
    <dgm:cxn modelId="{9AAAB32B-0D2C-4F22-87CB-972ACA3EE959}" type="presParOf" srcId="{7D5933E3-F2E4-4AF6-BE0E-D423411479B9}" destId="{49DE3062-54A4-4A5F-BF1A-189FA0DF140C}" srcOrd="2" destOrd="0" presId="urn:microsoft.com/office/officeart/2005/8/layout/hList1"/>
    <dgm:cxn modelId="{11E16303-FF09-4E97-829C-4D8AFC2504F9}" type="presParOf" srcId="{49DE3062-54A4-4A5F-BF1A-189FA0DF140C}" destId="{67921A83-31CA-4230-948A-E11EBAB1FF06}" srcOrd="0" destOrd="0" presId="urn:microsoft.com/office/officeart/2005/8/layout/hList1"/>
    <dgm:cxn modelId="{F06CC4D9-B1DF-43FC-8811-49B2CB76EE25}" type="presParOf" srcId="{49DE3062-54A4-4A5F-BF1A-189FA0DF140C}" destId="{5D0230A3-901F-4FAB-9EA3-81CDCAC7F153}" srcOrd="1" destOrd="0" presId="urn:microsoft.com/office/officeart/2005/8/layout/hList1"/>
    <dgm:cxn modelId="{3DEFF86F-5A28-43B7-BAED-D36B1A3CD9EE}" type="presParOf" srcId="{7D5933E3-F2E4-4AF6-BE0E-D423411479B9}" destId="{57CBEE4C-C457-4C3A-9A27-B290CE89B3B0}" srcOrd="3" destOrd="0" presId="urn:microsoft.com/office/officeart/2005/8/layout/hList1"/>
    <dgm:cxn modelId="{A525B9EA-36E5-46D3-B2C8-808575E663F9}" type="presParOf" srcId="{7D5933E3-F2E4-4AF6-BE0E-D423411479B9}" destId="{208C1442-8D42-4D57-BF93-B5FF8A1BC669}" srcOrd="4" destOrd="0" presId="urn:microsoft.com/office/officeart/2005/8/layout/hList1"/>
    <dgm:cxn modelId="{B3FCC818-61F9-4ACF-A928-542F4A8F48E5}" type="presParOf" srcId="{208C1442-8D42-4D57-BF93-B5FF8A1BC669}" destId="{AF5A0CDE-E63F-45E5-8BE2-01EFA4359FB3}" srcOrd="0" destOrd="0" presId="urn:microsoft.com/office/officeart/2005/8/layout/hList1"/>
    <dgm:cxn modelId="{09AA1D13-86B9-4368-9A68-8557F4DDC556}" type="presParOf" srcId="{208C1442-8D42-4D57-BF93-B5FF8A1BC669}" destId="{5E4511C5-4BFD-4CD5-A728-9F24967BCEE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0656F0-61FA-4DF1-91AE-2406F8C2162F}" type="doc">
      <dgm:prSet loTypeId="urn:microsoft.com/office/officeart/2005/8/layout/hierarchy2" loCatId="hierarchy" qsTypeId="urn:microsoft.com/office/officeart/2005/8/quickstyle/simple1" qsCatId="simple" csTypeId="urn:microsoft.com/office/officeart/2005/8/colors/accent1_2" csCatId="accent1"/>
      <dgm:spPr/>
      <dgm:t>
        <a:bodyPr/>
        <a:lstStyle/>
        <a:p>
          <a:endParaRPr lang="en-US"/>
        </a:p>
      </dgm:t>
    </dgm:pt>
    <dgm:pt modelId="{0CB51118-CC7E-4B91-8327-94436F973610}">
      <dgm:prSet/>
      <dgm:spPr/>
      <dgm:t>
        <a:bodyPr/>
        <a:lstStyle/>
        <a:p>
          <a:r>
            <a:rPr lang="en-GB" b="1" dirty="0"/>
            <a:t>Model Training - using training data to fit the model by adjusting parameters.</a:t>
          </a:r>
          <a:endParaRPr lang="en-US" dirty="0"/>
        </a:p>
      </dgm:t>
    </dgm:pt>
    <dgm:pt modelId="{0C37AC8D-090B-46DA-A8C1-AA0FCAFD7CCC}" type="parTrans" cxnId="{6796D929-D958-4C4A-A880-328DD512A469}">
      <dgm:prSet/>
      <dgm:spPr/>
      <dgm:t>
        <a:bodyPr/>
        <a:lstStyle/>
        <a:p>
          <a:endParaRPr lang="en-US"/>
        </a:p>
      </dgm:t>
    </dgm:pt>
    <dgm:pt modelId="{F26E09B3-EEE0-4BE0-8C9C-53F9C2B27CBA}" type="sibTrans" cxnId="{6796D929-D958-4C4A-A880-328DD512A469}">
      <dgm:prSet/>
      <dgm:spPr/>
      <dgm:t>
        <a:bodyPr/>
        <a:lstStyle/>
        <a:p>
          <a:endParaRPr lang="en-US"/>
        </a:p>
      </dgm:t>
    </dgm:pt>
    <dgm:pt modelId="{924789D1-067D-44CE-9604-3613E512AE39}">
      <dgm:prSet/>
      <dgm:spPr/>
      <dgm:t>
        <a:bodyPr/>
        <a:lstStyle/>
        <a:p>
          <a:r>
            <a:rPr lang="en-GB" b="1" dirty="0"/>
            <a:t>Hyperparameter Tunning – Optimizing model settings to improve performance.</a:t>
          </a:r>
          <a:endParaRPr lang="en-US" dirty="0"/>
        </a:p>
      </dgm:t>
    </dgm:pt>
    <dgm:pt modelId="{5243772F-BB53-4476-8E69-3FE90BA7721E}" type="parTrans" cxnId="{7E4F92D6-22B9-43E3-9D44-BD8AAC54CB3C}">
      <dgm:prSet/>
      <dgm:spPr/>
      <dgm:t>
        <a:bodyPr/>
        <a:lstStyle/>
        <a:p>
          <a:endParaRPr lang="en-US"/>
        </a:p>
      </dgm:t>
    </dgm:pt>
    <dgm:pt modelId="{5FE7EA65-0616-40C1-831D-B957F6E0CBBA}" type="sibTrans" cxnId="{7E4F92D6-22B9-43E3-9D44-BD8AAC54CB3C}">
      <dgm:prSet/>
      <dgm:spPr/>
      <dgm:t>
        <a:bodyPr/>
        <a:lstStyle/>
        <a:p>
          <a:endParaRPr lang="en-US"/>
        </a:p>
      </dgm:t>
    </dgm:pt>
    <dgm:pt modelId="{B5291995-560D-4EEB-A8C5-A6D8C1966164}">
      <dgm:prSet/>
      <dgm:spPr/>
      <dgm:t>
        <a:bodyPr/>
        <a:lstStyle/>
        <a:p>
          <a:r>
            <a:rPr lang="en-GB" b="1"/>
            <a:t>Testing (model Evaluation) – assessing the trained model on a separate test dataset  </a:t>
          </a:r>
          <a:endParaRPr lang="en-US"/>
        </a:p>
      </dgm:t>
    </dgm:pt>
    <dgm:pt modelId="{4088D164-FA77-4080-AD01-DEB7FF2EC2BA}" type="parTrans" cxnId="{A92CCB67-DEB9-479C-8240-939AD309D1C0}">
      <dgm:prSet/>
      <dgm:spPr/>
      <dgm:t>
        <a:bodyPr/>
        <a:lstStyle/>
        <a:p>
          <a:endParaRPr lang="en-US"/>
        </a:p>
      </dgm:t>
    </dgm:pt>
    <dgm:pt modelId="{99FDC40F-60F3-4DEC-8F8F-B52CD8F05AD8}" type="sibTrans" cxnId="{A92CCB67-DEB9-479C-8240-939AD309D1C0}">
      <dgm:prSet/>
      <dgm:spPr/>
      <dgm:t>
        <a:bodyPr/>
        <a:lstStyle/>
        <a:p>
          <a:endParaRPr lang="en-US"/>
        </a:p>
      </dgm:t>
    </dgm:pt>
    <dgm:pt modelId="{7A163B91-721A-47F4-9847-1517E685BA78}">
      <dgm:prSet/>
      <dgm:spPr/>
      <dgm:t>
        <a:bodyPr/>
        <a:lstStyle/>
        <a:p>
          <a:r>
            <a:rPr lang="en-GB" b="1"/>
            <a:t>Compare model performances across specific metric in  </a:t>
          </a:r>
          <a:r>
            <a:rPr lang="en-US" b="1"/>
            <a:t>Accuracy, Precision, Recall, and F1-Scor.</a:t>
          </a:r>
          <a:endParaRPr lang="en-US"/>
        </a:p>
      </dgm:t>
    </dgm:pt>
    <dgm:pt modelId="{2D7A8A60-C1E4-4814-94A0-B6F8BD120EEA}" type="parTrans" cxnId="{22609504-7E25-4451-BB9E-E99E064F84BC}">
      <dgm:prSet/>
      <dgm:spPr/>
      <dgm:t>
        <a:bodyPr/>
        <a:lstStyle/>
        <a:p>
          <a:endParaRPr lang="en-US"/>
        </a:p>
      </dgm:t>
    </dgm:pt>
    <dgm:pt modelId="{2C451B26-02D2-469C-9A09-2ABDB7B2CAEF}" type="sibTrans" cxnId="{22609504-7E25-4451-BB9E-E99E064F84BC}">
      <dgm:prSet/>
      <dgm:spPr/>
      <dgm:t>
        <a:bodyPr/>
        <a:lstStyle/>
        <a:p>
          <a:endParaRPr lang="en-US"/>
        </a:p>
      </dgm:t>
    </dgm:pt>
    <dgm:pt modelId="{283B1486-58A1-4289-8375-BC42383BE559}">
      <dgm:prSet/>
      <dgm:spPr/>
      <dgm:t>
        <a:bodyPr/>
        <a:lstStyle/>
        <a:p>
          <a:r>
            <a:rPr lang="en-GB" b="1"/>
            <a:t>Highlight strengths and weaknesses of various models for better decision-making.</a:t>
          </a:r>
          <a:endParaRPr lang="en-US"/>
        </a:p>
      </dgm:t>
    </dgm:pt>
    <dgm:pt modelId="{8841EB5B-49A5-4282-815B-1A92C24F67F4}" type="parTrans" cxnId="{3B40D42C-F4D8-4FF9-96E7-5F071264CFD5}">
      <dgm:prSet/>
      <dgm:spPr/>
      <dgm:t>
        <a:bodyPr/>
        <a:lstStyle/>
        <a:p>
          <a:endParaRPr lang="en-US"/>
        </a:p>
      </dgm:t>
    </dgm:pt>
    <dgm:pt modelId="{BA54848D-544D-4853-A147-F5143BC16BE0}" type="sibTrans" cxnId="{3B40D42C-F4D8-4FF9-96E7-5F071264CFD5}">
      <dgm:prSet/>
      <dgm:spPr/>
      <dgm:t>
        <a:bodyPr/>
        <a:lstStyle/>
        <a:p>
          <a:endParaRPr lang="en-US"/>
        </a:p>
      </dgm:t>
    </dgm:pt>
    <dgm:pt modelId="{AA248321-3DDD-47F7-9E95-EECAD10C1B3B}">
      <dgm:prSet/>
      <dgm:spPr/>
      <dgm:t>
        <a:bodyPr/>
        <a:lstStyle/>
        <a:p>
          <a:r>
            <a:rPr lang="en-GB" b="1" dirty="0"/>
            <a:t>Identifying the best model .</a:t>
          </a:r>
          <a:endParaRPr lang="en-US" dirty="0"/>
        </a:p>
      </dgm:t>
    </dgm:pt>
    <dgm:pt modelId="{1AD4A1D0-CB31-4B62-A5C0-2DD70655043B}" type="parTrans" cxnId="{562CF858-8237-4EA1-B473-C94C7B773DA0}">
      <dgm:prSet/>
      <dgm:spPr/>
      <dgm:t>
        <a:bodyPr/>
        <a:lstStyle/>
        <a:p>
          <a:endParaRPr lang="en-US"/>
        </a:p>
      </dgm:t>
    </dgm:pt>
    <dgm:pt modelId="{4704D91B-41E1-4439-B08F-85AAA4CAB911}" type="sibTrans" cxnId="{562CF858-8237-4EA1-B473-C94C7B773DA0}">
      <dgm:prSet/>
      <dgm:spPr/>
      <dgm:t>
        <a:bodyPr/>
        <a:lstStyle/>
        <a:p>
          <a:endParaRPr lang="en-US"/>
        </a:p>
      </dgm:t>
    </dgm:pt>
    <dgm:pt modelId="{72C80DD5-96B1-42ED-8BA0-707CEB28CD5A}" type="pres">
      <dgm:prSet presAssocID="{550656F0-61FA-4DF1-91AE-2406F8C2162F}" presName="diagram" presStyleCnt="0">
        <dgm:presLayoutVars>
          <dgm:chPref val="1"/>
          <dgm:dir/>
          <dgm:animOne val="branch"/>
          <dgm:animLvl val="lvl"/>
          <dgm:resizeHandles val="exact"/>
        </dgm:presLayoutVars>
      </dgm:prSet>
      <dgm:spPr/>
    </dgm:pt>
    <dgm:pt modelId="{CA2B3183-5CB5-4607-B957-32CE09B5947D}" type="pres">
      <dgm:prSet presAssocID="{0CB51118-CC7E-4B91-8327-94436F973610}" presName="root1" presStyleCnt="0"/>
      <dgm:spPr/>
    </dgm:pt>
    <dgm:pt modelId="{40C415EF-C13C-49FA-A341-A5B1D0D34924}" type="pres">
      <dgm:prSet presAssocID="{0CB51118-CC7E-4B91-8327-94436F973610}" presName="LevelOneTextNode" presStyleLbl="node0" presStyleIdx="0" presStyleCnt="3">
        <dgm:presLayoutVars>
          <dgm:chPref val="3"/>
        </dgm:presLayoutVars>
      </dgm:prSet>
      <dgm:spPr/>
    </dgm:pt>
    <dgm:pt modelId="{57E43DEE-BA03-468F-A335-69BD5B560EA7}" type="pres">
      <dgm:prSet presAssocID="{0CB51118-CC7E-4B91-8327-94436F973610}" presName="level2hierChild" presStyleCnt="0"/>
      <dgm:spPr/>
    </dgm:pt>
    <dgm:pt modelId="{00F2200B-D5D6-4095-83A9-6D106F631E2B}" type="pres">
      <dgm:prSet presAssocID="{924789D1-067D-44CE-9604-3613E512AE39}" presName="root1" presStyleCnt="0"/>
      <dgm:spPr/>
    </dgm:pt>
    <dgm:pt modelId="{7EE486F8-A3AD-4DB2-BD2E-FCA10CB00BC0}" type="pres">
      <dgm:prSet presAssocID="{924789D1-067D-44CE-9604-3613E512AE39}" presName="LevelOneTextNode" presStyleLbl="node0" presStyleIdx="1" presStyleCnt="3">
        <dgm:presLayoutVars>
          <dgm:chPref val="3"/>
        </dgm:presLayoutVars>
      </dgm:prSet>
      <dgm:spPr/>
    </dgm:pt>
    <dgm:pt modelId="{EE5FD6DB-944A-482D-B695-C412FC58E2B6}" type="pres">
      <dgm:prSet presAssocID="{924789D1-067D-44CE-9604-3613E512AE39}" presName="level2hierChild" presStyleCnt="0"/>
      <dgm:spPr/>
    </dgm:pt>
    <dgm:pt modelId="{29DCA98F-6C17-420F-9931-074F4A6E655B}" type="pres">
      <dgm:prSet presAssocID="{B5291995-560D-4EEB-A8C5-A6D8C1966164}" presName="root1" presStyleCnt="0"/>
      <dgm:spPr/>
    </dgm:pt>
    <dgm:pt modelId="{CDF375D0-9037-4EF0-AFCC-97A50F844B53}" type="pres">
      <dgm:prSet presAssocID="{B5291995-560D-4EEB-A8C5-A6D8C1966164}" presName="LevelOneTextNode" presStyleLbl="node0" presStyleIdx="2" presStyleCnt="3">
        <dgm:presLayoutVars>
          <dgm:chPref val="3"/>
        </dgm:presLayoutVars>
      </dgm:prSet>
      <dgm:spPr/>
    </dgm:pt>
    <dgm:pt modelId="{B2A48FB0-F2B0-47C1-9E95-B0A4F4F5E39E}" type="pres">
      <dgm:prSet presAssocID="{B5291995-560D-4EEB-A8C5-A6D8C1966164}" presName="level2hierChild" presStyleCnt="0"/>
      <dgm:spPr/>
    </dgm:pt>
    <dgm:pt modelId="{EF40452A-D1ED-4981-BD19-4386DDBCDA43}" type="pres">
      <dgm:prSet presAssocID="{2D7A8A60-C1E4-4814-94A0-B6F8BD120EEA}" presName="conn2-1" presStyleLbl="parChTrans1D2" presStyleIdx="0" presStyleCnt="3"/>
      <dgm:spPr/>
    </dgm:pt>
    <dgm:pt modelId="{39EFAC73-7816-4878-AB3B-11081DD71668}" type="pres">
      <dgm:prSet presAssocID="{2D7A8A60-C1E4-4814-94A0-B6F8BD120EEA}" presName="connTx" presStyleLbl="parChTrans1D2" presStyleIdx="0" presStyleCnt="3"/>
      <dgm:spPr/>
    </dgm:pt>
    <dgm:pt modelId="{21B8B850-A784-47A8-A7C1-F18EFBA9D239}" type="pres">
      <dgm:prSet presAssocID="{7A163B91-721A-47F4-9847-1517E685BA78}" presName="root2" presStyleCnt="0"/>
      <dgm:spPr/>
    </dgm:pt>
    <dgm:pt modelId="{A5B828B9-F1D9-47B3-B626-FFC58332DB0A}" type="pres">
      <dgm:prSet presAssocID="{7A163B91-721A-47F4-9847-1517E685BA78}" presName="LevelTwoTextNode" presStyleLbl="node2" presStyleIdx="0" presStyleCnt="3">
        <dgm:presLayoutVars>
          <dgm:chPref val="3"/>
        </dgm:presLayoutVars>
      </dgm:prSet>
      <dgm:spPr/>
    </dgm:pt>
    <dgm:pt modelId="{C0536C53-BEBA-49B6-9B4B-1B38A0B5BA6C}" type="pres">
      <dgm:prSet presAssocID="{7A163B91-721A-47F4-9847-1517E685BA78}" presName="level3hierChild" presStyleCnt="0"/>
      <dgm:spPr/>
    </dgm:pt>
    <dgm:pt modelId="{41A112E3-226E-452D-BFD5-75DDD127AC6E}" type="pres">
      <dgm:prSet presAssocID="{8841EB5B-49A5-4282-815B-1A92C24F67F4}" presName="conn2-1" presStyleLbl="parChTrans1D2" presStyleIdx="1" presStyleCnt="3"/>
      <dgm:spPr/>
    </dgm:pt>
    <dgm:pt modelId="{2910D296-D478-44C3-87FE-0B4217FAD938}" type="pres">
      <dgm:prSet presAssocID="{8841EB5B-49A5-4282-815B-1A92C24F67F4}" presName="connTx" presStyleLbl="parChTrans1D2" presStyleIdx="1" presStyleCnt="3"/>
      <dgm:spPr/>
    </dgm:pt>
    <dgm:pt modelId="{BE548EDA-4219-45E5-98C9-1A4D2C30A18D}" type="pres">
      <dgm:prSet presAssocID="{283B1486-58A1-4289-8375-BC42383BE559}" presName="root2" presStyleCnt="0"/>
      <dgm:spPr/>
    </dgm:pt>
    <dgm:pt modelId="{E64B7AEE-631A-4A79-8256-6E4758DDE06F}" type="pres">
      <dgm:prSet presAssocID="{283B1486-58A1-4289-8375-BC42383BE559}" presName="LevelTwoTextNode" presStyleLbl="node2" presStyleIdx="1" presStyleCnt="3">
        <dgm:presLayoutVars>
          <dgm:chPref val="3"/>
        </dgm:presLayoutVars>
      </dgm:prSet>
      <dgm:spPr/>
    </dgm:pt>
    <dgm:pt modelId="{42BDA905-D84F-4D60-8D8E-EF9FB57174B0}" type="pres">
      <dgm:prSet presAssocID="{283B1486-58A1-4289-8375-BC42383BE559}" presName="level3hierChild" presStyleCnt="0"/>
      <dgm:spPr/>
    </dgm:pt>
    <dgm:pt modelId="{3074DADE-D1F1-47E6-B7D1-20FE617E6E7F}" type="pres">
      <dgm:prSet presAssocID="{1AD4A1D0-CB31-4B62-A5C0-2DD70655043B}" presName="conn2-1" presStyleLbl="parChTrans1D2" presStyleIdx="2" presStyleCnt="3"/>
      <dgm:spPr/>
    </dgm:pt>
    <dgm:pt modelId="{46E0F13A-FAED-49B4-9B21-EF2B93084F15}" type="pres">
      <dgm:prSet presAssocID="{1AD4A1D0-CB31-4B62-A5C0-2DD70655043B}" presName="connTx" presStyleLbl="parChTrans1D2" presStyleIdx="2" presStyleCnt="3"/>
      <dgm:spPr/>
    </dgm:pt>
    <dgm:pt modelId="{911B4853-5C62-4BC0-AA41-548B414DC664}" type="pres">
      <dgm:prSet presAssocID="{AA248321-3DDD-47F7-9E95-EECAD10C1B3B}" presName="root2" presStyleCnt="0"/>
      <dgm:spPr/>
    </dgm:pt>
    <dgm:pt modelId="{C0C6D754-98F4-4A92-90DC-C852B523FD38}" type="pres">
      <dgm:prSet presAssocID="{AA248321-3DDD-47F7-9E95-EECAD10C1B3B}" presName="LevelTwoTextNode" presStyleLbl="node2" presStyleIdx="2" presStyleCnt="3">
        <dgm:presLayoutVars>
          <dgm:chPref val="3"/>
        </dgm:presLayoutVars>
      </dgm:prSet>
      <dgm:spPr/>
    </dgm:pt>
    <dgm:pt modelId="{CFC8BA61-993D-44FD-97B5-A5E4F5792469}" type="pres">
      <dgm:prSet presAssocID="{AA248321-3DDD-47F7-9E95-EECAD10C1B3B}" presName="level3hierChild" presStyleCnt="0"/>
      <dgm:spPr/>
    </dgm:pt>
  </dgm:ptLst>
  <dgm:cxnLst>
    <dgm:cxn modelId="{22609504-7E25-4451-BB9E-E99E064F84BC}" srcId="{B5291995-560D-4EEB-A8C5-A6D8C1966164}" destId="{7A163B91-721A-47F4-9847-1517E685BA78}" srcOrd="0" destOrd="0" parTransId="{2D7A8A60-C1E4-4814-94A0-B6F8BD120EEA}" sibTransId="{2C451B26-02D2-469C-9A09-2ABDB7B2CAEF}"/>
    <dgm:cxn modelId="{6796D929-D958-4C4A-A880-328DD512A469}" srcId="{550656F0-61FA-4DF1-91AE-2406F8C2162F}" destId="{0CB51118-CC7E-4B91-8327-94436F973610}" srcOrd="0" destOrd="0" parTransId="{0C37AC8D-090B-46DA-A8C1-AA0FCAFD7CCC}" sibTransId="{F26E09B3-EEE0-4BE0-8C9C-53F9C2B27CBA}"/>
    <dgm:cxn modelId="{3B40D42C-F4D8-4FF9-96E7-5F071264CFD5}" srcId="{B5291995-560D-4EEB-A8C5-A6D8C1966164}" destId="{283B1486-58A1-4289-8375-BC42383BE559}" srcOrd="1" destOrd="0" parTransId="{8841EB5B-49A5-4282-815B-1A92C24F67F4}" sibTransId="{BA54848D-544D-4853-A147-F5143BC16BE0}"/>
    <dgm:cxn modelId="{618BE33E-4427-4F32-88D1-C5B08998FE29}" type="presOf" srcId="{B5291995-560D-4EEB-A8C5-A6D8C1966164}" destId="{CDF375D0-9037-4EF0-AFCC-97A50F844B53}" srcOrd="0" destOrd="0" presId="urn:microsoft.com/office/officeart/2005/8/layout/hierarchy2"/>
    <dgm:cxn modelId="{96D89D44-0322-405A-AF40-86963D4E0AA8}" type="presOf" srcId="{1AD4A1D0-CB31-4B62-A5C0-2DD70655043B}" destId="{46E0F13A-FAED-49B4-9B21-EF2B93084F15}" srcOrd="1" destOrd="0" presId="urn:microsoft.com/office/officeart/2005/8/layout/hierarchy2"/>
    <dgm:cxn modelId="{3FE98847-5025-47CF-B38D-F62D8517AC9C}" type="presOf" srcId="{283B1486-58A1-4289-8375-BC42383BE559}" destId="{E64B7AEE-631A-4A79-8256-6E4758DDE06F}" srcOrd="0" destOrd="0" presId="urn:microsoft.com/office/officeart/2005/8/layout/hierarchy2"/>
    <dgm:cxn modelId="{A92CCB67-DEB9-479C-8240-939AD309D1C0}" srcId="{550656F0-61FA-4DF1-91AE-2406F8C2162F}" destId="{B5291995-560D-4EEB-A8C5-A6D8C1966164}" srcOrd="2" destOrd="0" parTransId="{4088D164-FA77-4080-AD01-DEB7FF2EC2BA}" sibTransId="{99FDC40F-60F3-4DEC-8F8F-B52CD8F05AD8}"/>
    <dgm:cxn modelId="{24E8AD6C-F5DE-4B77-8FC7-6C46DA9F2787}" type="presOf" srcId="{8841EB5B-49A5-4282-815B-1A92C24F67F4}" destId="{41A112E3-226E-452D-BFD5-75DDD127AC6E}" srcOrd="0" destOrd="0" presId="urn:microsoft.com/office/officeart/2005/8/layout/hierarchy2"/>
    <dgm:cxn modelId="{8B415F58-D03B-4B92-8C20-817E3279F33A}" type="presOf" srcId="{AA248321-3DDD-47F7-9E95-EECAD10C1B3B}" destId="{C0C6D754-98F4-4A92-90DC-C852B523FD38}" srcOrd="0" destOrd="0" presId="urn:microsoft.com/office/officeart/2005/8/layout/hierarchy2"/>
    <dgm:cxn modelId="{562CF858-8237-4EA1-B473-C94C7B773DA0}" srcId="{B5291995-560D-4EEB-A8C5-A6D8C1966164}" destId="{AA248321-3DDD-47F7-9E95-EECAD10C1B3B}" srcOrd="2" destOrd="0" parTransId="{1AD4A1D0-CB31-4B62-A5C0-2DD70655043B}" sibTransId="{4704D91B-41E1-4439-B08F-85AAA4CAB911}"/>
    <dgm:cxn modelId="{98314579-BFBD-4057-933E-6B72CF3CD91F}" type="presOf" srcId="{8841EB5B-49A5-4282-815B-1A92C24F67F4}" destId="{2910D296-D478-44C3-87FE-0B4217FAD938}" srcOrd="1" destOrd="0" presId="urn:microsoft.com/office/officeart/2005/8/layout/hierarchy2"/>
    <dgm:cxn modelId="{5863C77D-D231-4CA4-A304-827373F3687B}" type="presOf" srcId="{550656F0-61FA-4DF1-91AE-2406F8C2162F}" destId="{72C80DD5-96B1-42ED-8BA0-707CEB28CD5A}" srcOrd="0" destOrd="0" presId="urn:microsoft.com/office/officeart/2005/8/layout/hierarchy2"/>
    <dgm:cxn modelId="{BA76A393-FF91-4702-82C4-B876F4DA6207}" type="presOf" srcId="{1AD4A1D0-CB31-4B62-A5C0-2DD70655043B}" destId="{3074DADE-D1F1-47E6-B7D1-20FE617E6E7F}" srcOrd="0" destOrd="0" presId="urn:microsoft.com/office/officeart/2005/8/layout/hierarchy2"/>
    <dgm:cxn modelId="{059BB398-607A-415A-B59A-D1E02972F455}" type="presOf" srcId="{2D7A8A60-C1E4-4814-94A0-B6F8BD120EEA}" destId="{39EFAC73-7816-4878-AB3B-11081DD71668}" srcOrd="1" destOrd="0" presId="urn:microsoft.com/office/officeart/2005/8/layout/hierarchy2"/>
    <dgm:cxn modelId="{84B236B2-8E33-438A-89D1-1E3D9E903CB8}" type="presOf" srcId="{2D7A8A60-C1E4-4814-94A0-B6F8BD120EEA}" destId="{EF40452A-D1ED-4981-BD19-4386DDBCDA43}" srcOrd="0" destOrd="0" presId="urn:microsoft.com/office/officeart/2005/8/layout/hierarchy2"/>
    <dgm:cxn modelId="{D465D3BF-E52A-40F4-A6A7-FFEF311C7148}" type="presOf" srcId="{924789D1-067D-44CE-9604-3613E512AE39}" destId="{7EE486F8-A3AD-4DB2-BD2E-FCA10CB00BC0}" srcOrd="0" destOrd="0" presId="urn:microsoft.com/office/officeart/2005/8/layout/hierarchy2"/>
    <dgm:cxn modelId="{32EA98C4-7DB7-4268-9369-DFA56BF4FDE6}" type="presOf" srcId="{0CB51118-CC7E-4B91-8327-94436F973610}" destId="{40C415EF-C13C-49FA-A341-A5B1D0D34924}" srcOrd="0" destOrd="0" presId="urn:microsoft.com/office/officeart/2005/8/layout/hierarchy2"/>
    <dgm:cxn modelId="{7E4F92D6-22B9-43E3-9D44-BD8AAC54CB3C}" srcId="{550656F0-61FA-4DF1-91AE-2406F8C2162F}" destId="{924789D1-067D-44CE-9604-3613E512AE39}" srcOrd="1" destOrd="0" parTransId="{5243772F-BB53-4476-8E69-3FE90BA7721E}" sibTransId="{5FE7EA65-0616-40C1-831D-B957F6E0CBBA}"/>
    <dgm:cxn modelId="{2785AED9-9FF9-4AFD-ABBE-E111B9AB8A34}" type="presOf" srcId="{7A163B91-721A-47F4-9847-1517E685BA78}" destId="{A5B828B9-F1D9-47B3-B626-FFC58332DB0A}" srcOrd="0" destOrd="0" presId="urn:microsoft.com/office/officeart/2005/8/layout/hierarchy2"/>
    <dgm:cxn modelId="{3D05D320-248B-4E4B-8C1E-0FF13617BB2E}" type="presParOf" srcId="{72C80DD5-96B1-42ED-8BA0-707CEB28CD5A}" destId="{CA2B3183-5CB5-4607-B957-32CE09B5947D}" srcOrd="0" destOrd="0" presId="urn:microsoft.com/office/officeart/2005/8/layout/hierarchy2"/>
    <dgm:cxn modelId="{A72A689F-4D69-487B-B6F8-50122C954FDE}" type="presParOf" srcId="{CA2B3183-5CB5-4607-B957-32CE09B5947D}" destId="{40C415EF-C13C-49FA-A341-A5B1D0D34924}" srcOrd="0" destOrd="0" presId="urn:microsoft.com/office/officeart/2005/8/layout/hierarchy2"/>
    <dgm:cxn modelId="{FBC196BE-4605-478A-BBAF-0D426ED22FEA}" type="presParOf" srcId="{CA2B3183-5CB5-4607-B957-32CE09B5947D}" destId="{57E43DEE-BA03-468F-A335-69BD5B560EA7}" srcOrd="1" destOrd="0" presId="urn:microsoft.com/office/officeart/2005/8/layout/hierarchy2"/>
    <dgm:cxn modelId="{A16A064E-0F4D-4664-A073-262C33C2AC16}" type="presParOf" srcId="{72C80DD5-96B1-42ED-8BA0-707CEB28CD5A}" destId="{00F2200B-D5D6-4095-83A9-6D106F631E2B}" srcOrd="1" destOrd="0" presId="urn:microsoft.com/office/officeart/2005/8/layout/hierarchy2"/>
    <dgm:cxn modelId="{9B73777B-C420-4DFD-B79A-8976F1B26679}" type="presParOf" srcId="{00F2200B-D5D6-4095-83A9-6D106F631E2B}" destId="{7EE486F8-A3AD-4DB2-BD2E-FCA10CB00BC0}" srcOrd="0" destOrd="0" presId="urn:microsoft.com/office/officeart/2005/8/layout/hierarchy2"/>
    <dgm:cxn modelId="{3DC05C70-1677-4376-A8CC-E94C029F3405}" type="presParOf" srcId="{00F2200B-D5D6-4095-83A9-6D106F631E2B}" destId="{EE5FD6DB-944A-482D-B695-C412FC58E2B6}" srcOrd="1" destOrd="0" presId="urn:microsoft.com/office/officeart/2005/8/layout/hierarchy2"/>
    <dgm:cxn modelId="{A74BA3EC-6F96-41A7-84AC-2B93F9FEC24E}" type="presParOf" srcId="{72C80DD5-96B1-42ED-8BA0-707CEB28CD5A}" destId="{29DCA98F-6C17-420F-9931-074F4A6E655B}" srcOrd="2" destOrd="0" presId="urn:microsoft.com/office/officeart/2005/8/layout/hierarchy2"/>
    <dgm:cxn modelId="{D9F0C1B1-4E6C-48BF-AEC8-08F98FC72263}" type="presParOf" srcId="{29DCA98F-6C17-420F-9931-074F4A6E655B}" destId="{CDF375D0-9037-4EF0-AFCC-97A50F844B53}" srcOrd="0" destOrd="0" presId="urn:microsoft.com/office/officeart/2005/8/layout/hierarchy2"/>
    <dgm:cxn modelId="{BE96BACA-0DCD-4AEB-8170-8057586D7C43}" type="presParOf" srcId="{29DCA98F-6C17-420F-9931-074F4A6E655B}" destId="{B2A48FB0-F2B0-47C1-9E95-B0A4F4F5E39E}" srcOrd="1" destOrd="0" presId="urn:microsoft.com/office/officeart/2005/8/layout/hierarchy2"/>
    <dgm:cxn modelId="{6554FA85-2689-409C-8981-113D74364D69}" type="presParOf" srcId="{B2A48FB0-F2B0-47C1-9E95-B0A4F4F5E39E}" destId="{EF40452A-D1ED-4981-BD19-4386DDBCDA43}" srcOrd="0" destOrd="0" presId="urn:microsoft.com/office/officeart/2005/8/layout/hierarchy2"/>
    <dgm:cxn modelId="{F45EAB0C-40AE-4ECC-92C7-E3565ABC1BB3}" type="presParOf" srcId="{EF40452A-D1ED-4981-BD19-4386DDBCDA43}" destId="{39EFAC73-7816-4878-AB3B-11081DD71668}" srcOrd="0" destOrd="0" presId="urn:microsoft.com/office/officeart/2005/8/layout/hierarchy2"/>
    <dgm:cxn modelId="{6878B46D-47B3-422F-B1A7-2FDC2EE71CC4}" type="presParOf" srcId="{B2A48FB0-F2B0-47C1-9E95-B0A4F4F5E39E}" destId="{21B8B850-A784-47A8-A7C1-F18EFBA9D239}" srcOrd="1" destOrd="0" presId="urn:microsoft.com/office/officeart/2005/8/layout/hierarchy2"/>
    <dgm:cxn modelId="{11CF2911-DC33-4558-BC50-0AFBBFC28047}" type="presParOf" srcId="{21B8B850-A784-47A8-A7C1-F18EFBA9D239}" destId="{A5B828B9-F1D9-47B3-B626-FFC58332DB0A}" srcOrd="0" destOrd="0" presId="urn:microsoft.com/office/officeart/2005/8/layout/hierarchy2"/>
    <dgm:cxn modelId="{A193156F-4675-4F82-BD57-EF16EB8A348D}" type="presParOf" srcId="{21B8B850-A784-47A8-A7C1-F18EFBA9D239}" destId="{C0536C53-BEBA-49B6-9B4B-1B38A0B5BA6C}" srcOrd="1" destOrd="0" presId="urn:microsoft.com/office/officeart/2005/8/layout/hierarchy2"/>
    <dgm:cxn modelId="{3FECC7DA-921F-4ECC-A277-47DB91E20612}" type="presParOf" srcId="{B2A48FB0-F2B0-47C1-9E95-B0A4F4F5E39E}" destId="{41A112E3-226E-452D-BFD5-75DDD127AC6E}" srcOrd="2" destOrd="0" presId="urn:microsoft.com/office/officeart/2005/8/layout/hierarchy2"/>
    <dgm:cxn modelId="{1A739B7B-1E34-489C-B8C8-CC02B82DC06D}" type="presParOf" srcId="{41A112E3-226E-452D-BFD5-75DDD127AC6E}" destId="{2910D296-D478-44C3-87FE-0B4217FAD938}" srcOrd="0" destOrd="0" presId="urn:microsoft.com/office/officeart/2005/8/layout/hierarchy2"/>
    <dgm:cxn modelId="{6F7F6B60-4DE4-430B-9B2C-2FD602B7A222}" type="presParOf" srcId="{B2A48FB0-F2B0-47C1-9E95-B0A4F4F5E39E}" destId="{BE548EDA-4219-45E5-98C9-1A4D2C30A18D}" srcOrd="3" destOrd="0" presId="urn:microsoft.com/office/officeart/2005/8/layout/hierarchy2"/>
    <dgm:cxn modelId="{E0A9B197-C908-43DB-A9EC-809480C40FE7}" type="presParOf" srcId="{BE548EDA-4219-45E5-98C9-1A4D2C30A18D}" destId="{E64B7AEE-631A-4A79-8256-6E4758DDE06F}" srcOrd="0" destOrd="0" presId="urn:microsoft.com/office/officeart/2005/8/layout/hierarchy2"/>
    <dgm:cxn modelId="{9A10DA5C-F501-4B7D-8CFE-08450ACC6422}" type="presParOf" srcId="{BE548EDA-4219-45E5-98C9-1A4D2C30A18D}" destId="{42BDA905-D84F-4D60-8D8E-EF9FB57174B0}" srcOrd="1" destOrd="0" presId="urn:microsoft.com/office/officeart/2005/8/layout/hierarchy2"/>
    <dgm:cxn modelId="{C9FE9040-CC65-4FC8-BC3F-3745F3CFE816}" type="presParOf" srcId="{B2A48FB0-F2B0-47C1-9E95-B0A4F4F5E39E}" destId="{3074DADE-D1F1-47E6-B7D1-20FE617E6E7F}" srcOrd="4" destOrd="0" presId="urn:microsoft.com/office/officeart/2005/8/layout/hierarchy2"/>
    <dgm:cxn modelId="{0152BDE5-3004-4738-B0EF-ECBAF44D6169}" type="presParOf" srcId="{3074DADE-D1F1-47E6-B7D1-20FE617E6E7F}" destId="{46E0F13A-FAED-49B4-9B21-EF2B93084F15}" srcOrd="0" destOrd="0" presId="urn:microsoft.com/office/officeart/2005/8/layout/hierarchy2"/>
    <dgm:cxn modelId="{E911A368-A12A-4CD2-AB32-181CB8198BD4}" type="presParOf" srcId="{B2A48FB0-F2B0-47C1-9E95-B0A4F4F5E39E}" destId="{911B4853-5C62-4BC0-AA41-548B414DC664}" srcOrd="5" destOrd="0" presId="urn:microsoft.com/office/officeart/2005/8/layout/hierarchy2"/>
    <dgm:cxn modelId="{CE89CC1F-FF1C-4774-A358-F432761F8BDE}" type="presParOf" srcId="{911B4853-5C62-4BC0-AA41-548B414DC664}" destId="{C0C6D754-98F4-4A92-90DC-C852B523FD38}" srcOrd="0" destOrd="0" presId="urn:microsoft.com/office/officeart/2005/8/layout/hierarchy2"/>
    <dgm:cxn modelId="{64C36938-644C-46B0-968E-60D418E34334}" type="presParOf" srcId="{911B4853-5C62-4BC0-AA41-548B414DC664}" destId="{CFC8BA61-993D-44FD-97B5-A5E4F579246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DB5B34-5AC2-42B3-B564-7913D4A4C93C}"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17F13C3C-BA02-40F9-94B3-7FF928A5771C}">
      <dgm:prSet custT="1"/>
      <dgm:spPr/>
      <dgm:t>
        <a:bodyPr/>
        <a:lstStyle/>
        <a:p>
          <a:pPr algn="just"/>
          <a:r>
            <a:rPr lang="en-US" sz="1800" b="1" i="0" baseline="0" dirty="0"/>
            <a:t>Develop a user-friendly interface for medical professionals to use the model effectively.</a:t>
          </a:r>
          <a:endParaRPr lang="en-US" sz="1800" dirty="0"/>
        </a:p>
      </dgm:t>
    </dgm:pt>
    <dgm:pt modelId="{FEB4863C-C313-44C7-902F-A58D0D33FF98}" type="parTrans" cxnId="{A86EC95C-D7F5-4259-8DA8-EBBB4633F08E}">
      <dgm:prSet/>
      <dgm:spPr/>
      <dgm:t>
        <a:bodyPr/>
        <a:lstStyle/>
        <a:p>
          <a:endParaRPr lang="en-US"/>
        </a:p>
      </dgm:t>
    </dgm:pt>
    <dgm:pt modelId="{384AA6CD-4916-4E05-822A-DBD2F704AEF8}" type="sibTrans" cxnId="{A86EC95C-D7F5-4259-8DA8-EBBB4633F08E}">
      <dgm:prSet phldrT="1" phldr="0"/>
      <dgm:spPr/>
      <dgm:t>
        <a:bodyPr/>
        <a:lstStyle/>
        <a:p>
          <a:r>
            <a:rPr lang="en-US"/>
            <a:t>1</a:t>
          </a:r>
        </a:p>
      </dgm:t>
    </dgm:pt>
    <dgm:pt modelId="{7468F540-962B-4CED-A132-39892CE2FF98}">
      <dgm:prSet custT="1"/>
      <dgm:spPr/>
      <dgm:t>
        <a:bodyPr/>
        <a:lstStyle/>
        <a:p>
          <a:pPr algn="just"/>
          <a:r>
            <a:rPr lang="en-US" sz="1800" b="1" i="0" baseline="0" dirty="0"/>
            <a:t>Monitor the model's performance in real-world settings and update it as needed</a:t>
          </a:r>
          <a:r>
            <a:rPr lang="en-US" sz="2000" b="1" i="0" baseline="0" dirty="0"/>
            <a:t>. </a:t>
          </a:r>
          <a:endParaRPr lang="en-US" sz="2000" dirty="0"/>
        </a:p>
      </dgm:t>
    </dgm:pt>
    <dgm:pt modelId="{97CB8B71-4EA1-4128-83EB-9829AB1F58AF}" type="parTrans" cxnId="{AE034CE5-851F-45FA-BA91-53DC868F2B37}">
      <dgm:prSet/>
      <dgm:spPr/>
      <dgm:t>
        <a:bodyPr/>
        <a:lstStyle/>
        <a:p>
          <a:endParaRPr lang="en-US"/>
        </a:p>
      </dgm:t>
    </dgm:pt>
    <dgm:pt modelId="{08CC6200-2BA5-4750-A0AA-51F078D219C5}" type="sibTrans" cxnId="{AE034CE5-851F-45FA-BA91-53DC868F2B37}">
      <dgm:prSet phldrT="2" phldr="0"/>
      <dgm:spPr/>
      <dgm:t>
        <a:bodyPr/>
        <a:lstStyle/>
        <a:p>
          <a:r>
            <a:rPr lang="en-US"/>
            <a:t>2</a:t>
          </a:r>
        </a:p>
      </dgm:t>
    </dgm:pt>
    <dgm:pt modelId="{8680492D-C41C-4866-861A-5510A9CDF214}">
      <dgm:prSet custT="1"/>
      <dgm:spPr/>
      <dgm:t>
        <a:bodyPr/>
        <a:lstStyle/>
        <a:p>
          <a:pPr algn="l"/>
          <a:r>
            <a:rPr lang="en-US" sz="1800" b="1" i="0" baseline="0" dirty="0"/>
            <a:t>Ensure compliance with ethical standards and data privacy regulations.</a:t>
          </a:r>
          <a:endParaRPr lang="en-US" sz="1800" dirty="0"/>
        </a:p>
      </dgm:t>
    </dgm:pt>
    <dgm:pt modelId="{85C55FA1-23BA-411C-8C8F-703C92127F09}" type="parTrans" cxnId="{1AC371E0-8637-4321-842A-9338D8E94AD4}">
      <dgm:prSet/>
      <dgm:spPr/>
      <dgm:t>
        <a:bodyPr/>
        <a:lstStyle/>
        <a:p>
          <a:endParaRPr lang="en-US"/>
        </a:p>
      </dgm:t>
    </dgm:pt>
    <dgm:pt modelId="{3D40015B-67AB-4CC2-8309-A442523F3723}" type="sibTrans" cxnId="{1AC371E0-8637-4321-842A-9338D8E94AD4}">
      <dgm:prSet phldrT="3" phldr="0"/>
      <dgm:spPr/>
      <dgm:t>
        <a:bodyPr/>
        <a:lstStyle/>
        <a:p>
          <a:r>
            <a:rPr lang="en-US"/>
            <a:t>3</a:t>
          </a:r>
        </a:p>
      </dgm:t>
    </dgm:pt>
    <dgm:pt modelId="{C14C2ECF-0BB7-43FF-AD56-A8DE70A3BCA2}" type="pres">
      <dgm:prSet presAssocID="{04DB5B34-5AC2-42B3-B564-7913D4A4C93C}" presName="Name0" presStyleCnt="0">
        <dgm:presLayoutVars>
          <dgm:animLvl val="lvl"/>
          <dgm:resizeHandles val="exact"/>
        </dgm:presLayoutVars>
      </dgm:prSet>
      <dgm:spPr/>
    </dgm:pt>
    <dgm:pt modelId="{23E51909-AF85-40E9-A07C-295DA3509407}" type="pres">
      <dgm:prSet presAssocID="{17F13C3C-BA02-40F9-94B3-7FF928A5771C}" presName="compositeNode" presStyleCnt="0">
        <dgm:presLayoutVars>
          <dgm:bulletEnabled val="1"/>
        </dgm:presLayoutVars>
      </dgm:prSet>
      <dgm:spPr/>
    </dgm:pt>
    <dgm:pt modelId="{CB22D285-A8A3-4D95-A0CD-B5D3DB4CF9F3}" type="pres">
      <dgm:prSet presAssocID="{17F13C3C-BA02-40F9-94B3-7FF928A5771C}" presName="bgRect" presStyleLbl="bgAccFollowNode1" presStyleIdx="0" presStyleCnt="3"/>
      <dgm:spPr/>
    </dgm:pt>
    <dgm:pt modelId="{4063D4E6-06A7-454B-B482-1E428129AA68}" type="pres">
      <dgm:prSet presAssocID="{384AA6CD-4916-4E05-822A-DBD2F704AEF8}" presName="sibTransNodeCircle" presStyleLbl="alignNode1" presStyleIdx="0" presStyleCnt="6">
        <dgm:presLayoutVars>
          <dgm:chMax val="0"/>
          <dgm:bulletEnabled/>
        </dgm:presLayoutVars>
      </dgm:prSet>
      <dgm:spPr/>
    </dgm:pt>
    <dgm:pt modelId="{A2EBDABB-0D00-4FBB-9B4C-F57BD2F2EFBF}" type="pres">
      <dgm:prSet presAssocID="{17F13C3C-BA02-40F9-94B3-7FF928A5771C}" presName="bottomLine" presStyleLbl="alignNode1" presStyleIdx="1" presStyleCnt="6">
        <dgm:presLayoutVars/>
      </dgm:prSet>
      <dgm:spPr/>
    </dgm:pt>
    <dgm:pt modelId="{1CB42C91-519D-4231-A0DD-1BA5AC2408A4}" type="pres">
      <dgm:prSet presAssocID="{17F13C3C-BA02-40F9-94B3-7FF928A5771C}" presName="nodeText" presStyleLbl="bgAccFollowNode1" presStyleIdx="0" presStyleCnt="3">
        <dgm:presLayoutVars>
          <dgm:bulletEnabled val="1"/>
        </dgm:presLayoutVars>
      </dgm:prSet>
      <dgm:spPr/>
    </dgm:pt>
    <dgm:pt modelId="{39BD4E82-6412-4AFA-965C-35C3D93599CA}" type="pres">
      <dgm:prSet presAssocID="{384AA6CD-4916-4E05-822A-DBD2F704AEF8}" presName="sibTrans" presStyleCnt="0"/>
      <dgm:spPr/>
    </dgm:pt>
    <dgm:pt modelId="{123BC6B3-63B3-4D0D-B08D-A1940D228EFA}" type="pres">
      <dgm:prSet presAssocID="{7468F540-962B-4CED-A132-39892CE2FF98}" presName="compositeNode" presStyleCnt="0">
        <dgm:presLayoutVars>
          <dgm:bulletEnabled val="1"/>
        </dgm:presLayoutVars>
      </dgm:prSet>
      <dgm:spPr/>
    </dgm:pt>
    <dgm:pt modelId="{7C39FC99-6162-4906-9C94-417FB1BAAC51}" type="pres">
      <dgm:prSet presAssocID="{7468F540-962B-4CED-A132-39892CE2FF98}" presName="bgRect" presStyleLbl="bgAccFollowNode1" presStyleIdx="1" presStyleCnt="3"/>
      <dgm:spPr/>
    </dgm:pt>
    <dgm:pt modelId="{7AC7DCD8-BD1E-4232-A53D-9F83DA148E5A}" type="pres">
      <dgm:prSet presAssocID="{08CC6200-2BA5-4750-A0AA-51F078D219C5}" presName="sibTransNodeCircle" presStyleLbl="alignNode1" presStyleIdx="2" presStyleCnt="6">
        <dgm:presLayoutVars>
          <dgm:chMax val="0"/>
          <dgm:bulletEnabled/>
        </dgm:presLayoutVars>
      </dgm:prSet>
      <dgm:spPr/>
    </dgm:pt>
    <dgm:pt modelId="{47F4D4E8-72CE-4E6B-BCA2-0716D8D3AF8F}" type="pres">
      <dgm:prSet presAssocID="{7468F540-962B-4CED-A132-39892CE2FF98}" presName="bottomLine" presStyleLbl="alignNode1" presStyleIdx="3" presStyleCnt="6">
        <dgm:presLayoutVars/>
      </dgm:prSet>
      <dgm:spPr/>
    </dgm:pt>
    <dgm:pt modelId="{E2623A2C-5048-4A58-BF62-305D0D521D00}" type="pres">
      <dgm:prSet presAssocID="{7468F540-962B-4CED-A132-39892CE2FF98}" presName="nodeText" presStyleLbl="bgAccFollowNode1" presStyleIdx="1" presStyleCnt="3">
        <dgm:presLayoutVars>
          <dgm:bulletEnabled val="1"/>
        </dgm:presLayoutVars>
      </dgm:prSet>
      <dgm:spPr/>
    </dgm:pt>
    <dgm:pt modelId="{14ED714B-0BB4-4525-9211-E58A0803B461}" type="pres">
      <dgm:prSet presAssocID="{08CC6200-2BA5-4750-A0AA-51F078D219C5}" presName="sibTrans" presStyleCnt="0"/>
      <dgm:spPr/>
    </dgm:pt>
    <dgm:pt modelId="{1912C3BD-0620-4EDE-8084-2E27C94FEC4B}" type="pres">
      <dgm:prSet presAssocID="{8680492D-C41C-4866-861A-5510A9CDF214}" presName="compositeNode" presStyleCnt="0">
        <dgm:presLayoutVars>
          <dgm:bulletEnabled val="1"/>
        </dgm:presLayoutVars>
      </dgm:prSet>
      <dgm:spPr/>
    </dgm:pt>
    <dgm:pt modelId="{78301214-BEAF-42F1-809D-90E439A1D630}" type="pres">
      <dgm:prSet presAssocID="{8680492D-C41C-4866-861A-5510A9CDF214}" presName="bgRect" presStyleLbl="bgAccFollowNode1" presStyleIdx="2" presStyleCnt="3"/>
      <dgm:spPr/>
    </dgm:pt>
    <dgm:pt modelId="{8FE84C38-F26C-47C6-A37A-FFD2A62CE6F1}" type="pres">
      <dgm:prSet presAssocID="{3D40015B-67AB-4CC2-8309-A442523F3723}" presName="sibTransNodeCircle" presStyleLbl="alignNode1" presStyleIdx="4" presStyleCnt="6">
        <dgm:presLayoutVars>
          <dgm:chMax val="0"/>
          <dgm:bulletEnabled/>
        </dgm:presLayoutVars>
      </dgm:prSet>
      <dgm:spPr/>
    </dgm:pt>
    <dgm:pt modelId="{AA4E243B-C218-452D-BE95-C88B1BE1F4AE}" type="pres">
      <dgm:prSet presAssocID="{8680492D-C41C-4866-861A-5510A9CDF214}" presName="bottomLine" presStyleLbl="alignNode1" presStyleIdx="5" presStyleCnt="6">
        <dgm:presLayoutVars/>
      </dgm:prSet>
      <dgm:spPr/>
    </dgm:pt>
    <dgm:pt modelId="{C74CD10F-D81A-4A6D-9ACB-F006725E31B4}" type="pres">
      <dgm:prSet presAssocID="{8680492D-C41C-4866-861A-5510A9CDF214}" presName="nodeText" presStyleLbl="bgAccFollowNode1" presStyleIdx="2" presStyleCnt="3">
        <dgm:presLayoutVars>
          <dgm:bulletEnabled val="1"/>
        </dgm:presLayoutVars>
      </dgm:prSet>
      <dgm:spPr/>
    </dgm:pt>
  </dgm:ptLst>
  <dgm:cxnLst>
    <dgm:cxn modelId="{00B0310F-988D-41CC-87A5-69917EB89A6A}" type="presOf" srcId="{384AA6CD-4916-4E05-822A-DBD2F704AEF8}" destId="{4063D4E6-06A7-454B-B482-1E428129AA68}" srcOrd="0" destOrd="0" presId="urn:microsoft.com/office/officeart/2016/7/layout/BasicLinearProcessNumbered"/>
    <dgm:cxn modelId="{70538310-E216-422A-9681-5F500045546D}" type="presOf" srcId="{7468F540-962B-4CED-A132-39892CE2FF98}" destId="{E2623A2C-5048-4A58-BF62-305D0D521D00}" srcOrd="1" destOrd="0" presId="urn:microsoft.com/office/officeart/2016/7/layout/BasicLinearProcessNumbered"/>
    <dgm:cxn modelId="{F765681E-DE97-4F36-9A0B-75D5464EA46A}" type="presOf" srcId="{8680492D-C41C-4866-861A-5510A9CDF214}" destId="{78301214-BEAF-42F1-809D-90E439A1D630}" srcOrd="0" destOrd="0" presId="urn:microsoft.com/office/officeart/2016/7/layout/BasicLinearProcessNumbered"/>
    <dgm:cxn modelId="{A86EC95C-D7F5-4259-8DA8-EBBB4633F08E}" srcId="{04DB5B34-5AC2-42B3-B564-7913D4A4C93C}" destId="{17F13C3C-BA02-40F9-94B3-7FF928A5771C}" srcOrd="0" destOrd="0" parTransId="{FEB4863C-C313-44C7-902F-A58D0D33FF98}" sibTransId="{384AA6CD-4916-4E05-822A-DBD2F704AEF8}"/>
    <dgm:cxn modelId="{8F9ED744-5E3A-4607-A8CC-3397E670FC2A}" type="presOf" srcId="{08CC6200-2BA5-4750-A0AA-51F078D219C5}" destId="{7AC7DCD8-BD1E-4232-A53D-9F83DA148E5A}" srcOrd="0" destOrd="0" presId="urn:microsoft.com/office/officeart/2016/7/layout/BasicLinearProcessNumbered"/>
    <dgm:cxn modelId="{66D1D067-F03A-4C00-883B-2A87A74E42F7}" type="presOf" srcId="{3D40015B-67AB-4CC2-8309-A442523F3723}" destId="{8FE84C38-F26C-47C6-A37A-FFD2A62CE6F1}" srcOrd="0" destOrd="0" presId="urn:microsoft.com/office/officeart/2016/7/layout/BasicLinearProcessNumbered"/>
    <dgm:cxn modelId="{B09D1E70-165B-44E0-982F-0A84749E2602}" type="presOf" srcId="{04DB5B34-5AC2-42B3-B564-7913D4A4C93C}" destId="{C14C2ECF-0BB7-43FF-AD56-A8DE70A3BCA2}" srcOrd="0" destOrd="0" presId="urn:microsoft.com/office/officeart/2016/7/layout/BasicLinearProcessNumbered"/>
    <dgm:cxn modelId="{0608159C-2372-45D3-B34B-E8DB632FAD8E}" type="presOf" srcId="{7468F540-962B-4CED-A132-39892CE2FF98}" destId="{7C39FC99-6162-4906-9C94-417FB1BAAC51}" srcOrd="0" destOrd="0" presId="urn:microsoft.com/office/officeart/2016/7/layout/BasicLinearProcessNumbered"/>
    <dgm:cxn modelId="{30546DBE-B587-4564-B977-23BE29D2DC70}" type="presOf" srcId="{17F13C3C-BA02-40F9-94B3-7FF928A5771C}" destId="{1CB42C91-519D-4231-A0DD-1BA5AC2408A4}" srcOrd="1" destOrd="0" presId="urn:microsoft.com/office/officeart/2016/7/layout/BasicLinearProcessNumbered"/>
    <dgm:cxn modelId="{1AC371E0-8637-4321-842A-9338D8E94AD4}" srcId="{04DB5B34-5AC2-42B3-B564-7913D4A4C93C}" destId="{8680492D-C41C-4866-861A-5510A9CDF214}" srcOrd="2" destOrd="0" parTransId="{85C55FA1-23BA-411C-8C8F-703C92127F09}" sibTransId="{3D40015B-67AB-4CC2-8309-A442523F3723}"/>
    <dgm:cxn modelId="{4D4FCEE0-EA4D-4B53-93B9-8E664260131D}" type="presOf" srcId="{8680492D-C41C-4866-861A-5510A9CDF214}" destId="{C74CD10F-D81A-4A6D-9ACB-F006725E31B4}" srcOrd="1" destOrd="0" presId="urn:microsoft.com/office/officeart/2016/7/layout/BasicLinearProcessNumbered"/>
    <dgm:cxn modelId="{AE034CE5-851F-45FA-BA91-53DC868F2B37}" srcId="{04DB5B34-5AC2-42B3-B564-7913D4A4C93C}" destId="{7468F540-962B-4CED-A132-39892CE2FF98}" srcOrd="1" destOrd="0" parTransId="{97CB8B71-4EA1-4128-83EB-9829AB1F58AF}" sibTransId="{08CC6200-2BA5-4750-A0AA-51F078D219C5}"/>
    <dgm:cxn modelId="{AA6AF3ED-4D62-4E62-AEB5-52821EDEECBA}" type="presOf" srcId="{17F13C3C-BA02-40F9-94B3-7FF928A5771C}" destId="{CB22D285-A8A3-4D95-A0CD-B5D3DB4CF9F3}" srcOrd="0" destOrd="0" presId="urn:microsoft.com/office/officeart/2016/7/layout/BasicLinearProcessNumbered"/>
    <dgm:cxn modelId="{DE9FA667-44FD-4F0C-8286-374274EF982D}" type="presParOf" srcId="{C14C2ECF-0BB7-43FF-AD56-A8DE70A3BCA2}" destId="{23E51909-AF85-40E9-A07C-295DA3509407}" srcOrd="0" destOrd="0" presId="urn:microsoft.com/office/officeart/2016/7/layout/BasicLinearProcessNumbered"/>
    <dgm:cxn modelId="{547279F4-5D19-496B-98FB-B2A6F89B461E}" type="presParOf" srcId="{23E51909-AF85-40E9-A07C-295DA3509407}" destId="{CB22D285-A8A3-4D95-A0CD-B5D3DB4CF9F3}" srcOrd="0" destOrd="0" presId="urn:microsoft.com/office/officeart/2016/7/layout/BasicLinearProcessNumbered"/>
    <dgm:cxn modelId="{10CA33B9-1C41-425B-8625-4950387237DB}" type="presParOf" srcId="{23E51909-AF85-40E9-A07C-295DA3509407}" destId="{4063D4E6-06A7-454B-B482-1E428129AA68}" srcOrd="1" destOrd="0" presId="urn:microsoft.com/office/officeart/2016/7/layout/BasicLinearProcessNumbered"/>
    <dgm:cxn modelId="{D3D27C00-08D2-4574-B9ED-A0BD48CE110A}" type="presParOf" srcId="{23E51909-AF85-40E9-A07C-295DA3509407}" destId="{A2EBDABB-0D00-4FBB-9B4C-F57BD2F2EFBF}" srcOrd="2" destOrd="0" presId="urn:microsoft.com/office/officeart/2016/7/layout/BasicLinearProcessNumbered"/>
    <dgm:cxn modelId="{59DDAA08-E582-40B6-A76F-52767C6DAAC6}" type="presParOf" srcId="{23E51909-AF85-40E9-A07C-295DA3509407}" destId="{1CB42C91-519D-4231-A0DD-1BA5AC2408A4}" srcOrd="3" destOrd="0" presId="urn:microsoft.com/office/officeart/2016/7/layout/BasicLinearProcessNumbered"/>
    <dgm:cxn modelId="{2B3AF039-5028-4B3A-8F11-97719D890F56}" type="presParOf" srcId="{C14C2ECF-0BB7-43FF-AD56-A8DE70A3BCA2}" destId="{39BD4E82-6412-4AFA-965C-35C3D93599CA}" srcOrd="1" destOrd="0" presId="urn:microsoft.com/office/officeart/2016/7/layout/BasicLinearProcessNumbered"/>
    <dgm:cxn modelId="{C43DAA44-0D4F-40F6-8754-B1E5FEE569B7}" type="presParOf" srcId="{C14C2ECF-0BB7-43FF-AD56-A8DE70A3BCA2}" destId="{123BC6B3-63B3-4D0D-B08D-A1940D228EFA}" srcOrd="2" destOrd="0" presId="urn:microsoft.com/office/officeart/2016/7/layout/BasicLinearProcessNumbered"/>
    <dgm:cxn modelId="{34520916-7A78-40FB-8A3E-6513755E4654}" type="presParOf" srcId="{123BC6B3-63B3-4D0D-B08D-A1940D228EFA}" destId="{7C39FC99-6162-4906-9C94-417FB1BAAC51}" srcOrd="0" destOrd="0" presId="urn:microsoft.com/office/officeart/2016/7/layout/BasicLinearProcessNumbered"/>
    <dgm:cxn modelId="{30F7B340-2C98-48FC-94EB-429C33AC41E8}" type="presParOf" srcId="{123BC6B3-63B3-4D0D-B08D-A1940D228EFA}" destId="{7AC7DCD8-BD1E-4232-A53D-9F83DA148E5A}" srcOrd="1" destOrd="0" presId="urn:microsoft.com/office/officeart/2016/7/layout/BasicLinearProcessNumbered"/>
    <dgm:cxn modelId="{1B148DE3-8E74-4230-B0A1-DAD811A7FEB1}" type="presParOf" srcId="{123BC6B3-63B3-4D0D-B08D-A1940D228EFA}" destId="{47F4D4E8-72CE-4E6B-BCA2-0716D8D3AF8F}" srcOrd="2" destOrd="0" presId="urn:microsoft.com/office/officeart/2016/7/layout/BasicLinearProcessNumbered"/>
    <dgm:cxn modelId="{D6489254-D383-4350-816B-9ADEDA064878}" type="presParOf" srcId="{123BC6B3-63B3-4D0D-B08D-A1940D228EFA}" destId="{E2623A2C-5048-4A58-BF62-305D0D521D00}" srcOrd="3" destOrd="0" presId="urn:microsoft.com/office/officeart/2016/7/layout/BasicLinearProcessNumbered"/>
    <dgm:cxn modelId="{D28959C2-49BE-41F5-858F-A563AC04A571}" type="presParOf" srcId="{C14C2ECF-0BB7-43FF-AD56-A8DE70A3BCA2}" destId="{14ED714B-0BB4-4525-9211-E58A0803B461}" srcOrd="3" destOrd="0" presId="urn:microsoft.com/office/officeart/2016/7/layout/BasicLinearProcessNumbered"/>
    <dgm:cxn modelId="{DFDA5A4B-5B3C-4755-A675-6B7DEA6FE9C3}" type="presParOf" srcId="{C14C2ECF-0BB7-43FF-AD56-A8DE70A3BCA2}" destId="{1912C3BD-0620-4EDE-8084-2E27C94FEC4B}" srcOrd="4" destOrd="0" presId="urn:microsoft.com/office/officeart/2016/7/layout/BasicLinearProcessNumbered"/>
    <dgm:cxn modelId="{A94A5339-0C73-4607-9AF6-6E9DAE882D74}" type="presParOf" srcId="{1912C3BD-0620-4EDE-8084-2E27C94FEC4B}" destId="{78301214-BEAF-42F1-809D-90E439A1D630}" srcOrd="0" destOrd="0" presId="urn:microsoft.com/office/officeart/2016/7/layout/BasicLinearProcessNumbered"/>
    <dgm:cxn modelId="{F082A856-ED27-4E20-8FAB-2184D7A212E8}" type="presParOf" srcId="{1912C3BD-0620-4EDE-8084-2E27C94FEC4B}" destId="{8FE84C38-F26C-47C6-A37A-FFD2A62CE6F1}" srcOrd="1" destOrd="0" presId="urn:microsoft.com/office/officeart/2016/7/layout/BasicLinearProcessNumbered"/>
    <dgm:cxn modelId="{5592D5EA-5886-4B69-83D2-869D2E5D1E27}" type="presParOf" srcId="{1912C3BD-0620-4EDE-8084-2E27C94FEC4B}" destId="{AA4E243B-C218-452D-BE95-C88B1BE1F4AE}" srcOrd="2" destOrd="0" presId="urn:microsoft.com/office/officeart/2016/7/layout/BasicLinearProcessNumbered"/>
    <dgm:cxn modelId="{1F771C99-6873-43B5-94B4-948D650E338C}" type="presParOf" srcId="{1912C3BD-0620-4EDE-8084-2E27C94FEC4B}" destId="{C74CD10F-D81A-4A6D-9ACB-F006725E31B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8A436-A0EB-46B2-8284-C1CC6ABC8EE4}">
      <dsp:nvSpPr>
        <dsp:cNvPr id="0" name=""/>
        <dsp:cNvSpPr/>
      </dsp:nvSpPr>
      <dsp:spPr>
        <a:xfrm>
          <a:off x="379537" y="0"/>
          <a:ext cx="4832092" cy="4832092"/>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0ECAD-2B6B-4E1E-9C90-10382608E6FA}">
      <dsp:nvSpPr>
        <dsp:cNvPr id="0" name=""/>
        <dsp:cNvSpPr/>
      </dsp:nvSpPr>
      <dsp:spPr>
        <a:xfrm>
          <a:off x="693622"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i="0" kern="1200"/>
            <a:t>Breast cancer is the most common cancer among women in Australia (excluding non-melanoma skin cancer) and the second leading cause of cancer-related deaths after lung cancer. In 2024, an estimated 20,973 people were diagnosed, with the average age at diagnosis being 62.</a:t>
          </a:r>
          <a:endParaRPr lang="en-US" sz="800" kern="1200"/>
        </a:p>
      </dsp:txBody>
      <dsp:txXfrm>
        <a:off x="787975" y="408438"/>
        <a:ext cx="1744130" cy="1744130"/>
      </dsp:txXfrm>
    </dsp:sp>
    <dsp:sp modelId="{8847DD33-27B4-47D3-B483-7CB4CC82E94C}">
      <dsp:nvSpPr>
        <dsp:cNvPr id="0" name=""/>
        <dsp:cNvSpPr/>
      </dsp:nvSpPr>
      <dsp:spPr>
        <a:xfrm>
          <a:off x="2964706"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i="0" kern="1200"/>
            <a:t>By age 85, one in eight females and one in 667 males in Australia are expected to be diagnosed with breast cancer. Participation in national cancer screening programs reduces mortality risk by 54%-63%. In 2020, breast cancer was the most diagnosed cancer in the country.</a:t>
          </a:r>
          <a:endParaRPr lang="en-US" sz="800" kern="1200"/>
        </a:p>
      </dsp:txBody>
      <dsp:txXfrm>
        <a:off x="3059059" y="408438"/>
        <a:ext cx="1744130" cy="1744130"/>
      </dsp:txXfrm>
    </dsp:sp>
    <dsp:sp modelId="{0F2B995A-F664-4A0F-873C-C1B35942B397}">
      <dsp:nvSpPr>
        <dsp:cNvPr id="0" name=""/>
        <dsp:cNvSpPr/>
      </dsp:nvSpPr>
      <dsp:spPr>
        <a:xfrm>
          <a:off x="693622"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GB" sz="800" i="0" kern="1200"/>
            <a:t>Breast Screen Australia (BSA) plays a crucial role, with over 1.8 million women aged 50-74 screened in 2018–2019. Since the program’s inception, mortality rates have significantly declined from 74 deaths per 100,000 women in 1991 to 40 per 100,000 in 2018. However, disparities persist, with bisexual women and gay men facing twice the cancer risk due to higher smoking and alcohol consumption rates and lower screening participation. </a:t>
          </a:r>
          <a:endParaRPr lang="en-US" sz="800" kern="1200"/>
        </a:p>
      </dsp:txBody>
      <dsp:txXfrm>
        <a:off x="787975" y="2679522"/>
        <a:ext cx="1744130" cy="1744130"/>
      </dsp:txXfrm>
    </dsp:sp>
    <dsp:sp modelId="{E65E1AFF-ADD4-4763-B372-0233CE12491E}">
      <dsp:nvSpPr>
        <dsp:cNvPr id="0" name=""/>
        <dsp:cNvSpPr/>
      </dsp:nvSpPr>
      <dsp:spPr>
        <a:xfrm>
          <a:off x="2964706"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t>Early detection through effective screening is crucial for improving survival outcomes in breast cancer cases.</a:t>
          </a:r>
        </a:p>
      </dsp:txBody>
      <dsp:txXfrm>
        <a:off x="3059059" y="2679522"/>
        <a:ext cx="1744130" cy="17441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5A59B1-2696-4F22-B370-B62CFFFE11A1}">
      <dsp:nvSpPr>
        <dsp:cNvPr id="0" name=""/>
        <dsp:cNvSpPr/>
      </dsp:nvSpPr>
      <dsp:spPr>
        <a:xfrm>
          <a:off x="3286" y="48257"/>
          <a:ext cx="3203971" cy="7955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GB" sz="2200" b="1" i="0" kern="1200" dirty="0"/>
            <a:t>Increasing Participation</a:t>
          </a:r>
          <a:r>
            <a:rPr lang="en-GB" sz="2200" b="0" i="0" kern="1200" dirty="0"/>
            <a:t>: </a:t>
          </a:r>
          <a:endParaRPr lang="en-US" sz="2200" kern="1200" dirty="0"/>
        </a:p>
      </dsp:txBody>
      <dsp:txXfrm>
        <a:off x="3286" y="48257"/>
        <a:ext cx="3203971" cy="795597"/>
      </dsp:txXfrm>
    </dsp:sp>
    <dsp:sp modelId="{0491BE29-9342-4665-AC9A-9CC96A469F37}">
      <dsp:nvSpPr>
        <dsp:cNvPr id="0" name=""/>
        <dsp:cNvSpPr/>
      </dsp:nvSpPr>
      <dsp:spPr>
        <a:xfrm>
          <a:off x="3286" y="843855"/>
          <a:ext cx="3203971" cy="314004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GB" sz="2200" b="0" i="0" kern="1200" dirty="0"/>
            <a:t>Aim to raise the breast cancer screening rate to at least 65% by 2025.</a:t>
          </a:r>
          <a:endParaRPr lang="en-US" sz="2200" kern="1200" dirty="0"/>
        </a:p>
      </dsp:txBody>
      <dsp:txXfrm>
        <a:off x="3286" y="843855"/>
        <a:ext cx="3203971" cy="3140044"/>
      </dsp:txXfrm>
    </dsp:sp>
    <dsp:sp modelId="{67921A83-31CA-4230-948A-E11EBAB1FF06}">
      <dsp:nvSpPr>
        <dsp:cNvPr id="0" name=""/>
        <dsp:cNvSpPr/>
      </dsp:nvSpPr>
      <dsp:spPr>
        <a:xfrm>
          <a:off x="3655814" y="48257"/>
          <a:ext cx="3203971" cy="7955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GB" sz="2200" b="1" i="0" kern="1200"/>
            <a:t>After Diagnosis</a:t>
          </a:r>
          <a:r>
            <a:rPr lang="en-GB" sz="2200" b="0" i="0" kern="1200"/>
            <a:t>: </a:t>
          </a:r>
          <a:endParaRPr lang="en-US" sz="2200" kern="1200"/>
        </a:p>
      </dsp:txBody>
      <dsp:txXfrm>
        <a:off x="3655814" y="48257"/>
        <a:ext cx="3203971" cy="795597"/>
      </dsp:txXfrm>
    </dsp:sp>
    <dsp:sp modelId="{5D0230A3-901F-4FAB-9EA3-81CDCAC7F153}">
      <dsp:nvSpPr>
        <dsp:cNvPr id="0" name=""/>
        <dsp:cNvSpPr/>
      </dsp:nvSpPr>
      <dsp:spPr>
        <a:xfrm>
          <a:off x="3655814" y="843855"/>
          <a:ext cx="3203971" cy="314004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GB" sz="2200" b="0" i="0" kern="1200" dirty="0"/>
            <a:t>With improved diagnostic accuracy, ensure patients receive appropriate treatment or follow-ups while optimizing resource allocation across communities.</a:t>
          </a:r>
          <a:endParaRPr lang="en-US" sz="2200" kern="1200" dirty="0"/>
        </a:p>
      </dsp:txBody>
      <dsp:txXfrm>
        <a:off x="3655814" y="843855"/>
        <a:ext cx="3203971" cy="3140044"/>
      </dsp:txXfrm>
    </dsp:sp>
    <dsp:sp modelId="{AF5A0CDE-E63F-45E5-8BE2-01EFA4359FB3}">
      <dsp:nvSpPr>
        <dsp:cNvPr id="0" name=""/>
        <dsp:cNvSpPr/>
      </dsp:nvSpPr>
      <dsp:spPr>
        <a:xfrm>
          <a:off x="7308342" y="48257"/>
          <a:ext cx="3203971" cy="79559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GB" sz="2200" b="1" i="0" kern="1200" dirty="0"/>
            <a:t>Early Detection</a:t>
          </a:r>
          <a:r>
            <a:rPr lang="en-GB" sz="2200" b="0" i="0" kern="1200" dirty="0"/>
            <a:t>: </a:t>
          </a:r>
          <a:endParaRPr lang="en-US" sz="2200" kern="1200" dirty="0"/>
        </a:p>
      </dsp:txBody>
      <dsp:txXfrm>
        <a:off x="7308342" y="48257"/>
        <a:ext cx="3203971" cy="795597"/>
      </dsp:txXfrm>
    </dsp:sp>
    <dsp:sp modelId="{5E4511C5-4BFD-4CD5-A728-9F24967BCEE3}">
      <dsp:nvSpPr>
        <dsp:cNvPr id="0" name=""/>
        <dsp:cNvSpPr/>
      </dsp:nvSpPr>
      <dsp:spPr>
        <a:xfrm>
          <a:off x="7308342" y="843855"/>
          <a:ext cx="3203971" cy="314004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GB" sz="2200" b="0" i="0" kern="1200"/>
            <a:t>Enhanced screening programs and more accurate diagnoses contribute to early breast cancer detection, leading to better treatment outcomes and higher survival rates.</a:t>
          </a:r>
          <a:endParaRPr lang="en-US" sz="2200" kern="1200"/>
        </a:p>
      </dsp:txBody>
      <dsp:txXfrm>
        <a:off x="7308342" y="843855"/>
        <a:ext cx="3203971" cy="31400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415EF-C13C-49FA-A341-A5B1D0D34924}">
      <dsp:nvSpPr>
        <dsp:cNvPr id="0" name=""/>
        <dsp:cNvSpPr/>
      </dsp:nvSpPr>
      <dsp:spPr>
        <a:xfrm>
          <a:off x="890615" y="1062"/>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Model Training - using training data to fit the model by adjusting parameters.</a:t>
          </a:r>
          <a:endParaRPr lang="en-US" sz="1200" kern="1200" dirty="0"/>
        </a:p>
      </dsp:txBody>
      <dsp:txXfrm>
        <a:off x="919241" y="29688"/>
        <a:ext cx="1897450" cy="920099"/>
      </dsp:txXfrm>
    </dsp:sp>
    <dsp:sp modelId="{7EE486F8-A3AD-4DB2-BD2E-FCA10CB00BC0}">
      <dsp:nvSpPr>
        <dsp:cNvPr id="0" name=""/>
        <dsp:cNvSpPr/>
      </dsp:nvSpPr>
      <dsp:spPr>
        <a:xfrm>
          <a:off x="890615"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Hyperparameter Tunning – Optimizing model settings to improve performance.</a:t>
          </a:r>
          <a:endParaRPr lang="en-US" sz="1200" kern="1200" dirty="0"/>
        </a:p>
      </dsp:txBody>
      <dsp:txXfrm>
        <a:off x="919241" y="1153642"/>
        <a:ext cx="1897450" cy="920099"/>
      </dsp:txXfrm>
    </dsp:sp>
    <dsp:sp modelId="{CDF375D0-9037-4EF0-AFCC-97A50F844B53}">
      <dsp:nvSpPr>
        <dsp:cNvPr id="0" name=""/>
        <dsp:cNvSpPr/>
      </dsp:nvSpPr>
      <dsp:spPr>
        <a:xfrm>
          <a:off x="890615"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Testing (model Evaluation) – assessing the trained model on a separate test dataset  </a:t>
          </a:r>
          <a:endParaRPr lang="en-US" sz="1200" kern="1200"/>
        </a:p>
      </dsp:txBody>
      <dsp:txXfrm>
        <a:off x="919241" y="2277596"/>
        <a:ext cx="1897450" cy="920099"/>
      </dsp:txXfrm>
    </dsp:sp>
    <dsp:sp modelId="{EF40452A-D1ED-4981-BD19-4386DDBCDA43}">
      <dsp:nvSpPr>
        <dsp:cNvPr id="0" name=""/>
        <dsp:cNvSpPr/>
      </dsp:nvSpPr>
      <dsp:spPr>
        <a:xfrm rot="18289469">
          <a:off x="2551676" y="2155454"/>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2141439"/>
        <a:ext cx="68458" cy="68458"/>
      </dsp:txXfrm>
    </dsp:sp>
    <dsp:sp modelId="{A5B828B9-F1D9-47B3-B626-FFC58332DB0A}">
      <dsp:nvSpPr>
        <dsp:cNvPr id="0" name=""/>
        <dsp:cNvSpPr/>
      </dsp:nvSpPr>
      <dsp:spPr>
        <a:xfrm>
          <a:off x="3627199"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Compare model performances across specific metric in  </a:t>
          </a:r>
          <a:r>
            <a:rPr lang="en-US" sz="1200" b="1" kern="1200"/>
            <a:t>Accuracy, Precision, Recall, and F1-Scor.</a:t>
          </a:r>
          <a:endParaRPr lang="en-US" sz="1200" kern="1200"/>
        </a:p>
      </dsp:txBody>
      <dsp:txXfrm>
        <a:off x="3655825" y="1153642"/>
        <a:ext cx="1897450" cy="920099"/>
      </dsp:txXfrm>
    </dsp:sp>
    <dsp:sp modelId="{41A112E3-226E-452D-BFD5-75DDD127AC6E}">
      <dsp:nvSpPr>
        <dsp:cNvPr id="0" name=""/>
        <dsp:cNvSpPr/>
      </dsp:nvSpPr>
      <dsp:spPr>
        <a:xfrm>
          <a:off x="2845318" y="2717431"/>
          <a:ext cx="781881" cy="40429"/>
        </a:xfrm>
        <a:custGeom>
          <a:avLst/>
          <a:gdLst/>
          <a:ahLst/>
          <a:cxnLst/>
          <a:rect l="0" t="0" r="0" b="0"/>
          <a:pathLst>
            <a:path>
              <a:moveTo>
                <a:pt x="0" y="20214"/>
              </a:moveTo>
              <a:lnTo>
                <a:pt x="781881"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6711" y="2718098"/>
        <a:ext cx="39094" cy="39094"/>
      </dsp:txXfrm>
    </dsp:sp>
    <dsp:sp modelId="{E64B7AEE-631A-4A79-8256-6E4758DDE06F}">
      <dsp:nvSpPr>
        <dsp:cNvPr id="0" name=""/>
        <dsp:cNvSpPr/>
      </dsp:nvSpPr>
      <dsp:spPr>
        <a:xfrm>
          <a:off x="3627199"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Highlight strengths and weaknesses of various models for better decision-making.</a:t>
          </a:r>
          <a:endParaRPr lang="en-US" sz="1200" kern="1200"/>
        </a:p>
      </dsp:txBody>
      <dsp:txXfrm>
        <a:off x="3655825" y="2277596"/>
        <a:ext cx="1897450" cy="920099"/>
      </dsp:txXfrm>
    </dsp:sp>
    <dsp:sp modelId="{3074DADE-D1F1-47E6-B7D1-20FE617E6E7F}">
      <dsp:nvSpPr>
        <dsp:cNvPr id="0" name=""/>
        <dsp:cNvSpPr/>
      </dsp:nvSpPr>
      <dsp:spPr>
        <a:xfrm rot="3310531">
          <a:off x="2551676" y="3279408"/>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3265393"/>
        <a:ext cx="68458" cy="68458"/>
      </dsp:txXfrm>
    </dsp:sp>
    <dsp:sp modelId="{C0C6D754-98F4-4A92-90DC-C852B523FD38}">
      <dsp:nvSpPr>
        <dsp:cNvPr id="0" name=""/>
        <dsp:cNvSpPr/>
      </dsp:nvSpPr>
      <dsp:spPr>
        <a:xfrm>
          <a:off x="3627199" y="3372924"/>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Identifying the best model .</a:t>
          </a:r>
          <a:endParaRPr lang="en-US" sz="1200" kern="1200" dirty="0"/>
        </a:p>
      </dsp:txBody>
      <dsp:txXfrm>
        <a:off x="3655825" y="3401550"/>
        <a:ext cx="1897450" cy="9200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2D285-A8A3-4D95-A0CD-B5D3DB4CF9F3}">
      <dsp:nvSpPr>
        <dsp:cNvPr id="0" name=""/>
        <dsp:cNvSpPr/>
      </dsp:nvSpPr>
      <dsp:spPr>
        <a:xfrm>
          <a:off x="0" y="0"/>
          <a:ext cx="3286125" cy="416083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Develop a user-friendly interface for medical professionals to use the model effectively.</a:t>
          </a:r>
          <a:endParaRPr lang="en-US" sz="1800" kern="1200" dirty="0"/>
        </a:p>
      </dsp:txBody>
      <dsp:txXfrm>
        <a:off x="0" y="1581118"/>
        <a:ext cx="3286125" cy="2496502"/>
      </dsp:txXfrm>
    </dsp:sp>
    <dsp:sp modelId="{4063D4E6-06A7-454B-B482-1E428129AA68}">
      <dsp:nvSpPr>
        <dsp:cNvPr id="0" name=""/>
        <dsp:cNvSpPr/>
      </dsp:nvSpPr>
      <dsp:spPr>
        <a:xfrm>
          <a:off x="1018936" y="416083"/>
          <a:ext cx="1248251" cy="1248251"/>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01738" y="598885"/>
        <a:ext cx="882647" cy="882647"/>
      </dsp:txXfrm>
    </dsp:sp>
    <dsp:sp modelId="{A2EBDABB-0D00-4FBB-9B4C-F57BD2F2EFBF}">
      <dsp:nvSpPr>
        <dsp:cNvPr id="0" name=""/>
        <dsp:cNvSpPr/>
      </dsp:nvSpPr>
      <dsp:spPr>
        <a:xfrm>
          <a:off x="0" y="4160765"/>
          <a:ext cx="3286125" cy="72"/>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9FC99-6162-4906-9C94-417FB1BAAC51}">
      <dsp:nvSpPr>
        <dsp:cNvPr id="0" name=""/>
        <dsp:cNvSpPr/>
      </dsp:nvSpPr>
      <dsp:spPr>
        <a:xfrm>
          <a:off x="3614737" y="0"/>
          <a:ext cx="3286125" cy="4160837"/>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Monitor the model's performance in real-world settings and update it as needed</a:t>
          </a:r>
          <a:r>
            <a:rPr lang="en-US" sz="2000" b="1" i="0" kern="1200" baseline="0" dirty="0"/>
            <a:t>. </a:t>
          </a:r>
          <a:endParaRPr lang="en-US" sz="2000" kern="1200" dirty="0"/>
        </a:p>
      </dsp:txBody>
      <dsp:txXfrm>
        <a:off x="3614737" y="1581118"/>
        <a:ext cx="3286125" cy="2496502"/>
      </dsp:txXfrm>
    </dsp:sp>
    <dsp:sp modelId="{7AC7DCD8-BD1E-4232-A53D-9F83DA148E5A}">
      <dsp:nvSpPr>
        <dsp:cNvPr id="0" name=""/>
        <dsp:cNvSpPr/>
      </dsp:nvSpPr>
      <dsp:spPr>
        <a:xfrm>
          <a:off x="4633674" y="416083"/>
          <a:ext cx="1248251" cy="1248251"/>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16476" y="598885"/>
        <a:ext cx="882647" cy="882647"/>
      </dsp:txXfrm>
    </dsp:sp>
    <dsp:sp modelId="{47F4D4E8-72CE-4E6B-BCA2-0716D8D3AF8F}">
      <dsp:nvSpPr>
        <dsp:cNvPr id="0" name=""/>
        <dsp:cNvSpPr/>
      </dsp:nvSpPr>
      <dsp:spPr>
        <a:xfrm>
          <a:off x="3614737" y="4160765"/>
          <a:ext cx="3286125" cy="72"/>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301214-BEAF-42F1-809D-90E439A1D630}">
      <dsp:nvSpPr>
        <dsp:cNvPr id="0" name=""/>
        <dsp:cNvSpPr/>
      </dsp:nvSpPr>
      <dsp:spPr>
        <a:xfrm>
          <a:off x="7229475" y="0"/>
          <a:ext cx="3286125" cy="416083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00100">
            <a:lnSpc>
              <a:spcPct val="90000"/>
            </a:lnSpc>
            <a:spcBef>
              <a:spcPct val="0"/>
            </a:spcBef>
            <a:spcAft>
              <a:spcPct val="35000"/>
            </a:spcAft>
            <a:buNone/>
          </a:pPr>
          <a:r>
            <a:rPr lang="en-US" sz="1800" b="1" i="0" kern="1200" baseline="0" dirty="0"/>
            <a:t>Ensure compliance with ethical standards and data privacy regulations.</a:t>
          </a:r>
          <a:endParaRPr lang="en-US" sz="1800" kern="1200" dirty="0"/>
        </a:p>
      </dsp:txBody>
      <dsp:txXfrm>
        <a:off x="7229475" y="1581118"/>
        <a:ext cx="3286125" cy="2496502"/>
      </dsp:txXfrm>
    </dsp:sp>
    <dsp:sp modelId="{8FE84C38-F26C-47C6-A37A-FFD2A62CE6F1}">
      <dsp:nvSpPr>
        <dsp:cNvPr id="0" name=""/>
        <dsp:cNvSpPr/>
      </dsp:nvSpPr>
      <dsp:spPr>
        <a:xfrm>
          <a:off x="8248411" y="416083"/>
          <a:ext cx="1248251" cy="1248251"/>
        </a:xfrm>
        <a:prstGeom prst="ellipse">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31213" y="598885"/>
        <a:ext cx="882647" cy="882647"/>
      </dsp:txXfrm>
    </dsp:sp>
    <dsp:sp modelId="{AA4E243B-C218-452D-BE95-C88B1BE1F4AE}">
      <dsp:nvSpPr>
        <dsp:cNvPr id="0" name=""/>
        <dsp:cNvSpPr/>
      </dsp:nvSpPr>
      <dsp:spPr>
        <a:xfrm>
          <a:off x="7229475" y="4160765"/>
          <a:ext cx="3286125"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34D25-8D78-467C-9B26-679AE7179824}" type="datetimeFigureOut">
              <a:rPr lang="en-AU" smtClean="0"/>
              <a:t>5/04/2025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FBFE-BC1B-429B-801D-CD05D57BCE53}" type="slidenum">
              <a:rPr lang="en-AU" smtClean="0"/>
              <a:t>‹#›</a:t>
            </a:fld>
            <a:endParaRPr lang="en-AU"/>
          </a:p>
        </p:txBody>
      </p:sp>
    </p:spTree>
    <p:extLst>
      <p:ext uri="{BB962C8B-B14F-4D97-AF65-F5344CB8AC3E}">
        <p14:creationId xmlns:p14="http://schemas.microsoft.com/office/powerpoint/2010/main" val="1559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6</a:t>
            </a:fld>
            <a:endParaRPr lang="en-AU"/>
          </a:p>
        </p:txBody>
      </p:sp>
    </p:spTree>
    <p:extLst>
      <p:ext uri="{BB962C8B-B14F-4D97-AF65-F5344CB8AC3E}">
        <p14:creationId xmlns:p14="http://schemas.microsoft.com/office/powerpoint/2010/main" val="1356139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a:t>Interpreting the Distribution Plots</a:t>
            </a:r>
            <a:endParaRPr lang="en-US"/>
          </a:p>
          <a:p>
            <a:r>
              <a:rPr lang="en-US"/>
              <a:t>“After scaling, we plotted the distribution of each feature. This helps us understand the shape of the data, spot outliers, and detect skewness or multi-modal behavior.”</a:t>
            </a:r>
          </a:p>
          <a:p>
            <a:r>
              <a:rPr lang="en-US" b="1"/>
              <a:t>What to highlight from the plot:</a:t>
            </a:r>
            <a:endParaRPr lang="en-US"/>
          </a:p>
          <a:p>
            <a:pPr marL="171450" indent="-171450">
              <a:buFont typeface="Arial"/>
              <a:buChar char="•"/>
            </a:pPr>
            <a:r>
              <a:rPr lang="en-US"/>
              <a:t>Most features are </a:t>
            </a:r>
            <a:r>
              <a:rPr lang="en-US" b="1"/>
              <a:t>roughly bell-shaped</a:t>
            </a:r>
            <a:r>
              <a:rPr lang="en-US"/>
              <a:t> (normal distribution), especially after scaling.</a:t>
            </a:r>
          </a:p>
          <a:p>
            <a:pPr marL="171450" indent="-171450">
              <a:buFont typeface="Arial"/>
              <a:buChar char="•"/>
            </a:pPr>
            <a:r>
              <a:rPr lang="en-US"/>
              <a:t>Some features may still show </a:t>
            </a:r>
            <a:r>
              <a:rPr lang="en-US" b="1"/>
              <a:t>skewness</a:t>
            </a:r>
            <a:r>
              <a:rPr lang="en-US"/>
              <a:t> (e.g., positive or negative tails).</a:t>
            </a:r>
          </a:p>
          <a:p>
            <a:pPr marL="171450" indent="-171450">
              <a:buFont typeface="Arial"/>
              <a:buChar char="•"/>
            </a:pPr>
            <a:r>
              <a:rPr lang="en-US"/>
              <a:t>There are a few features that appear </a:t>
            </a:r>
            <a:r>
              <a:rPr lang="en-US" b="1"/>
              <a:t>bimodal</a:t>
            </a:r>
            <a:r>
              <a:rPr lang="en-US"/>
              <a:t>—which may reflect </a:t>
            </a:r>
            <a:r>
              <a:rPr lang="en-US" b="1"/>
              <a:t>differences between malignant and benign classes</a:t>
            </a:r>
            <a:r>
              <a:rPr lang="en-US"/>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7</a:t>
            </a:fld>
            <a:endParaRPr lang="en-AU"/>
          </a:p>
        </p:txBody>
      </p:sp>
    </p:spTree>
    <p:extLst>
      <p:ext uri="{BB962C8B-B14F-4D97-AF65-F5344CB8AC3E}">
        <p14:creationId xmlns:p14="http://schemas.microsoft.com/office/powerpoint/2010/main" val="834900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boxplot</a:t>
            </a:r>
            <a:r>
              <a:rPr lang="en-US" dirty="0"/>
              <a:t> (a.k.a. box-and-whisker plot) summarizes the distribution of a dataset and highlights potential </a:t>
            </a:r>
            <a:r>
              <a:rPr lang="en-US" b="1" dirty="0"/>
              <a:t>outliers</a:t>
            </a:r>
            <a:r>
              <a:rPr lang="en-US" dirty="0"/>
              <a:t>.</a:t>
            </a:r>
          </a:p>
          <a:p>
            <a:endParaRPr lang="en-US" dirty="0"/>
          </a:p>
          <a:p>
            <a:r>
              <a:rPr lang="en-US" dirty="0"/>
              <a:t>"The dots beyond the whiskers are statistical outliers. In medical data, these could represent tumors with significantly larger size or unusual properties. While they might be true values, it’s essential to consider them carefully—they could skew the model or contain important clinical insights."</a:t>
            </a:r>
          </a:p>
          <a:p>
            <a:endParaRPr lang="en-US" dirty="0"/>
          </a:p>
          <a:p>
            <a:pPr marL="171450" indent="-171450">
              <a:buFont typeface="Arial"/>
              <a:buChar char="•"/>
            </a:pPr>
            <a:r>
              <a:rPr lang="en-US" b="1" dirty="0"/>
              <a:t>Keep them</a:t>
            </a:r>
            <a:r>
              <a:rPr lang="en-US" dirty="0"/>
              <a:t>: if they’re valid and meaningful (e.g., aggressive tumors).</a:t>
            </a:r>
          </a:p>
          <a:p>
            <a:pPr marL="171450" indent="-171450">
              <a:buFont typeface="Arial"/>
              <a:buChar char="•"/>
            </a:pPr>
            <a:r>
              <a:rPr lang="en-US" b="1" dirty="0"/>
              <a:t>Transform</a:t>
            </a:r>
            <a:r>
              <a:rPr lang="en-US" dirty="0"/>
              <a:t>: to reduce their impact (e.g., use log-scaling).</a:t>
            </a:r>
          </a:p>
          <a:p>
            <a:pPr marL="171450" indent="-171450">
              <a:buFont typeface="Arial"/>
              <a:buChar char="•"/>
            </a:pPr>
            <a:r>
              <a:rPr lang="en-US" b="1" dirty="0"/>
              <a:t>Remove</a:t>
            </a:r>
            <a:r>
              <a:rPr lang="en-US" dirty="0"/>
              <a:t>: only if they are likely errors or extremely rare cases.</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8</a:t>
            </a:fld>
            <a:endParaRPr lang="en-AU"/>
          </a:p>
        </p:txBody>
      </p:sp>
    </p:spTree>
    <p:extLst>
      <p:ext uri="{BB962C8B-B14F-4D97-AF65-F5344CB8AC3E}">
        <p14:creationId xmlns:p14="http://schemas.microsoft.com/office/powerpoint/2010/main" val="3614867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pairplot</a:t>
            </a:r>
            <a:r>
              <a:rPr lang="en-US" dirty="0"/>
              <a:t> shows pairwise scatter plots for different features, with the points color-coded by whether the tumor is benign or malignant.</a:t>
            </a:r>
          </a:p>
          <a:p>
            <a:endParaRPr lang="en-US" dirty="0"/>
          </a:p>
          <a:p>
            <a:r>
              <a:rPr lang="en-US" dirty="0"/>
              <a:t>"Before applying any machine learning models, it's important to understand the relationships between features. One powerful way to do that is using a </a:t>
            </a:r>
            <a:r>
              <a:rPr lang="en-US" dirty="0" err="1"/>
              <a:t>pairplot</a:t>
            </a:r>
            <a:r>
              <a:rPr lang="en-US" dirty="0"/>
              <a:t>. It helps us see patterns, correlations, and potential for separating classes."</a:t>
            </a:r>
          </a:p>
          <a:p>
            <a:r>
              <a:rPr lang="en-US" dirty="0"/>
              <a:t>"This is a </a:t>
            </a:r>
            <a:r>
              <a:rPr lang="en-US" dirty="0" err="1"/>
              <a:t>pairplot</a:t>
            </a:r>
            <a:r>
              <a:rPr lang="en-US" dirty="0"/>
              <a:t> showing selected features from the breast cancer dataset. Each point represents a sample. The diagonal shows the distribution of individual features, while the off-diagonals show scatterplots between two features, colored by class (benign or malignant)."</a:t>
            </a:r>
          </a:p>
          <a:p>
            <a:endParaRPr lang="en-US" dirty="0"/>
          </a:p>
          <a:p>
            <a:pPr marL="171450" indent="-171450">
              <a:buFont typeface="Arial"/>
              <a:buChar char="•"/>
            </a:pPr>
            <a:r>
              <a:rPr lang="en-US" b="1" dirty="0"/>
              <a:t>Class Separation</a:t>
            </a:r>
            <a:endParaRPr lang="en-US" dirty="0"/>
          </a:p>
          <a:p>
            <a:r>
              <a:rPr lang="en-US" dirty="0"/>
              <a:t>"We can observe that some feature pairs show clear separation between classes. For example, mean radius vs. mean texture shows two distinct clusters. This tells us that these features are useful for classification."</a:t>
            </a:r>
          </a:p>
          <a:p>
            <a:pPr marL="171450" indent="-171450">
              <a:buFont typeface="Arial"/>
              <a:buChar char="•"/>
            </a:pPr>
            <a:r>
              <a:rPr lang="en-US" b="1" dirty="0"/>
              <a:t>Correlated Features</a:t>
            </a:r>
            <a:endParaRPr lang="en-US" dirty="0"/>
          </a:p>
          <a:p>
            <a:r>
              <a:rPr lang="en-US" dirty="0"/>
              <a:t>"Some scatterplots show a strong linear trend, like mean area and mean radius. This suggests they’re highly correlated. We might consider removing one to reduce redundancy or applying dimensionality reduction techniques like PCA."</a:t>
            </a:r>
          </a:p>
          <a:p>
            <a:endParaRPr lang="en-US" dirty="0"/>
          </a:p>
          <a:p>
            <a:r>
              <a:rPr lang="en-US" dirty="0"/>
              <a:t>This visual insight helps guide feature selection. We can choose features that best separate the classes and drop or transform features that are highly correlated or skewed. This can improve model performance and reduce overfitting."</a:t>
            </a:r>
          </a:p>
          <a:p>
            <a:endParaRPr lang="en-US" dirty="0"/>
          </a:p>
          <a:p>
            <a:r>
              <a:rPr lang="en-US" dirty="0"/>
              <a:t>"I’ve selected these four features from the dataset: mean radius, mean texture, mean perimeter, and mean smoothness. These were chosen to highlight class separation and correlation patterns. For instance, we can see that mean radius and mean perimeter are strongly correlated, which is common since larger tumors tend to have larger perimeters."</a:t>
            </a:r>
          </a:p>
          <a:p>
            <a:r>
              <a:rPr lang="en-US" dirty="0"/>
              <a:t>"Notice how malignant and benign cases often cluster separately, especially along the mean radius and mean texture axes. That tells us these features will be valuable for classification."</a:t>
            </a:r>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9</a:t>
            </a:fld>
            <a:endParaRPr lang="en-AU"/>
          </a:p>
        </p:txBody>
      </p:sp>
    </p:spTree>
    <p:extLst>
      <p:ext uri="{BB962C8B-B14F-4D97-AF65-F5344CB8AC3E}">
        <p14:creationId xmlns:p14="http://schemas.microsoft.com/office/powerpoint/2010/main" val="3954033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heatmap is a visual representation of the correlation matrix. Each cell shows the correlation coefficient between a pair of features, ranging from -1 to 1. A value close to 1 means strong positive correlation, -1 means strong negative correlation, and 0 means no correlation."</a:t>
            </a:r>
          </a:p>
          <a:p>
            <a:endParaRPr lang="en-US" dirty="0"/>
          </a:p>
          <a:p>
            <a:r>
              <a:rPr lang="en-US" dirty="0"/>
              <a:t>"We use a heatmap to quickly identify highly correlated features. If two features are strongly correlated, they might provide redundant information to the model. This can lead to overfitting or unnecessarily complex models."</a:t>
            </a:r>
          </a:p>
          <a:p>
            <a:endParaRPr lang="en-US" dirty="0"/>
          </a:p>
          <a:p>
            <a:r>
              <a:rPr lang="en-US" dirty="0"/>
              <a:t>"In this heatmap, we can see that mean radius, mean perimeter, and mean area are very highly correlated — the values are close to 1. That makes sense — larger tumors tend to have bigger radius, perimeter, and area. So, instead of keeping all three, we might choose one or apply dimensionality reduction like PCA."</a:t>
            </a:r>
          </a:p>
          <a:p>
            <a:r>
              <a:rPr lang="en-US" dirty="0"/>
              <a:t>"We can also spot some features with low or negative correlation to others, which could add unique information to the model."</a:t>
            </a:r>
          </a:p>
          <a:p>
            <a:r>
              <a:rPr lang="en-US" dirty="0"/>
              <a:t>"By identifying these relationships visually, we can make smarter choices about which features to keep, combine, or drop."</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10</a:t>
            </a:fld>
            <a:endParaRPr lang="en-AU"/>
          </a:p>
        </p:txBody>
      </p:sp>
    </p:spTree>
    <p:extLst>
      <p:ext uri="{BB962C8B-B14F-4D97-AF65-F5344CB8AC3E}">
        <p14:creationId xmlns:p14="http://schemas.microsoft.com/office/powerpoint/2010/main" val="1372553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Component Analysis, or PCA, is a technique used to reduce the number of features while preserving as much variance (or information) in the data as possible. It transforms the original features into new, uncorrelated components called principal components."</a:t>
            </a:r>
          </a:p>
          <a:p>
            <a:endParaRPr lang="en-US" dirty="0"/>
          </a:p>
          <a:p>
            <a:r>
              <a:rPr lang="en-US" dirty="0"/>
              <a:t>"In datasets like the breast cancer dataset, many features are correlated, which means they provide overlapping information. PCA helps us combine these correlated features into fewer components that still capture most of the data’s structure. This makes models faster, simpler, and often more accurate."</a:t>
            </a:r>
          </a:p>
          <a:p>
            <a:endParaRPr lang="en-US" dirty="0"/>
          </a:p>
          <a:p>
            <a:pPr marL="171450" indent="-171450">
              <a:buFont typeface="Arial"/>
              <a:buChar char="•"/>
            </a:pPr>
            <a:r>
              <a:rPr lang="en-US" b="1" dirty="0"/>
              <a:t>Cumulative Explained Variance:</a:t>
            </a:r>
            <a:r>
              <a:rPr lang="en-US" dirty="0"/>
              <a:t> Each principal component explains a portion of the total variance in the data. The cumulative explained variance is the sum of the variance explained by each component up to a certain point.</a:t>
            </a:r>
          </a:p>
          <a:p>
            <a:endParaRPr lang="en-US" dirty="0"/>
          </a:p>
          <a:p>
            <a:r>
              <a:rPr lang="en-US" dirty="0"/>
              <a:t>To achieve 95% cumulative explained variance, you select the minimum number of principal components needed such that their combined explained variance is at least 95%. These selected components represent the most important information in the data.</a:t>
            </a:r>
          </a:p>
          <a:p>
            <a:endParaRPr lang="en-US" dirty="0"/>
          </a:p>
          <a:p>
            <a:r>
              <a:rPr lang="en-US" dirty="0"/>
              <a:t>Features explaining 95% variance: ['mean concave points', 'mean fractal dimension', 'texture error', 'worst texture', 'mean smoothness', 'worst symmetry', 'worst fractal dimension', 'smoothness error', 'concavity error', 'mean symmetry']</a:t>
            </a:r>
          </a:p>
          <a:p>
            <a:r>
              <a:rPr lang="en-US" dirty="0"/>
              <a:t>Selected Features (emphasizing recall): ['mean concave points', 'mean fractal dimension', 'texture error', 'worst texture', 'mean smoothness', 'worst symmetry', 'worst fractal dimension', 'smoothness error', 'concavity error', 'mean symmetry']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11</a:t>
            </a:fld>
            <a:endParaRPr lang="en-AU"/>
          </a:p>
        </p:txBody>
      </p:sp>
    </p:spTree>
    <p:extLst>
      <p:ext uri="{BB962C8B-B14F-4D97-AF65-F5344CB8AC3E}">
        <p14:creationId xmlns:p14="http://schemas.microsoft.com/office/powerpoint/2010/main" val="141040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ADD8-1EA8-9A54-0939-95F8D9214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5FAA8-5CF6-F167-9D93-AEDA643EC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3082-A681-D8A8-42B7-9EDBD8DF400A}"/>
              </a:ext>
            </a:extLst>
          </p:cNvPr>
          <p:cNvSpPr>
            <a:spLocks noGrp="1"/>
          </p:cNvSpPr>
          <p:nvPr>
            <p:ph type="body" idx="1"/>
          </p:nvPr>
        </p:nvSpPr>
        <p:spPr/>
        <p:txBody>
          <a:bodyPr/>
          <a:lstStyle/>
          <a:p>
            <a:pPr marL="171450" indent="-171450">
              <a:buFont typeface="Arial"/>
              <a:buChar char="•"/>
            </a:pPr>
            <a:r>
              <a:rPr lang="en-US" dirty="0"/>
              <a:t>SFS is a greedy search algorithm that selects a subset of features by iteratively adding or removing features based on their performance in a model.</a:t>
            </a:r>
          </a:p>
          <a:p>
            <a:pPr marL="171450" indent="-171450">
              <a:buFont typeface="Arial"/>
              <a:buChar char="•"/>
            </a:pPr>
            <a:r>
              <a:rPr lang="en-US" dirty="0"/>
              <a:t>Here, I used </a:t>
            </a:r>
            <a:r>
              <a:rPr lang="en-US" b="1" dirty="0"/>
              <a:t>forward selection</a:t>
            </a:r>
            <a:r>
              <a:rPr lang="en-US" dirty="0"/>
              <a:t>, which starts with no features and adds one at a time based on their contribution to model performance.</a:t>
            </a:r>
          </a:p>
          <a:p>
            <a:endParaRPr lang="en-US" dirty="0"/>
          </a:p>
          <a:p>
            <a:r>
              <a:rPr lang="en-US" dirty="0"/>
              <a:t>SFS is a simple yet effective technique for selecting the best subset of features, especially when the feature space is large, and you want to avoid overfitting by using only the most important features.
</a:t>
            </a:r>
          </a:p>
          <a:p>
            <a:r>
              <a:rPr lang="en-US" dirty="0"/>
              <a:t>Selected Features: [</a:t>
            </a:r>
            <a:r>
              <a:rPr lang="en-US" dirty="0" err="1"/>
              <a:t>np.str</a:t>
            </a:r>
            <a:r>
              <a:rPr lang="en-US" dirty="0"/>
              <a:t>_('mean concavity'), </a:t>
            </a:r>
            <a:r>
              <a:rPr lang="en-US" dirty="0" err="1"/>
              <a:t>np.str</a:t>
            </a:r>
            <a:r>
              <a:rPr lang="en-US" dirty="0"/>
              <a:t>_('mean fractal dimension'), </a:t>
            </a:r>
            <a:r>
              <a:rPr lang="en-US" dirty="0" err="1"/>
              <a:t>np.str</a:t>
            </a:r>
            <a:r>
              <a:rPr lang="en-US" dirty="0"/>
              <a:t>_('texture error'), </a:t>
            </a:r>
            <a:r>
              <a:rPr lang="en-US" dirty="0" err="1"/>
              <a:t>np.str</a:t>
            </a:r>
            <a:r>
              <a:rPr lang="en-US" dirty="0"/>
              <a:t>_('smoothness error'), </a:t>
            </a:r>
            <a:r>
              <a:rPr lang="en-US" dirty="0" err="1"/>
              <a:t>np.str</a:t>
            </a:r>
            <a:r>
              <a:rPr lang="en-US" dirty="0"/>
              <a:t>_('symmetry error'), </a:t>
            </a:r>
            <a:r>
              <a:rPr lang="en-US" dirty="0" err="1"/>
              <a:t>np.str</a:t>
            </a:r>
            <a:r>
              <a:rPr lang="en-US" dirty="0"/>
              <a:t>_('worst texture'), </a:t>
            </a:r>
            <a:r>
              <a:rPr lang="en-US" dirty="0" err="1"/>
              <a:t>np.str</a:t>
            </a:r>
            <a:r>
              <a:rPr lang="en-US" dirty="0"/>
              <a:t>_('worst area'), </a:t>
            </a:r>
            <a:r>
              <a:rPr lang="en-US" dirty="0" err="1"/>
              <a:t>np.str</a:t>
            </a:r>
            <a:r>
              <a:rPr lang="en-US" dirty="0"/>
              <a:t>_('worst smoothness'), </a:t>
            </a:r>
            <a:r>
              <a:rPr lang="en-US" dirty="0" err="1"/>
              <a:t>np.str</a:t>
            </a:r>
            <a:r>
              <a:rPr lang="en-US" dirty="0"/>
              <a:t>_('worst compactness'), </a:t>
            </a:r>
            <a:r>
              <a:rPr lang="en-US" dirty="0" err="1"/>
              <a:t>np.str</a:t>
            </a:r>
            <a:r>
              <a:rPr lang="en-US" dirty="0"/>
              <a:t>_('worst concavity')]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E983B39-7497-9D86-2276-393E494207E0}"/>
              </a:ext>
            </a:extLst>
          </p:cNvPr>
          <p:cNvSpPr>
            <a:spLocks noGrp="1"/>
          </p:cNvSpPr>
          <p:nvPr>
            <p:ph type="sldNum" sz="quarter" idx="5"/>
          </p:nvPr>
        </p:nvSpPr>
        <p:spPr/>
        <p:txBody>
          <a:bodyPr/>
          <a:lstStyle/>
          <a:p>
            <a:fld id="{99EDFBFE-BC1B-429B-801D-CD05D57BCE53}" type="slidenum">
              <a:rPr lang="en-AU" smtClean="0"/>
              <a:t>12</a:t>
            </a:fld>
            <a:endParaRPr lang="en-AU"/>
          </a:p>
        </p:txBody>
      </p:sp>
    </p:spTree>
    <p:extLst>
      <p:ext uri="{BB962C8B-B14F-4D97-AF65-F5344CB8AC3E}">
        <p14:creationId xmlns:p14="http://schemas.microsoft.com/office/powerpoint/2010/main" val="3033586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recall optimization</a:t>
            </a:r>
            <a:r>
              <a:rPr lang="en-US" dirty="0"/>
              <a:t>, </a:t>
            </a:r>
            <a:r>
              <a:rPr lang="en-US" b="1" dirty="0"/>
              <a:t>SFS</a:t>
            </a:r>
            <a:r>
              <a:rPr lang="en-US" dirty="0"/>
              <a:t> is likely to perform better since it is tailored for selecting features that maximize recall, whereas PCA + RFE might lose some important details by focusing on components rather than individual features.</a:t>
            </a:r>
          </a:p>
          <a:p>
            <a:endParaRPr lang="en-US" dirty="0"/>
          </a:p>
          <a:p>
            <a:r>
              <a:rPr lang="en-US"/>
              <a:t>As you can see from the output, the highest mean recall score (approximately 0.976) was achieved when using a cross-validation fold of </a:t>
            </a:r>
            <a:r>
              <a:rPr lang="en-US" b="1"/>
              <a:t>3</a:t>
            </a:r>
            <a:r>
              <a:rPr lang="en-US"/>
              <a:t>.</a:t>
            </a:r>
          </a:p>
          <a:p>
            <a:endParaRPr lang="en-US" dirty="0"/>
          </a:p>
          <a:p>
            <a:pPr marL="171450" indent="-171450">
              <a:buFont typeface="Arial"/>
              <a:buChar char="•"/>
            </a:pPr>
            <a:r>
              <a:rPr lang="en-US"/>
              <a:t>While </a:t>
            </a:r>
            <a:r>
              <a:rPr lang="en-US" b="1"/>
              <a:t>cv=3</a:t>
            </a:r>
            <a:r>
              <a:rPr lang="en-US"/>
              <a:t> gives a perfect recall score, you should consider the stability and generalisation ability of the model. A slight drop in recall from </a:t>
            </a:r>
            <a:r>
              <a:rPr lang="en-US" b="1"/>
              <a:t>cv=3</a:t>
            </a:r>
            <a:r>
              <a:rPr lang="en-US"/>
              <a:t> to </a:t>
            </a:r>
            <a:r>
              <a:rPr lang="en-US" b="1"/>
              <a:t>cv=5</a:t>
            </a:r>
            <a:r>
              <a:rPr lang="en-US"/>
              <a:t> or </a:t>
            </a:r>
            <a:r>
              <a:rPr lang="en-US" b="1"/>
              <a:t>cv=10</a:t>
            </a:r>
            <a:r>
              <a:rPr lang="en-US"/>
              <a:t> (which is still very high) suggests that the model is more robust with more folds.</a:t>
            </a:r>
          </a:p>
          <a:p>
            <a:pPr marL="171450" indent="-171450">
              <a:buFont typeface="Arial"/>
              <a:buChar char="•"/>
            </a:pPr>
            <a:r>
              <a:rPr lang="en-US" b="1"/>
              <a:t>cv=5</a:t>
            </a:r>
            <a:r>
              <a:rPr lang="en-US"/>
              <a:t> and </a:t>
            </a:r>
            <a:r>
              <a:rPr lang="en-US" b="1"/>
              <a:t>cv=10</a:t>
            </a:r>
            <a:r>
              <a:rPr lang="en-US"/>
              <a:t> should be preferred for most use cases, especially in real-world applications, because they provide more stable results and reduce the likelihood of overfitting.</a:t>
            </a:r>
          </a:p>
          <a:p>
            <a:pPr marL="171450" indent="-171450">
              <a:buFont typeface="Arial"/>
              <a:buChar char="•"/>
            </a:pPr>
            <a:endParaRPr lang="en-US" dirty="0"/>
          </a:p>
          <a:p>
            <a:pPr marL="171450" indent="-171450">
              <a:buFont typeface="Arial"/>
              <a:buChar char="•"/>
            </a:pPr>
            <a:r>
              <a:rPr lang="en-US" b="1"/>
              <a:t>cv=5</a:t>
            </a:r>
            <a:r>
              <a:rPr lang="en-US"/>
              <a:t> or </a:t>
            </a:r>
            <a:r>
              <a:rPr lang="en-US" b="1"/>
              <a:t>cv=10</a:t>
            </a:r>
            <a:r>
              <a:rPr lang="en-US"/>
              <a:t> would likely be better choices for final model selection, as they provide more reliable estimates of the model's performance on unseen data. </a:t>
            </a:r>
            <a:r>
              <a:rPr lang="en-US" b="1"/>
              <a:t>cv=3</a:t>
            </a:r>
            <a:r>
              <a:rPr lang="en-US"/>
              <a:t> could be used as a quick test, but it shouldn't be relied on for selecting the final model.</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13</a:t>
            </a:fld>
            <a:endParaRPr lang="en-AU"/>
          </a:p>
        </p:txBody>
      </p:sp>
    </p:spTree>
    <p:extLst>
      <p:ext uri="{BB962C8B-B14F-4D97-AF65-F5344CB8AC3E}">
        <p14:creationId xmlns:p14="http://schemas.microsoft.com/office/powerpoint/2010/main" val="3641686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D4BA2-B1FE-1C5A-9B68-83D34EC34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B8C16EA-4B33-88AB-3693-FE2261C8AB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8C8BE7F-EC7F-ABD3-5E9F-719C2B4A8FE5}"/>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1CC73337-57DE-024C-0231-6CEB51A1FF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A14A905-75D9-486A-84DD-028B7CF1B96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02548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592E-4DDD-F676-06BE-B3A8CEB26B3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A902A8A-A008-55E3-F1B2-D246740F8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893173-8301-C06B-E271-230304BE456B}"/>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EA4801FA-ACED-C651-8A77-DC3D5D2AAC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4B5E85-2716-0109-2583-C65785D5FD5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196772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31F1-FE78-CB98-84C1-A17EEA6387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A4CB79-9905-2983-3454-1D45E574FD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2BB53D-B09C-B33B-B141-452EA0E7012E}"/>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4DDEF97E-91ED-31C1-4E2D-E215FB46AA3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C9E9968-4350-8E23-C45E-28D02387C8C1}"/>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9188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BDC0-3052-FF25-5B2B-6CC58E33350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39C159F-4194-CDC4-BF3B-1B78349BC1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A74CFAC-61E6-F0A6-A541-6C9BDD9AA6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583D5FA-17C1-987E-E98F-5CB98CF48FB1}"/>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6" name="Footer Placeholder 5">
            <a:extLst>
              <a:ext uri="{FF2B5EF4-FFF2-40B4-BE49-F238E27FC236}">
                <a16:creationId xmlns:a16="http://schemas.microsoft.com/office/drawing/2014/main" id="{CB3D6AAA-421F-D0F5-0ECA-E7854E0795B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BF9B58-8EDC-C1C2-B290-AA26E78654A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58171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B376-1449-21C7-68DF-DC931C33FBB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AAC5F39-6579-ECFD-5056-A659C0B858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B8C70-591B-53D3-7295-C38121B30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C5F54D0-0C7F-34BD-E370-6A2AEF449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67744-0655-B3E6-5740-5F0B619A0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0D0DC57-5F2A-0177-6F22-DF52446127F1}"/>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8" name="Footer Placeholder 7">
            <a:extLst>
              <a:ext uri="{FF2B5EF4-FFF2-40B4-BE49-F238E27FC236}">
                <a16:creationId xmlns:a16="http://schemas.microsoft.com/office/drawing/2014/main" id="{8FB0D330-B2E5-AC84-058C-89F9CC658A6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40AA5C2-26BC-CF79-BDF4-A6885F16FB1F}"/>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85900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EC10-E384-97B7-8AC5-2436855907B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9F430C3-5440-5038-909E-D5BE8B70F08C}"/>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4" name="Footer Placeholder 3">
            <a:extLst>
              <a:ext uri="{FF2B5EF4-FFF2-40B4-BE49-F238E27FC236}">
                <a16:creationId xmlns:a16="http://schemas.microsoft.com/office/drawing/2014/main" id="{6105A56A-B6D7-44AE-02A8-D0ED7FC563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EC27475-DD0B-0C57-BBD2-3A8EBAB166B6}"/>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16291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C7824A-D726-D4FE-2909-1425F5DD3E46}"/>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3" name="Footer Placeholder 2">
            <a:extLst>
              <a:ext uri="{FF2B5EF4-FFF2-40B4-BE49-F238E27FC236}">
                <a16:creationId xmlns:a16="http://schemas.microsoft.com/office/drawing/2014/main" id="{8FE95A8C-0B86-51FA-BEBD-FB97793620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DDEEB36-9671-12A0-A269-9E93C95A9D8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614659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81E0-CE20-995D-6F72-F957BDBC1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06A797D-728B-ABB3-6C37-7B9A59169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1A2F35C-F2A1-7C9B-301E-02232ED6B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C0DB1-9278-7A6E-EF43-6AF133EF8437}"/>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6" name="Footer Placeholder 5">
            <a:extLst>
              <a:ext uri="{FF2B5EF4-FFF2-40B4-BE49-F238E27FC236}">
                <a16:creationId xmlns:a16="http://schemas.microsoft.com/office/drawing/2014/main" id="{A9149315-9834-6794-2638-CEB90D3E2F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0909F18-DEA3-21AF-FD87-FF1C56C53AC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0720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EB52-45F2-B84E-A02B-10D2879DC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605895D-230A-C82E-D9B1-6B0082FD24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DD9F453-F446-D9E0-0180-2E9ABAD68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16C5F-5B4F-10EE-1551-9820DF973753}"/>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6" name="Footer Placeholder 5">
            <a:extLst>
              <a:ext uri="{FF2B5EF4-FFF2-40B4-BE49-F238E27FC236}">
                <a16:creationId xmlns:a16="http://schemas.microsoft.com/office/drawing/2014/main" id="{13A43038-53EE-CA81-E3EF-479F458F49B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2C28B10-8E17-8C1A-867B-29FA77B6E362}"/>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3462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1742-802E-C93D-F80B-DD9CD3370F3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99B4BF-B8DE-3A63-11FD-1388813ED9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35F1817-A359-143F-2CB4-4297E6FB3D49}"/>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B6C98068-F7D9-1C31-27AB-D011A61F6E6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3DE563-396D-0B1C-4587-4FFFB60A6D59}"/>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90412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F8B02-A4C2-C92D-6FFA-36D12DF3BE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321F7A7-FFD4-1BAD-E052-BB86499E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40BBF4-70D1-5C35-C417-416D9B78AB49}"/>
              </a:ext>
            </a:extLst>
          </p:cNvPr>
          <p:cNvSpPr>
            <a:spLocks noGrp="1"/>
          </p:cNvSpPr>
          <p:nvPr>
            <p:ph type="dt" sz="half" idx="10"/>
          </p:nvPr>
        </p:nvSpPr>
        <p:spPr/>
        <p:txBody>
          <a:body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7380F0FD-B9D2-6B91-1A1D-DAF2C50393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EF2483C-982F-585E-5D03-A3C37DE7D4D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277300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89D1B-A08B-C2C3-0681-28BE128F9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CA51EE-40F9-0723-17E6-1CCC1BF0F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7EFAD47-29E0-31B9-2DF0-E4E7F3E22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6D610-3DD4-4A03-B46E-CE9B5B98638A}" type="datetimeFigureOut">
              <a:rPr lang="en-AU" smtClean="0"/>
              <a:t>5/04/2025</a:t>
            </a:fld>
            <a:endParaRPr lang="en-AU"/>
          </a:p>
        </p:txBody>
      </p:sp>
      <p:sp>
        <p:nvSpPr>
          <p:cNvPr id="5" name="Footer Placeholder 4">
            <a:extLst>
              <a:ext uri="{FF2B5EF4-FFF2-40B4-BE49-F238E27FC236}">
                <a16:creationId xmlns:a16="http://schemas.microsoft.com/office/drawing/2014/main" id="{DFBF8BE5-B604-0E0D-1715-0D980D6B5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18B92AE-9A05-B75F-02C1-4DA909F02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B3E9DE-F27B-480B-A2AF-BE47683704D3}" type="slidenum">
              <a:rPr lang="en-AU" smtClean="0"/>
              <a:t>‹#›</a:t>
            </a:fld>
            <a:endParaRPr lang="en-AU"/>
          </a:p>
        </p:txBody>
      </p:sp>
    </p:spTree>
    <p:extLst>
      <p:ext uri="{BB962C8B-B14F-4D97-AF65-F5344CB8AC3E}">
        <p14:creationId xmlns:p14="http://schemas.microsoft.com/office/powerpoint/2010/main" val="2112914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EB0E633B-514F-D9F0-3DDF-9B406444000E}"/>
              </a:ext>
            </a:extLst>
          </p:cNvPr>
          <p:cNvPicPr>
            <a:picLocks noChangeAspect="1"/>
          </p:cNvPicPr>
          <p:nvPr/>
        </p:nvPicPr>
        <p:blipFill>
          <a:blip r:embed="rId2"/>
          <a:srcRect r="1" b="13820"/>
          <a:stretch/>
        </p:blipFill>
        <p:spPr>
          <a:xfrm>
            <a:off x="-1241782" y="0"/>
            <a:ext cx="9947062" cy="6857990"/>
          </a:xfrm>
          <a:prstGeom prst="rect">
            <a:avLst/>
          </a:prstGeom>
        </p:spPr>
      </p:pic>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3" name="Freeform: Shape 12">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B78835F-BA27-4115-A4C3-342AA7C6FAC8}"/>
              </a:ext>
            </a:extLst>
          </p:cNvPr>
          <p:cNvSpPr>
            <a:spLocks noGrp="1"/>
          </p:cNvSpPr>
          <p:nvPr>
            <p:ph type="ctrTitle"/>
          </p:nvPr>
        </p:nvSpPr>
        <p:spPr>
          <a:xfrm>
            <a:off x="8046720" y="1045597"/>
            <a:ext cx="3633746" cy="1588422"/>
          </a:xfrm>
        </p:spPr>
        <p:txBody>
          <a:bodyPr vert="horz" lIns="91440" tIns="45720" rIns="91440" bIns="45720" rtlCol="0" anchor="b">
            <a:normAutofit/>
          </a:bodyPr>
          <a:lstStyle/>
          <a:p>
            <a:pPr algn="l"/>
            <a:r>
              <a:rPr lang="en-US" sz="2500" b="1" dirty="0"/>
              <a:t>Machine Learning for Breast Cancer Diagnosis: </a:t>
            </a:r>
            <a:br>
              <a:rPr lang="en-US" sz="2500" b="1" dirty="0"/>
            </a:br>
            <a:r>
              <a:rPr lang="en-US" sz="2500" b="1" dirty="0"/>
              <a:t>A Data-Driven Approach</a:t>
            </a:r>
          </a:p>
        </p:txBody>
      </p:sp>
      <p:sp>
        <p:nvSpPr>
          <p:cNvPr id="3" name="Subtitle 2">
            <a:extLst>
              <a:ext uri="{FF2B5EF4-FFF2-40B4-BE49-F238E27FC236}">
                <a16:creationId xmlns:a16="http://schemas.microsoft.com/office/drawing/2014/main" id="{AC39A5D9-9A53-08C8-55E6-BEF7709DE68E}"/>
              </a:ext>
            </a:extLst>
          </p:cNvPr>
          <p:cNvSpPr>
            <a:spLocks noGrp="1"/>
          </p:cNvSpPr>
          <p:nvPr>
            <p:ph type="subTitle" idx="1"/>
          </p:nvPr>
        </p:nvSpPr>
        <p:spPr>
          <a:xfrm>
            <a:off x="8046719" y="2722729"/>
            <a:ext cx="3633747" cy="2700062"/>
          </a:xfrm>
        </p:spPr>
        <p:txBody>
          <a:bodyPr vert="horz" lIns="91440" tIns="45720" rIns="91440" bIns="45720" rtlCol="0">
            <a:normAutofit/>
          </a:bodyPr>
          <a:lstStyle/>
          <a:p>
            <a:pPr algn="l"/>
            <a:r>
              <a:rPr lang="en-US" sz="2000" b="1" dirty="0"/>
              <a:t>Enhancing diagnosis with data-driven methods</a:t>
            </a:r>
          </a:p>
          <a:p>
            <a:pPr indent="-228600" algn="l">
              <a:buFont typeface="Arial" panose="020B0604020202020204" pitchFamily="34" charset="0"/>
              <a:buChar char="•"/>
            </a:pPr>
            <a:r>
              <a:rPr lang="en-US" sz="2000" b="1" dirty="0" err="1"/>
              <a:t>Jonghun</a:t>
            </a:r>
            <a:r>
              <a:rPr lang="en-US" sz="2000" b="1" dirty="0"/>
              <a:t> Park</a:t>
            </a:r>
          </a:p>
          <a:p>
            <a:pPr indent="-228600" algn="l">
              <a:buFont typeface="Arial" panose="020B0604020202020204" pitchFamily="34" charset="0"/>
              <a:buChar char="•"/>
            </a:pPr>
            <a:r>
              <a:rPr lang="en-US" sz="2000" b="1" dirty="0"/>
              <a:t>Xiao Zhong</a:t>
            </a:r>
          </a:p>
          <a:p>
            <a:pPr indent="-228600" algn="l">
              <a:buFont typeface="Arial" panose="020B0604020202020204" pitchFamily="34" charset="0"/>
              <a:buChar char="•"/>
            </a:pPr>
            <a:r>
              <a:rPr lang="en-US" sz="2000" b="1" dirty="0"/>
              <a:t>Tang Yip</a:t>
            </a: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25927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5BCB5B-7D1D-DBB4-B947-A11B721C4B48}"/>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0DC0EC46-2230-4728-856D-F35311121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03A7F1C-3D91-D7E0-6681-9769D6CBBD58}"/>
              </a:ext>
            </a:extLst>
          </p:cNvPr>
          <p:cNvSpPr>
            <a:spLocks noGrp="1"/>
          </p:cNvSpPr>
          <p:nvPr>
            <p:ph type="title"/>
          </p:nvPr>
        </p:nvSpPr>
        <p:spPr>
          <a:xfrm>
            <a:off x="1629751" y="1059116"/>
            <a:ext cx="8924392" cy="933486"/>
          </a:xfrm>
        </p:spPr>
        <p:txBody>
          <a:bodyPr vert="horz" lIns="91440" tIns="45720" rIns="91440" bIns="45720" rtlCol="0">
            <a:normAutofit/>
          </a:bodyPr>
          <a:lstStyle/>
          <a:p>
            <a:pPr algn="ctr"/>
            <a:r>
              <a:rPr lang="en-US" b="1"/>
              <a:t>Agenda</a:t>
            </a:r>
            <a:endParaRPr lang="en-US" kern="1200">
              <a:latin typeface="+mj-lt"/>
              <a:ea typeface="+mj-ea"/>
              <a:cs typeface="+mj-cs"/>
            </a:endParaRPr>
          </a:p>
        </p:txBody>
      </p:sp>
      <p:sp>
        <p:nvSpPr>
          <p:cNvPr id="65" name="Rectangle 6">
            <a:extLst>
              <a:ext uri="{FF2B5EF4-FFF2-40B4-BE49-F238E27FC236}">
                <a16:creationId xmlns:a16="http://schemas.microsoft.com/office/drawing/2014/main" id="{16A12243-4887-4E89-8347-1146AE5D1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AD20879-F899-691D-8B46-F1C07D80FAEC}"/>
              </a:ext>
            </a:extLst>
          </p:cNvPr>
          <p:cNvSpPr>
            <a:spLocks noGrp="1"/>
          </p:cNvSpPr>
          <p:nvPr>
            <p:ph idx="1"/>
          </p:nvPr>
        </p:nvSpPr>
        <p:spPr>
          <a:xfrm>
            <a:off x="1957986" y="1842448"/>
            <a:ext cx="8273380" cy="3779123"/>
          </a:xfrm>
        </p:spPr>
        <p:txBody>
          <a:bodyPr>
            <a:normAutofit fontScale="55000" lnSpcReduction="20000"/>
          </a:bodyPr>
          <a:lstStyle/>
          <a:p>
            <a:r>
              <a:rPr lang="en-GB" sz="1100" b="1" dirty="0"/>
              <a:t>Breast Cancer</a:t>
            </a:r>
          </a:p>
          <a:p>
            <a:pPr lvl="1"/>
            <a:r>
              <a:rPr lang="en-GB" sz="1100" b="1" dirty="0"/>
              <a:t>Statistics in Australia</a:t>
            </a:r>
          </a:p>
          <a:p>
            <a:pPr lvl="1"/>
            <a:r>
              <a:rPr lang="en-GB" sz="1100" b="1" dirty="0"/>
              <a:t>Screening and Early Diagnosis</a:t>
            </a:r>
          </a:p>
          <a:p>
            <a:r>
              <a:rPr lang="en-GB" sz="1100" b="1" dirty="0"/>
              <a:t>Motivation </a:t>
            </a:r>
          </a:p>
          <a:p>
            <a:r>
              <a:rPr lang="en-AU" sz="1100" b="1" dirty="0"/>
              <a:t>Breast Cancer Dataset</a:t>
            </a:r>
          </a:p>
          <a:p>
            <a:pPr lvl="1"/>
            <a:r>
              <a:rPr lang="en-AU" sz="1100" b="1" dirty="0"/>
              <a:t>Cleansing </a:t>
            </a:r>
          </a:p>
          <a:p>
            <a:pPr lvl="1"/>
            <a:r>
              <a:rPr lang="en-AU" sz="1100" b="1" dirty="0"/>
              <a:t>Normalisation</a:t>
            </a:r>
          </a:p>
          <a:p>
            <a:pPr lvl="1"/>
            <a:r>
              <a:rPr lang="en-US" sz="1100" b="1" dirty="0"/>
              <a:t>X = Diagnosis’ features; y = diagnosis</a:t>
            </a:r>
          </a:p>
          <a:p>
            <a:r>
              <a:rPr lang="en-AU" sz="1100" b="1" dirty="0"/>
              <a:t>Feature Engineering </a:t>
            </a:r>
          </a:p>
          <a:p>
            <a:pPr lvl="1"/>
            <a:r>
              <a:rPr lang="en-AU" sz="1100" b="1" dirty="0"/>
              <a:t>Distribution after Scaling </a:t>
            </a:r>
          </a:p>
          <a:p>
            <a:pPr lvl="1"/>
            <a:r>
              <a:rPr lang="en-AU" sz="1100" b="1" dirty="0"/>
              <a:t>Boxplot</a:t>
            </a:r>
          </a:p>
          <a:p>
            <a:pPr lvl="1"/>
            <a:r>
              <a:rPr lang="en-AU" sz="1100" b="1" dirty="0" err="1"/>
              <a:t>Pairplot</a:t>
            </a:r>
            <a:endParaRPr lang="en-AU" sz="1100" b="1" dirty="0"/>
          </a:p>
          <a:p>
            <a:pPr lvl="1"/>
            <a:r>
              <a:rPr lang="en-AU" sz="1100" b="1" dirty="0"/>
              <a:t>Heatmap</a:t>
            </a:r>
          </a:p>
          <a:p>
            <a:r>
              <a:rPr lang="en-AU" sz="1100" b="1" dirty="0"/>
              <a:t>Feature Selection</a:t>
            </a:r>
          </a:p>
          <a:p>
            <a:pPr lvl="1"/>
            <a:r>
              <a:rPr lang="en-AU" sz="1100" b="1" dirty="0"/>
              <a:t>Principal Component Analysis (PCA)</a:t>
            </a:r>
          </a:p>
          <a:p>
            <a:r>
              <a:rPr lang="en-AU" sz="1100" b="1" dirty="0"/>
              <a:t>Machine Learning Algorithms </a:t>
            </a:r>
          </a:p>
          <a:p>
            <a:pPr lvl="1"/>
            <a:r>
              <a:rPr lang="en-GB" sz="1100" b="1" dirty="0"/>
              <a:t>LR, SVM, RF, and KNN</a:t>
            </a:r>
          </a:p>
          <a:p>
            <a:pPr lvl="1"/>
            <a:r>
              <a:rPr lang="en-GB" sz="1100" b="1" dirty="0"/>
              <a:t>Cross Validation</a:t>
            </a:r>
          </a:p>
          <a:p>
            <a:pPr lvl="1"/>
            <a:r>
              <a:rPr lang="en-GB" sz="1100" b="1" dirty="0"/>
              <a:t>Evaluation </a:t>
            </a:r>
          </a:p>
          <a:p>
            <a:pPr lvl="1"/>
            <a:r>
              <a:rPr lang="en-US" sz="1100" b="1" dirty="0">
                <a:ea typeface="+mj-ea"/>
                <a:cs typeface="+mj-cs"/>
              </a:rPr>
              <a:t>Ensemble method </a:t>
            </a:r>
          </a:p>
          <a:p>
            <a:pPr lvl="1"/>
            <a:r>
              <a:rPr lang="en-AU" sz="1100" b="1" dirty="0"/>
              <a:t>Final Training </a:t>
            </a:r>
          </a:p>
          <a:p>
            <a:r>
              <a:rPr lang="en-AU" sz="1100" b="1" dirty="0"/>
              <a:t>Model Training and Validation</a:t>
            </a:r>
          </a:p>
          <a:p>
            <a:pPr lvl="1"/>
            <a:r>
              <a:rPr lang="en-AU" sz="1100" b="1" dirty="0"/>
              <a:t>Model Training, </a:t>
            </a:r>
            <a:r>
              <a:rPr lang="en-US" sz="1100" b="1" dirty="0">
                <a:ea typeface="+mj-ea"/>
                <a:cs typeface="+mj-cs"/>
              </a:rPr>
              <a:t>Hyperparameter Tunning, </a:t>
            </a:r>
            <a:r>
              <a:rPr lang="en-US" sz="1600" b="1" dirty="0">
                <a:ea typeface="+mj-ea"/>
                <a:cs typeface="+mj-cs"/>
              </a:rPr>
              <a:t>Testing</a:t>
            </a:r>
          </a:p>
          <a:p>
            <a:r>
              <a:rPr lang="en-GB" sz="1100" b="1" dirty="0"/>
              <a:t>Deployment and Monitoring</a:t>
            </a:r>
          </a:p>
          <a:p>
            <a:r>
              <a:rPr lang="en-AU" sz="1100" b="1" dirty="0"/>
              <a:t>Community Resource Optimization</a:t>
            </a:r>
            <a:endParaRPr lang="en-GB" sz="1100" b="1" dirty="0"/>
          </a:p>
          <a:p>
            <a:pPr lvl="1"/>
            <a:endParaRPr lang="en-AU" sz="500" b="1" dirty="0"/>
          </a:p>
          <a:p>
            <a:endParaRPr lang="en-AU" sz="500" b="1" dirty="0"/>
          </a:p>
          <a:p>
            <a:pPr lvl="1"/>
            <a:endParaRPr lang="en-AU" sz="500" b="1" dirty="0"/>
          </a:p>
          <a:p>
            <a:endParaRPr lang="en-AU" sz="500" b="1" dirty="0"/>
          </a:p>
          <a:p>
            <a:endParaRPr lang="en-GB" sz="500" dirty="0"/>
          </a:p>
          <a:p>
            <a:endParaRPr lang="en-AU" sz="500" dirty="0"/>
          </a:p>
        </p:txBody>
      </p:sp>
    </p:spTree>
    <p:extLst>
      <p:ext uri="{BB962C8B-B14F-4D97-AF65-F5344CB8AC3E}">
        <p14:creationId xmlns:p14="http://schemas.microsoft.com/office/powerpoint/2010/main" val="4193928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EE244-46BA-4A11-D6A1-D768FA810FD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E129AB-7574-21BD-DA7F-CA1504C8A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06DC4CC-2B3C-93AD-9D66-1B99AD813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B3F4221A-3572-3073-6D08-122DCE3D49FC}"/>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lang="en-US" sz="2800" b="1" dirty="0"/>
              <a:t>Breast Cancer Statistics in Australia</a:t>
            </a:r>
          </a:p>
        </p:txBody>
      </p:sp>
      <p:sp>
        <p:nvSpPr>
          <p:cNvPr id="17" name="Freeform: Shape 16">
            <a:extLst>
              <a:ext uri="{FF2B5EF4-FFF2-40B4-BE49-F238E27FC236}">
                <a16:creationId xmlns:a16="http://schemas.microsoft.com/office/drawing/2014/main" id="{F44D9B95-EA0B-6EF4-8DCF-DB8DF73AA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AAFCFC-2952-2E09-53F0-05FD143741AD}"/>
              </a:ext>
            </a:extLst>
          </p:cNvPr>
          <p:cNvPicPr>
            <a:picLocks noChangeAspect="1"/>
          </p:cNvPicPr>
          <p:nvPr/>
        </p:nvPicPr>
        <p:blipFill>
          <a:blip r:embed="rId2"/>
          <a:stretch>
            <a:fillRect/>
          </a:stretch>
        </p:blipFill>
        <p:spPr>
          <a:xfrm>
            <a:off x="6172201" y="1825624"/>
            <a:ext cx="5181600" cy="4351338"/>
          </a:xfrm>
          <a:prstGeom prst="rect">
            <a:avLst/>
          </a:prstGeom>
        </p:spPr>
      </p:pic>
      <p:sp>
        <p:nvSpPr>
          <p:cNvPr id="8" name="Content Placeholder 7">
            <a:extLst>
              <a:ext uri="{FF2B5EF4-FFF2-40B4-BE49-F238E27FC236}">
                <a16:creationId xmlns:a16="http://schemas.microsoft.com/office/drawing/2014/main" id="{CB03AEAB-193F-3BF6-BC70-D1B9FA6BEF35}"/>
              </a:ext>
            </a:extLst>
          </p:cNvPr>
          <p:cNvSpPr>
            <a:spLocks noGrp="1"/>
          </p:cNvSpPr>
          <p:nvPr>
            <p:ph sz="half" idx="2"/>
          </p:nvPr>
        </p:nvSpPr>
        <p:spPr>
          <a:xfrm>
            <a:off x="6172200" y="1825625"/>
            <a:ext cx="5181600" cy="4351338"/>
          </a:xfrm>
        </p:spPr>
        <p:txBody>
          <a:bodyPr/>
          <a:lstStyle/>
          <a:p>
            <a:endParaRPr lang="en-AU" dirty="0"/>
          </a:p>
        </p:txBody>
      </p:sp>
      <p:graphicFrame>
        <p:nvGraphicFramePr>
          <p:cNvPr id="22" name="TextBox 19">
            <a:extLst>
              <a:ext uri="{FF2B5EF4-FFF2-40B4-BE49-F238E27FC236}">
                <a16:creationId xmlns:a16="http://schemas.microsoft.com/office/drawing/2014/main" id="{836A027D-E942-4572-8E54-783477C12B04}"/>
              </a:ext>
            </a:extLst>
          </p:cNvPr>
          <p:cNvGraphicFramePr/>
          <p:nvPr/>
        </p:nvGraphicFramePr>
        <p:xfrm>
          <a:off x="365881" y="2008641"/>
          <a:ext cx="5591166" cy="4832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412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051005-2A04-57EE-07C6-521AEC9A3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AD3D6-4094-2C47-A6BD-6D54D835AC2D}"/>
              </a:ext>
            </a:extLst>
          </p:cNvPr>
          <p:cNvSpPr>
            <a:spLocks noGrp="1"/>
          </p:cNvSpPr>
          <p:nvPr>
            <p:ph type="title"/>
          </p:nvPr>
        </p:nvSpPr>
        <p:spPr/>
        <p:txBody>
          <a:bodyPr vert="horz" lIns="91440" tIns="45720" rIns="91440" bIns="45720" rtlCol="0">
            <a:normAutofit/>
          </a:bodyPr>
          <a:lstStyle/>
          <a:p>
            <a:r>
              <a:rPr lang="en-US" sz="2800" b="1" dirty="0"/>
              <a:t>Screening and Early Diagnosis </a:t>
            </a:r>
            <a:endParaRPr lang="en-US" sz="2800" b="1" kern="1200" dirty="0">
              <a:latin typeface="+mj-lt"/>
              <a:ea typeface="+mj-ea"/>
              <a:cs typeface="+mj-cs"/>
            </a:endParaRPr>
          </a:p>
        </p:txBody>
      </p:sp>
      <p:sp>
        <p:nvSpPr>
          <p:cNvPr id="60" name="Content Placeholder 53">
            <a:extLst>
              <a:ext uri="{FF2B5EF4-FFF2-40B4-BE49-F238E27FC236}">
                <a16:creationId xmlns:a16="http://schemas.microsoft.com/office/drawing/2014/main" id="{CAB0432C-FFFF-C21C-7E40-13A9C0A36614}"/>
              </a:ext>
            </a:extLst>
          </p:cNvPr>
          <p:cNvSpPr>
            <a:spLocks noGrp="1"/>
          </p:cNvSpPr>
          <p:nvPr>
            <p:ph type="body" orient="vert" idx="1"/>
          </p:nvPr>
        </p:nvSpPr>
        <p:spPr/>
        <p:txBody>
          <a:bodyPr>
            <a:normAutofit/>
          </a:bodyPr>
          <a:lstStyle/>
          <a:p>
            <a:r>
              <a:rPr lang="en-AU" dirty="0"/>
              <a:t>Breast cancer screening</a:t>
            </a:r>
          </a:p>
          <a:p>
            <a:pPr lvl="1"/>
            <a:r>
              <a:rPr lang="en-AU" dirty="0"/>
              <a:t>Increase participation rate of breast cancer screening rate to at least 65% by 2025.</a:t>
            </a:r>
          </a:p>
          <a:p>
            <a:r>
              <a:rPr lang="en-AU" dirty="0"/>
              <a:t>After a </a:t>
            </a:r>
            <a:r>
              <a:rPr lang="en-AU" dirty="0" err="1"/>
              <a:t>diagnosisMachine</a:t>
            </a:r>
            <a:r>
              <a:rPr lang="en-AU" dirty="0"/>
              <a:t> learning models lead to improve accuracy in diagnoses, ensuring patients receive the correct treatment or follow up</a:t>
            </a:r>
          </a:p>
          <a:p>
            <a:r>
              <a:rPr lang="en-AU" dirty="0"/>
              <a:t>Early detection</a:t>
            </a:r>
          </a:p>
          <a:p>
            <a:pPr lvl="1"/>
            <a:r>
              <a:rPr lang="en-AU" dirty="0"/>
              <a:t>Screening survival rates.</a:t>
            </a:r>
          </a:p>
          <a:p>
            <a:endParaRPr lang="en-US" sz="2000" dirty="0"/>
          </a:p>
        </p:txBody>
      </p:sp>
      <p:pic>
        <p:nvPicPr>
          <p:cNvPr id="13" name="Content Placeholder 12">
            <a:extLst>
              <a:ext uri="{FF2B5EF4-FFF2-40B4-BE49-F238E27FC236}">
                <a16:creationId xmlns:a16="http://schemas.microsoft.com/office/drawing/2014/main" id="{EA81125F-BA7F-0683-4BC0-BBAA849B5698}"/>
              </a:ext>
            </a:extLst>
          </p:cNvPr>
          <p:cNvPicPr>
            <a:picLocks noChangeAspect="1"/>
          </p:cNvPicPr>
          <p:nvPr/>
        </p:nvPicPr>
        <p:blipFill>
          <a:blip r:embed="rId2"/>
          <a:stretch>
            <a:fillRect/>
          </a:stretch>
        </p:blipFill>
        <p:spPr>
          <a:xfrm>
            <a:off x="838201" y="1546167"/>
            <a:ext cx="10882744" cy="4590464"/>
          </a:xfrm>
          <a:prstGeom prst="rect">
            <a:avLst/>
          </a:prstGeom>
        </p:spPr>
      </p:pic>
      <p:pic>
        <p:nvPicPr>
          <p:cNvPr id="15" name="Content Placeholder 12">
            <a:extLst>
              <a:ext uri="{FF2B5EF4-FFF2-40B4-BE49-F238E27FC236}">
                <a16:creationId xmlns:a16="http://schemas.microsoft.com/office/drawing/2014/main" id="{9349F5DA-9186-335E-B673-2A4A31A1C388}"/>
              </a:ext>
            </a:extLst>
          </p:cNvPr>
          <p:cNvPicPr>
            <a:picLocks noChangeAspect="1"/>
          </p:cNvPicPr>
          <p:nvPr/>
        </p:nvPicPr>
        <p:blipFill>
          <a:blip r:embed="rId2"/>
          <a:stretch>
            <a:fillRect/>
          </a:stretch>
        </p:blipFill>
        <p:spPr>
          <a:xfrm>
            <a:off x="838201" y="1586499"/>
            <a:ext cx="10882744" cy="4590464"/>
          </a:xfrm>
          <a:prstGeom prst="rect">
            <a:avLst/>
          </a:prstGeom>
        </p:spPr>
      </p:pic>
    </p:spTree>
    <p:extLst>
      <p:ext uri="{BB962C8B-B14F-4D97-AF65-F5344CB8AC3E}">
        <p14:creationId xmlns:p14="http://schemas.microsoft.com/office/powerpoint/2010/main" val="1495434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DE7A6-C657-5E6E-4E25-816C5F68BA7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415649-8D17-4F4D-D7C5-F9B2D58A8E3B}"/>
              </a:ext>
            </a:extLst>
          </p:cNvPr>
          <p:cNvSpPr>
            <a:spLocks noGrp="1"/>
          </p:cNvSpPr>
          <p:nvPr>
            <p:ph type="title"/>
          </p:nvPr>
        </p:nvSpPr>
        <p:spPr>
          <a:xfrm>
            <a:off x="828675" y="468462"/>
            <a:ext cx="10534650" cy="817403"/>
          </a:xfrm>
        </p:spPr>
        <p:txBody>
          <a:bodyPr vert="horz" lIns="91440" tIns="45720" rIns="91440" bIns="45720" rtlCol="0" anchor="b">
            <a:normAutofit/>
          </a:bodyPr>
          <a:lstStyle/>
          <a:p>
            <a:r>
              <a:rPr lang="en-US" sz="2800" b="1" dirty="0"/>
              <a:t>Motivation </a:t>
            </a:r>
            <a:endParaRPr lang="en-US" sz="2800" kern="1200" dirty="0">
              <a:solidFill>
                <a:schemeClr val="tx1"/>
              </a:solidFill>
              <a:latin typeface="+mj-lt"/>
              <a:ea typeface="+mj-ea"/>
              <a:cs typeface="+mj-cs"/>
            </a:endParaRPr>
          </a:p>
        </p:txBody>
      </p:sp>
      <p:graphicFrame>
        <p:nvGraphicFramePr>
          <p:cNvPr id="39" name="Content Placeholder 7">
            <a:extLst>
              <a:ext uri="{FF2B5EF4-FFF2-40B4-BE49-F238E27FC236}">
                <a16:creationId xmlns:a16="http://schemas.microsoft.com/office/drawing/2014/main" id="{E66A87DE-F8FA-32BB-F2B4-13B20A5C77DC}"/>
              </a:ext>
            </a:extLst>
          </p:cNvPr>
          <p:cNvGraphicFramePr>
            <a:graphicFrameLocks noGrp="1"/>
          </p:cNvGraphicFramePr>
          <p:nvPr>
            <p:ph idx="1"/>
            <p:extLst>
              <p:ext uri="{D42A27DB-BD31-4B8C-83A1-F6EECF244321}">
                <p14:modId xmlns:p14="http://schemas.microsoft.com/office/powerpoint/2010/main" val="3823433965"/>
              </p:ext>
            </p:extLst>
          </p:nvPr>
        </p:nvGraphicFramePr>
        <p:xfrm>
          <a:off x="838200" y="2144805"/>
          <a:ext cx="10515600" cy="40321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036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52B787-DD3B-3B24-1287-5FC1BBB7D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C988F-9D0C-38D4-4908-619DCF02B156}"/>
              </a:ext>
            </a:extLst>
          </p:cNvPr>
          <p:cNvSpPr>
            <a:spLocks noGrp="1"/>
          </p:cNvSpPr>
          <p:nvPr>
            <p:ph type="title"/>
          </p:nvPr>
        </p:nvSpPr>
        <p:spPr>
          <a:xfrm>
            <a:off x="876693" y="741391"/>
            <a:ext cx="3455821" cy="1616203"/>
          </a:xfrm>
        </p:spPr>
        <p:txBody>
          <a:bodyPr vert="horz" lIns="91440" tIns="45720" rIns="91440" bIns="45720" rtlCol="0" anchor="b">
            <a:normAutofit/>
          </a:bodyPr>
          <a:lstStyle/>
          <a:p>
            <a:r>
              <a:rPr lang="en-US" sz="3200" b="1" kern="1200" dirty="0">
                <a:solidFill>
                  <a:schemeClr val="tx1"/>
                </a:solidFill>
                <a:latin typeface="+mj-lt"/>
                <a:ea typeface="+mj-ea"/>
                <a:cs typeface="+mj-cs"/>
              </a:rPr>
              <a:t>Breast Cancer Dataset</a:t>
            </a:r>
          </a:p>
        </p:txBody>
      </p:sp>
      <p:sp>
        <p:nvSpPr>
          <p:cNvPr id="3" name="Vertical Text Placeholder 2">
            <a:extLst>
              <a:ext uri="{FF2B5EF4-FFF2-40B4-BE49-F238E27FC236}">
                <a16:creationId xmlns:a16="http://schemas.microsoft.com/office/drawing/2014/main" id="{239CC457-B03C-EB73-EFDD-ADDC12790F1C}"/>
              </a:ext>
            </a:extLst>
          </p:cNvPr>
          <p:cNvSpPr>
            <a:spLocks noGrp="1"/>
          </p:cNvSpPr>
          <p:nvPr>
            <p:ph type="body" orient="vert" idx="1"/>
          </p:nvPr>
        </p:nvSpPr>
        <p:spPr>
          <a:xfrm>
            <a:off x="876693" y="2533476"/>
            <a:ext cx="3455821" cy="3447832"/>
          </a:xfrm>
        </p:spPr>
        <p:txBody>
          <a:bodyPr vert="horz" lIns="91440" tIns="45720" rIns="91440" bIns="45720" rtlCol="0" anchor="t">
            <a:normAutofit/>
          </a:bodyPr>
          <a:lstStyle/>
          <a:p>
            <a:r>
              <a:rPr lang="en-US" sz="2000" dirty="0"/>
              <a:t>Breast Cancer Dataset </a:t>
            </a:r>
          </a:p>
          <a:p>
            <a:r>
              <a:rPr lang="en-US" sz="2000" dirty="0"/>
              <a:t>Benign: 357;  Malignant: 212</a:t>
            </a:r>
          </a:p>
          <a:p>
            <a:r>
              <a:rPr lang="en-US" sz="2000" dirty="0"/>
              <a:t>Data Cleansing </a:t>
            </a:r>
          </a:p>
          <a:p>
            <a:pPr lvl="1"/>
            <a:r>
              <a:rPr lang="en-US" sz="2000" dirty="0"/>
              <a:t>Drop columns in "id", "Unnamed: 32" </a:t>
            </a:r>
          </a:p>
          <a:p>
            <a:r>
              <a:rPr lang="en-US" sz="2000" dirty="0"/>
              <a:t>Data Normalization: using </a:t>
            </a:r>
            <a:r>
              <a:rPr lang="en-US" sz="2000" dirty="0" err="1"/>
              <a:t>StandardScaler</a:t>
            </a:r>
            <a:endParaRPr lang="en-US" sz="2000" dirty="0"/>
          </a:p>
          <a:p>
            <a:r>
              <a:rPr lang="en-US" sz="2000" dirty="0"/>
              <a:t>X = Diagnosis’ features; y = diagnosis</a:t>
            </a:r>
          </a:p>
          <a:p>
            <a:endParaRPr lang="en-US" sz="2000" dirty="0"/>
          </a:p>
        </p:txBody>
      </p:sp>
      <p:pic>
        <p:nvPicPr>
          <p:cNvPr id="6" name="Picture 5">
            <a:extLst>
              <a:ext uri="{FF2B5EF4-FFF2-40B4-BE49-F238E27FC236}">
                <a16:creationId xmlns:a16="http://schemas.microsoft.com/office/drawing/2014/main" id="{C26399E8-BB91-1DFD-20E4-8E74B9319B02}"/>
              </a:ext>
            </a:extLst>
          </p:cNvPr>
          <p:cNvPicPr>
            <a:picLocks noChangeAspect="1"/>
          </p:cNvPicPr>
          <p:nvPr/>
        </p:nvPicPr>
        <p:blipFill>
          <a:blip r:embed="rId3"/>
          <a:stretch>
            <a:fillRect/>
          </a:stretch>
        </p:blipFill>
        <p:spPr>
          <a:xfrm>
            <a:off x="4987672" y="1397051"/>
            <a:ext cx="6389346" cy="4073207"/>
          </a:xfrm>
          <a:prstGeom prst="rect">
            <a:avLst/>
          </a:prstGeom>
        </p:spPr>
      </p:pic>
      <p:grpSp>
        <p:nvGrpSpPr>
          <p:cNvPr id="81" name="Group 8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82" name="Rectangle 8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19970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D56C4B-56D6-4E92-6744-DA911DC8A89E}"/>
            </a:ext>
          </a:extLst>
        </p:cNvPr>
        <p:cNvGrpSpPr/>
        <p:nvPr/>
      </p:nvGrpSpPr>
      <p:grpSpPr>
        <a:xfrm>
          <a:off x="0" y="0"/>
          <a:ext cx="0" cy="0"/>
          <a:chOff x="0" y="0"/>
          <a:chExt cx="0" cy="0"/>
        </a:xfrm>
      </p:grpSpPr>
      <p:sp useBgFill="1">
        <p:nvSpPr>
          <p:cNvPr id="52"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Rectangle 45">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CC94EB-6B83-A46E-FD9A-65B305E5DC62}"/>
              </a:ext>
            </a:extLst>
          </p:cNvPr>
          <p:cNvSpPr>
            <a:spLocks noGrp="1"/>
          </p:cNvSpPr>
          <p:nvPr>
            <p:ph type="title"/>
          </p:nvPr>
        </p:nvSpPr>
        <p:spPr>
          <a:xfrm>
            <a:off x="761802" y="240241"/>
            <a:ext cx="10760054" cy="1228299"/>
          </a:xfrm>
        </p:spPr>
        <p:txBody>
          <a:bodyPr vert="horz" lIns="91440" tIns="45720" rIns="91440" bIns="45720" rtlCol="0">
            <a:normAutofit/>
          </a:bodyPr>
          <a:lstStyle/>
          <a:p>
            <a:r>
              <a:rPr lang="en-AU" sz="4000" b="1"/>
              <a:t>Features Engineering </a:t>
            </a:r>
            <a:endParaRPr lang="en-US" sz="4000" kern="1200">
              <a:latin typeface="+mj-lt"/>
              <a:ea typeface="+mj-ea"/>
              <a:cs typeface="+mj-cs"/>
            </a:endParaRPr>
          </a:p>
        </p:txBody>
      </p:sp>
      <p:pic>
        <p:nvPicPr>
          <p:cNvPr id="14" name="Picture 13">
            <a:extLst>
              <a:ext uri="{FF2B5EF4-FFF2-40B4-BE49-F238E27FC236}">
                <a16:creationId xmlns:a16="http://schemas.microsoft.com/office/drawing/2014/main" id="{C365ED7F-B89A-AF63-8B95-6FEEECFB9D27}"/>
              </a:ext>
            </a:extLst>
          </p:cNvPr>
          <p:cNvPicPr>
            <a:picLocks noChangeAspect="1"/>
          </p:cNvPicPr>
          <p:nvPr/>
        </p:nvPicPr>
        <p:blipFill>
          <a:blip r:embed="rId3"/>
          <a:stretch>
            <a:fillRect/>
          </a:stretch>
        </p:blipFill>
        <p:spPr>
          <a:xfrm>
            <a:off x="845527" y="2030900"/>
            <a:ext cx="10676329" cy="4423733"/>
          </a:xfrm>
          <a:prstGeom prst="rect">
            <a:avLst/>
          </a:prstGeom>
        </p:spPr>
      </p:pic>
    </p:spTree>
    <p:extLst>
      <p:ext uri="{BB962C8B-B14F-4D97-AF65-F5344CB8AC3E}">
        <p14:creationId xmlns:p14="http://schemas.microsoft.com/office/powerpoint/2010/main" val="661938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B2BB16-1296-56EB-8937-5C0382F88E74}"/>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b="1" kern="1200">
                <a:solidFill>
                  <a:schemeClr val="tx1"/>
                </a:solidFill>
                <a:latin typeface="+mj-lt"/>
                <a:ea typeface="+mj-ea"/>
                <a:cs typeface="+mj-cs"/>
              </a:rPr>
              <a:t>Boxplot</a:t>
            </a:r>
          </a:p>
        </p:txBody>
      </p:sp>
      <p:pic>
        <p:nvPicPr>
          <p:cNvPr id="5" name="Picture 4" descr="A comparison of a box plot&#10;&#10;AI-generated content may be incorrect.">
            <a:extLst>
              <a:ext uri="{FF2B5EF4-FFF2-40B4-BE49-F238E27FC236}">
                <a16:creationId xmlns:a16="http://schemas.microsoft.com/office/drawing/2014/main" id="{EADB5289-3F0D-2470-2795-1098409057B4}"/>
              </a:ext>
            </a:extLst>
          </p:cNvPr>
          <p:cNvPicPr>
            <a:picLocks noChangeAspect="1"/>
          </p:cNvPicPr>
          <p:nvPr/>
        </p:nvPicPr>
        <p:blipFill>
          <a:blip r:embed="rId3"/>
          <a:stretch>
            <a:fillRect/>
          </a:stretch>
        </p:blipFill>
        <p:spPr>
          <a:xfrm>
            <a:off x="838200" y="2112617"/>
            <a:ext cx="10512547" cy="3915920"/>
          </a:xfrm>
          <a:prstGeom prst="rect">
            <a:avLst/>
          </a:prstGeom>
        </p:spPr>
      </p:pic>
    </p:spTree>
    <p:extLst>
      <p:ext uri="{BB962C8B-B14F-4D97-AF65-F5344CB8AC3E}">
        <p14:creationId xmlns:p14="http://schemas.microsoft.com/office/powerpoint/2010/main" val="2424336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E3E1A6-3D02-A2B8-E249-BB5664245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1725E-85CD-6946-514E-B7B2F7938D70}"/>
              </a:ext>
            </a:extLst>
          </p:cNvPr>
          <p:cNvSpPr>
            <a:spLocks noGrp="1"/>
          </p:cNvSpPr>
          <p:nvPr>
            <p:ph type="title"/>
          </p:nvPr>
        </p:nvSpPr>
        <p:spPr/>
        <p:txBody>
          <a:bodyPr vert="horz" lIns="91440" tIns="45720" rIns="91440" bIns="45720" rtlCol="0" anchor="ctr">
            <a:normAutofit/>
          </a:bodyPr>
          <a:lstStyle/>
          <a:p>
            <a:r>
              <a:rPr lang="en-US" b="1" kern="1200" dirty="0" err="1">
                <a:solidFill>
                  <a:schemeClr val="tx1"/>
                </a:solidFill>
                <a:latin typeface="+mj-lt"/>
                <a:ea typeface="+mj-ea"/>
                <a:cs typeface="+mj-cs"/>
              </a:rPr>
              <a:t>Pairplot</a:t>
            </a:r>
            <a:br>
              <a:rPr lang="en-US" b="1" kern="1200" dirty="0">
                <a:solidFill>
                  <a:schemeClr val="tx1"/>
                </a:solidFill>
                <a:latin typeface="+mj-lt"/>
                <a:ea typeface="+mj-ea"/>
                <a:cs typeface="+mj-cs"/>
              </a:rPr>
            </a:br>
            <a:endParaRPr lang="en-US" b="1" kern="1200" dirty="0">
              <a:solidFill>
                <a:schemeClr val="tx1"/>
              </a:solidFill>
              <a:latin typeface="+mj-lt"/>
              <a:ea typeface="+mj-ea"/>
              <a:cs typeface="+mj-cs"/>
            </a:endParaRPr>
          </a:p>
        </p:txBody>
      </p:sp>
      <p:pic>
        <p:nvPicPr>
          <p:cNvPr id="10" name="Picture 9" descr="A group of blue and orange dots&#10;&#10;AI-generated content may be incorrect.">
            <a:extLst>
              <a:ext uri="{FF2B5EF4-FFF2-40B4-BE49-F238E27FC236}">
                <a16:creationId xmlns:a16="http://schemas.microsoft.com/office/drawing/2014/main" id="{2F3E1517-0017-9C49-C3A9-E15346E7ACF5}"/>
              </a:ext>
            </a:extLst>
          </p:cNvPr>
          <p:cNvPicPr>
            <a:picLocks noChangeAspect="1"/>
          </p:cNvPicPr>
          <p:nvPr/>
        </p:nvPicPr>
        <p:blipFill>
          <a:blip r:embed="rId3"/>
          <a:stretch>
            <a:fillRect/>
          </a:stretch>
        </p:blipFill>
        <p:spPr>
          <a:xfrm>
            <a:off x="4863409" y="0"/>
            <a:ext cx="7330966" cy="6858000"/>
          </a:xfrm>
          <a:prstGeom prst="rect">
            <a:avLst/>
          </a:prstGeom>
        </p:spPr>
      </p:pic>
    </p:spTree>
    <p:extLst>
      <p:ext uri="{BB962C8B-B14F-4D97-AF65-F5344CB8AC3E}">
        <p14:creationId xmlns:p14="http://schemas.microsoft.com/office/powerpoint/2010/main" val="3954840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BDBEB5-2FD8-C5E5-D9B4-758F0419344C}"/>
              </a:ext>
            </a:extLst>
          </p:cNvPr>
          <p:cNvSpPr>
            <a:spLocks noGrp="1"/>
          </p:cNvSpPr>
          <p:nvPr>
            <p:ph type="title"/>
          </p:nvPr>
        </p:nvSpPr>
        <p:spPr>
          <a:xfrm>
            <a:off x="1137034" y="609600"/>
            <a:ext cx="2976194" cy="1330840"/>
          </a:xfrm>
        </p:spPr>
        <p:txBody>
          <a:bodyPr vert="horz" lIns="91440" tIns="45720" rIns="91440" bIns="45720" rtlCol="0" anchor="ctr">
            <a:normAutofit/>
          </a:bodyPr>
          <a:lstStyle/>
          <a:p>
            <a:r>
              <a:rPr lang="en-US" sz="2800" b="1" kern="1200" dirty="0">
                <a:solidFill>
                  <a:schemeClr val="tx1"/>
                </a:solidFill>
                <a:latin typeface="+mj-lt"/>
                <a:ea typeface="+mj-ea"/>
                <a:cs typeface="+mj-cs"/>
              </a:rPr>
              <a:t>Feature Correlation Heatmap</a:t>
            </a:r>
          </a:p>
        </p:txBody>
      </p:sp>
      <p:sp>
        <p:nvSpPr>
          <p:cNvPr id="3" name="Vertical Text Placeholder 2">
            <a:extLst>
              <a:ext uri="{FF2B5EF4-FFF2-40B4-BE49-F238E27FC236}">
                <a16:creationId xmlns:a16="http://schemas.microsoft.com/office/drawing/2014/main" id="{49ABBC36-4B44-07C4-B73A-9AC532DEB574}"/>
              </a:ext>
            </a:extLst>
          </p:cNvPr>
          <p:cNvSpPr>
            <a:spLocks noGrp="1"/>
          </p:cNvSpPr>
          <p:nvPr>
            <p:ph type="body" orient="vert" idx="1"/>
          </p:nvPr>
        </p:nvSpPr>
        <p:spPr>
          <a:xfrm>
            <a:off x="1137034" y="2194102"/>
            <a:ext cx="3161916" cy="1246176"/>
          </a:xfrm>
        </p:spPr>
        <p:txBody>
          <a:bodyPr vert="horz" lIns="91440" tIns="45720" rIns="91440" bIns="45720" rtlCol="0">
            <a:normAutofit/>
          </a:bodyPr>
          <a:lstStyle/>
          <a:p>
            <a:r>
              <a:rPr lang="en-GB" sz="1100" b="1" dirty="0"/>
              <a:t>Identify patterns, correlations, and trends. </a:t>
            </a:r>
          </a:p>
          <a:p>
            <a:r>
              <a:rPr lang="en-GB" sz="1100" b="1" dirty="0"/>
              <a:t>Higher and lower values are visually distinguished using different shades or colours.</a:t>
            </a:r>
            <a:endParaRPr lang="en-US" sz="1100" b="1" dirty="0"/>
          </a:p>
        </p:txBody>
      </p:sp>
      <p:pic>
        <p:nvPicPr>
          <p:cNvPr id="4" name="Picture 3" descr="A diagram of heatmap&#10;&#10;AI-generated content may be incorrect.">
            <a:extLst>
              <a:ext uri="{FF2B5EF4-FFF2-40B4-BE49-F238E27FC236}">
                <a16:creationId xmlns:a16="http://schemas.microsoft.com/office/drawing/2014/main" id="{A9862BB9-270A-B8AC-CE2B-C47989A1F4F5}"/>
              </a:ext>
            </a:extLst>
          </p:cNvPr>
          <p:cNvPicPr>
            <a:picLocks noChangeAspect="1"/>
          </p:cNvPicPr>
          <p:nvPr/>
        </p:nvPicPr>
        <p:blipFill>
          <a:blip r:embed="rId3"/>
          <a:stretch>
            <a:fillRect/>
          </a:stretch>
        </p:blipFill>
        <p:spPr>
          <a:xfrm>
            <a:off x="4626113" y="0"/>
            <a:ext cx="7566859" cy="6858000"/>
          </a:xfrm>
          <a:prstGeom prst="rect">
            <a:avLst/>
          </a:prstGeom>
        </p:spPr>
      </p:pic>
    </p:spTree>
    <p:extLst>
      <p:ext uri="{BB962C8B-B14F-4D97-AF65-F5344CB8AC3E}">
        <p14:creationId xmlns:p14="http://schemas.microsoft.com/office/powerpoint/2010/main" val="2041890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E0965-786C-EBB8-9E53-6DB759C1940E}"/>
            </a:ext>
          </a:extLst>
        </p:cNvPr>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C25C42D4-F455-93E8-460F-0C817CDC5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A3F363BE-AD46-B100-6ECD-D20A168C8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73E6D-6BA4-9790-E297-2D3CABC786B7}"/>
              </a:ext>
            </a:extLst>
          </p:cNvPr>
          <p:cNvSpPr>
            <a:spLocks noGrp="1"/>
          </p:cNvSpPr>
          <p:nvPr>
            <p:ph type="title"/>
          </p:nvPr>
        </p:nvSpPr>
        <p:spPr>
          <a:xfrm>
            <a:off x="1137034" y="609597"/>
            <a:ext cx="9392421" cy="1330841"/>
          </a:xfrm>
        </p:spPr>
        <p:txBody>
          <a:bodyPr vert="horz" lIns="91440" tIns="45720" rIns="91440" bIns="45720" rtlCol="0" anchor="ctr">
            <a:normAutofit fontScale="90000"/>
          </a:bodyPr>
          <a:lstStyle/>
          <a:p>
            <a:r>
              <a:rPr lang="en-US" b="1" kern="1200" dirty="0">
                <a:latin typeface="+mj-lt"/>
                <a:ea typeface="+mj-ea"/>
                <a:cs typeface="+mj-cs"/>
              </a:rPr>
              <a:t>Features Selection</a:t>
            </a:r>
            <a:r>
              <a:rPr lang="en-US" b="1" dirty="0"/>
              <a:t> </a:t>
            </a:r>
            <a:r>
              <a:rPr lang="en-AU" sz="2400" b="1" dirty="0">
                <a:latin typeface="Aptos"/>
              </a:rPr>
              <a:t>Principal Component Analysis (PCA)</a:t>
            </a:r>
            <a:br>
              <a:rPr lang="en-US" b="1" kern="1200" dirty="0"/>
            </a:br>
            <a:endParaRPr lang="en-US" b="1" kern="1200">
              <a:solidFill>
                <a:schemeClr val="tx1"/>
              </a:solidFill>
              <a:latin typeface="+mj-lt"/>
              <a:ea typeface="+mj-ea"/>
              <a:cs typeface="+mj-cs"/>
            </a:endParaRPr>
          </a:p>
        </p:txBody>
      </p:sp>
      <p:sp>
        <p:nvSpPr>
          <p:cNvPr id="1050" name="Content Placeholder 16">
            <a:extLst>
              <a:ext uri="{FF2B5EF4-FFF2-40B4-BE49-F238E27FC236}">
                <a16:creationId xmlns:a16="http://schemas.microsoft.com/office/drawing/2014/main" id="{0F0F28D4-7B8A-84B1-6C9C-3E7608687600}"/>
              </a:ext>
            </a:extLst>
          </p:cNvPr>
          <p:cNvSpPr>
            <a:spLocks noGrp="1"/>
          </p:cNvSpPr>
          <p:nvPr>
            <p:ph sz="half" idx="2"/>
          </p:nvPr>
        </p:nvSpPr>
        <p:spPr>
          <a:xfrm>
            <a:off x="1137034" y="2198362"/>
            <a:ext cx="4958966" cy="3917773"/>
          </a:xfrm>
        </p:spPr>
        <p:txBody>
          <a:bodyPr vert="horz" lIns="91440" tIns="45720" rIns="91440" bIns="45720" rtlCol="0" anchor="t">
            <a:normAutofit/>
          </a:bodyPr>
          <a:lstStyle/>
          <a:p>
            <a:endParaRPr lang="en-US" sz="2000" dirty="0"/>
          </a:p>
          <a:p>
            <a:endParaRPr lang="en-AU" sz="1400" b="1" i="0" dirty="0">
              <a:effectLst/>
            </a:endParaRPr>
          </a:p>
        </p:txBody>
      </p:sp>
      <p:sp>
        <p:nvSpPr>
          <p:cNvPr id="1059" name="Freeform: Shape 1058">
            <a:extLst>
              <a:ext uri="{FF2B5EF4-FFF2-40B4-BE49-F238E27FC236}">
                <a16:creationId xmlns:a16="http://schemas.microsoft.com/office/drawing/2014/main" id="{C34E3E2B-6F33-E962-34E4-A3576322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descr="A graph with a line and a red line&#10;&#10;AI-generated content may be incorrect.">
            <a:extLst>
              <a:ext uri="{FF2B5EF4-FFF2-40B4-BE49-F238E27FC236}">
                <a16:creationId xmlns:a16="http://schemas.microsoft.com/office/drawing/2014/main" id="{C2357732-7F89-A33D-2047-28917D187859}"/>
              </a:ext>
            </a:extLst>
          </p:cNvPr>
          <p:cNvPicPr>
            <a:picLocks noGrp="1" noChangeAspect="1"/>
          </p:cNvPicPr>
          <p:nvPr>
            <p:ph sz="half" idx="1"/>
          </p:nvPr>
        </p:nvPicPr>
        <p:blipFill>
          <a:blip r:embed="rId3"/>
          <a:stretch>
            <a:fillRect/>
          </a:stretch>
        </p:blipFill>
        <p:spPr>
          <a:xfrm>
            <a:off x="6854680" y="1711701"/>
            <a:ext cx="5181599" cy="4643448"/>
          </a:xfrm>
        </p:spPr>
      </p:pic>
      <p:pic>
        <p:nvPicPr>
          <p:cNvPr id="6" name="Picture 5" descr="A graph of a bar graph&#10;&#10;AI-generated content may be incorrect.">
            <a:extLst>
              <a:ext uri="{FF2B5EF4-FFF2-40B4-BE49-F238E27FC236}">
                <a16:creationId xmlns:a16="http://schemas.microsoft.com/office/drawing/2014/main" id="{9AE34DBA-E66B-ADD4-C16B-C7101FDA6A27}"/>
              </a:ext>
            </a:extLst>
          </p:cNvPr>
          <p:cNvPicPr>
            <a:picLocks noChangeAspect="1"/>
          </p:cNvPicPr>
          <p:nvPr/>
        </p:nvPicPr>
        <p:blipFill>
          <a:blip r:embed="rId4"/>
          <a:stretch>
            <a:fillRect/>
          </a:stretch>
        </p:blipFill>
        <p:spPr>
          <a:xfrm>
            <a:off x="-92208" y="1711629"/>
            <a:ext cx="6711913" cy="5133174"/>
          </a:xfrm>
          <a:prstGeom prst="rect">
            <a:avLst/>
          </a:prstGeom>
        </p:spPr>
      </p:pic>
    </p:spTree>
    <p:extLst>
      <p:ext uri="{BB962C8B-B14F-4D97-AF65-F5344CB8AC3E}">
        <p14:creationId xmlns:p14="http://schemas.microsoft.com/office/powerpoint/2010/main" val="3143974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4C894C-6B06-99DA-41F9-73625C8D3017}"/>
            </a:ext>
          </a:extLst>
        </p:cNvPr>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CEFD86D7-37FD-13C2-807D-8DD23F7D70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07FBDCE4-5E91-7696-EC08-BA6A5CF68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CA1A-BDA2-63F8-1D04-98FA575F7FD3}"/>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b="1" kern="1200" dirty="0">
                <a:latin typeface="+mj-lt"/>
                <a:ea typeface="+mj-ea"/>
                <a:cs typeface="+mj-cs"/>
              </a:rPr>
              <a:t>Features Selection</a:t>
            </a:r>
            <a:r>
              <a:rPr lang="en-US" b="1" dirty="0"/>
              <a:t> (Forward Stepwise)</a:t>
            </a:r>
            <a:br>
              <a:rPr lang="en-US" b="1" kern="1200" dirty="0"/>
            </a:br>
            <a:endParaRPr lang="en-US" b="1" kern="1200">
              <a:solidFill>
                <a:schemeClr val="tx1"/>
              </a:solidFill>
              <a:latin typeface="+mj-lt"/>
              <a:ea typeface="+mj-ea"/>
              <a:cs typeface="+mj-cs"/>
            </a:endParaRPr>
          </a:p>
        </p:txBody>
      </p:sp>
      <p:sp>
        <p:nvSpPr>
          <p:cNvPr id="1059" name="Freeform: Shape 1058">
            <a:extLst>
              <a:ext uri="{FF2B5EF4-FFF2-40B4-BE49-F238E27FC236}">
                <a16:creationId xmlns:a16="http://schemas.microsoft.com/office/drawing/2014/main" id="{8CDFC03A-A59B-2ECC-35A8-C4F696CCE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CBECB7C4-9F38-F291-74D0-42507AF452B2}"/>
              </a:ext>
            </a:extLst>
          </p:cNvPr>
          <p:cNvPicPr>
            <a:picLocks noChangeAspect="1"/>
          </p:cNvPicPr>
          <p:nvPr/>
        </p:nvPicPr>
        <p:blipFill>
          <a:blip r:embed="rId3"/>
          <a:stretch>
            <a:fillRect/>
          </a:stretch>
        </p:blipFill>
        <p:spPr>
          <a:xfrm>
            <a:off x="1128827" y="1938625"/>
            <a:ext cx="10641261" cy="4302773"/>
          </a:xfrm>
          <a:prstGeom prst="rect">
            <a:avLst/>
          </a:prstGeom>
        </p:spPr>
      </p:pic>
    </p:spTree>
    <p:extLst>
      <p:ext uri="{BB962C8B-B14F-4D97-AF65-F5344CB8AC3E}">
        <p14:creationId xmlns:p14="http://schemas.microsoft.com/office/powerpoint/2010/main" val="2190346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344184-2644-6C58-58B0-30577B8BADE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F734E5-0A9F-F340-4CEF-92C4D9A73A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AAD9980-1F6B-010C-CFA2-451A449A4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A546F9-7B23-A352-C038-E0FE1B456C1C}"/>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2800" b="1" kern="1200" dirty="0">
                <a:solidFill>
                  <a:schemeClr val="tx1"/>
                </a:solidFill>
                <a:latin typeface="+mj-lt"/>
                <a:ea typeface="+mj-ea"/>
                <a:cs typeface="+mj-cs"/>
              </a:rPr>
              <a:t>Cross </a:t>
            </a:r>
            <a:r>
              <a:rPr lang="en-US" sz="2800" b="1" dirty="0"/>
              <a:t>Validation </a:t>
            </a:r>
            <a:endParaRPr lang="en-US" sz="2800"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A3B0F1E9-F75E-E39E-539F-4ADD3EA0E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Content Placeholder 2" descr="A graph with a line&#10;&#10;AI-generated content may be incorrect.">
            <a:extLst>
              <a:ext uri="{FF2B5EF4-FFF2-40B4-BE49-F238E27FC236}">
                <a16:creationId xmlns:a16="http://schemas.microsoft.com/office/drawing/2014/main" id="{354AA4CD-F5F2-1CF0-A638-E9BD962AFEA0}"/>
              </a:ext>
            </a:extLst>
          </p:cNvPr>
          <p:cNvPicPr>
            <a:picLocks noGrp="1" noChangeAspect="1"/>
          </p:cNvPicPr>
          <p:nvPr>
            <p:ph sz="half" idx="2"/>
          </p:nvPr>
        </p:nvPicPr>
        <p:blipFill>
          <a:blip r:embed="rId3"/>
          <a:stretch>
            <a:fillRect/>
          </a:stretch>
        </p:blipFill>
        <p:spPr>
          <a:xfrm>
            <a:off x="1591019" y="1849793"/>
            <a:ext cx="9000779" cy="4459073"/>
          </a:xfrm>
        </p:spPr>
      </p:pic>
    </p:spTree>
    <p:extLst>
      <p:ext uri="{BB962C8B-B14F-4D97-AF65-F5344CB8AC3E}">
        <p14:creationId xmlns:p14="http://schemas.microsoft.com/office/powerpoint/2010/main" val="1990086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C010E-742C-94A4-91B9-8819BA71AE77}"/>
              </a:ext>
            </a:extLst>
          </p:cNvPr>
          <p:cNvSpPr>
            <a:spLocks noGrp="1"/>
          </p:cNvSpPr>
          <p:nvPr>
            <p:ph type="title"/>
          </p:nvPr>
        </p:nvSpPr>
        <p:spPr>
          <a:xfrm>
            <a:off x="7320466" y="609600"/>
            <a:ext cx="4140014" cy="1330839"/>
          </a:xfrm>
        </p:spPr>
        <p:txBody>
          <a:bodyPr vert="horz" lIns="91440" tIns="45720" rIns="91440" bIns="45720" rtlCol="0" anchor="ctr">
            <a:normAutofit/>
          </a:bodyPr>
          <a:lstStyle/>
          <a:p>
            <a:r>
              <a:rPr lang="en-AU" sz="2800" b="1" dirty="0"/>
              <a:t>LR, RF, SVM and KNN</a:t>
            </a:r>
            <a:br>
              <a:rPr lang="en-AU" sz="2800" b="1" dirty="0"/>
            </a:br>
            <a:endParaRPr lang="en-US" sz="2800" b="1" dirty="0"/>
          </a:p>
        </p:txBody>
      </p:sp>
      <p:pic>
        <p:nvPicPr>
          <p:cNvPr id="1027" name="Picture 3" descr="Generated image">
            <a:extLst>
              <a:ext uri="{FF2B5EF4-FFF2-40B4-BE49-F238E27FC236}">
                <a16:creationId xmlns:a16="http://schemas.microsoft.com/office/drawing/2014/main" id="{A778C036-D3EA-E879-807E-8DEA467FB06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t="633" r="-2" b="-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50" name="Content Placeholder 16">
            <a:extLst>
              <a:ext uri="{FF2B5EF4-FFF2-40B4-BE49-F238E27FC236}">
                <a16:creationId xmlns:a16="http://schemas.microsoft.com/office/drawing/2014/main" id="{461AA9DE-32E0-005F-BCD1-B1938E115C50}"/>
              </a:ext>
            </a:extLst>
          </p:cNvPr>
          <p:cNvSpPr>
            <a:spLocks noGrp="1"/>
          </p:cNvSpPr>
          <p:nvPr>
            <p:ph sz="half" idx="2"/>
          </p:nvPr>
        </p:nvSpPr>
        <p:spPr>
          <a:xfrm>
            <a:off x="7320465" y="2194102"/>
            <a:ext cx="4140013" cy="3908586"/>
          </a:xfrm>
        </p:spPr>
        <p:txBody>
          <a:bodyPr vert="horz" lIns="91440" tIns="45720" rIns="91440" bIns="45720" rtlCol="0">
            <a:normAutofit/>
          </a:bodyPr>
          <a:lstStyle/>
          <a:p>
            <a:endParaRPr lang="en-US" sz="1100" dirty="0"/>
          </a:p>
          <a:p>
            <a:r>
              <a:rPr lang="en-US" sz="1100" dirty="0"/>
              <a:t>Logistic Regression – A classification algorithm that predicts probabilities and assigns data points to binary categories (e.g., yes/no) using a sigmoid function.</a:t>
            </a:r>
          </a:p>
          <a:p>
            <a:endParaRPr lang="en-US" sz="1100" dirty="0"/>
          </a:p>
          <a:p>
            <a:r>
              <a:rPr lang="en-US" sz="1100" dirty="0"/>
              <a:t>Random Forests – An ensemble learning method that builds multiple decision trees and combines their outputs to improve accuracy and reduce overfitting.</a:t>
            </a:r>
          </a:p>
          <a:p>
            <a:endParaRPr lang="en-US" sz="1100" dirty="0"/>
          </a:p>
          <a:p>
            <a:r>
              <a:rPr lang="en-US" sz="1100" dirty="0"/>
              <a:t>Support Vector Machines (SVM) – A classification algorithm that finds the best boundary (hyperplane) to separate different classes with the largest margin.</a:t>
            </a:r>
          </a:p>
          <a:p>
            <a:endParaRPr lang="en-US" sz="1100" dirty="0"/>
          </a:p>
          <a:p>
            <a:r>
              <a:rPr lang="en-US" sz="1100" dirty="0"/>
              <a:t>K-Nearest Neighbors (KNN) – A classification and regression algorithm that assigns a label to a new data point based on the majority class of its nearest neighbors.</a:t>
            </a:r>
          </a:p>
        </p:txBody>
      </p:sp>
    </p:spTree>
    <p:extLst>
      <p:ext uri="{BB962C8B-B14F-4D97-AF65-F5344CB8AC3E}">
        <p14:creationId xmlns:p14="http://schemas.microsoft.com/office/powerpoint/2010/main" val="2591810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E2DBD2-D2C4-FA40-DB02-FC0190CBBA2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7997B7-0442-EA85-8FF3-FCAF5C901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4C9F0FA-E0C8-F6BF-1521-66DE7CB9A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3EE715-D602-B83F-BCCE-260028BD1D4D}"/>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2800" b="1" kern="1200" dirty="0">
                <a:solidFill>
                  <a:schemeClr val="tx1"/>
                </a:solidFill>
                <a:latin typeface="+mj-lt"/>
                <a:ea typeface="+mj-ea"/>
                <a:cs typeface="+mj-cs"/>
              </a:rPr>
              <a:t>Evaluation</a:t>
            </a:r>
            <a:endParaRPr lang="en-US" sz="2800"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8C1ECAC3-B06E-44D8-A5AD-52292704B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Content Placeholder 13">
            <a:extLst>
              <a:ext uri="{FF2B5EF4-FFF2-40B4-BE49-F238E27FC236}">
                <a16:creationId xmlns:a16="http://schemas.microsoft.com/office/drawing/2014/main" id="{67CB8B5F-1A30-398F-4D3E-5FA03399EC9F}"/>
              </a:ext>
            </a:extLst>
          </p:cNvPr>
          <p:cNvPicPr>
            <a:picLocks noGrp="1" noChangeAspect="1"/>
          </p:cNvPicPr>
          <p:nvPr>
            <p:ph sz="half" idx="2"/>
          </p:nvPr>
        </p:nvPicPr>
        <p:blipFill>
          <a:blip r:embed="rId2"/>
          <a:stretch>
            <a:fillRect/>
          </a:stretch>
        </p:blipFill>
        <p:spPr>
          <a:xfrm>
            <a:off x="6253519" y="1825625"/>
            <a:ext cx="5018961" cy="4351338"/>
          </a:xfrm>
        </p:spPr>
      </p:pic>
      <p:pic>
        <p:nvPicPr>
          <p:cNvPr id="6" name="Content Placeholder 5">
            <a:extLst>
              <a:ext uri="{FF2B5EF4-FFF2-40B4-BE49-F238E27FC236}">
                <a16:creationId xmlns:a16="http://schemas.microsoft.com/office/drawing/2014/main" id="{B2555F65-549B-9684-9683-813273DFED1A}"/>
              </a:ext>
            </a:extLst>
          </p:cNvPr>
          <p:cNvPicPr>
            <a:picLocks noGrp="1" noChangeAspect="1"/>
          </p:cNvPicPr>
          <p:nvPr>
            <p:ph sz="half" idx="1"/>
          </p:nvPr>
        </p:nvPicPr>
        <p:blipFill>
          <a:blip r:embed="rId3"/>
          <a:stretch>
            <a:fillRect/>
          </a:stretch>
        </p:blipFill>
        <p:spPr>
          <a:xfrm>
            <a:off x="838200" y="2070804"/>
            <a:ext cx="5181600" cy="3860980"/>
          </a:xfrm>
        </p:spPr>
      </p:pic>
    </p:spTree>
    <p:extLst>
      <p:ext uri="{BB962C8B-B14F-4D97-AF65-F5344CB8AC3E}">
        <p14:creationId xmlns:p14="http://schemas.microsoft.com/office/powerpoint/2010/main" val="4028965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131279-04EA-2EBE-9A29-73BFF462669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83551A-FB12-5CA8-D55A-6F4BAF690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84B3FB3-7504-EC15-35FE-085FA9AA9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BADADC-CC4A-C8D3-D865-E2505B67BAAA}"/>
              </a:ext>
            </a:extLst>
          </p:cNvPr>
          <p:cNvSpPr>
            <a:spLocks noGrp="1"/>
          </p:cNvSpPr>
          <p:nvPr>
            <p:ph type="title"/>
          </p:nvPr>
        </p:nvSpPr>
        <p:spPr>
          <a:xfrm>
            <a:off x="1137034" y="609597"/>
            <a:ext cx="9392421" cy="1330841"/>
          </a:xfrm>
        </p:spPr>
        <p:txBody>
          <a:bodyPr vert="horz" lIns="91440" tIns="45720" rIns="91440" bIns="45720" rtlCol="0" anchor="ctr">
            <a:normAutofit/>
          </a:bodyPr>
          <a:lstStyle/>
          <a:p>
            <a:br>
              <a:rPr lang="en-AU" sz="1100" b="1" i="0" dirty="0">
                <a:effectLst/>
                <a:latin typeface="system-ui"/>
              </a:rPr>
            </a:br>
            <a:r>
              <a:rPr lang="en-US" sz="2800" b="1" kern="1200" dirty="0">
                <a:solidFill>
                  <a:schemeClr val="tx1"/>
                </a:solidFill>
                <a:latin typeface="+mj-lt"/>
                <a:ea typeface="+mj-ea"/>
                <a:cs typeface="+mj-cs"/>
              </a:rPr>
              <a:t>Ensemble Methods</a:t>
            </a:r>
            <a:endParaRPr lang="en-US" sz="2800"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2709637B-9A84-2CD2-7007-AD9310B14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Content Placeholder 3">
            <a:extLst>
              <a:ext uri="{FF2B5EF4-FFF2-40B4-BE49-F238E27FC236}">
                <a16:creationId xmlns:a16="http://schemas.microsoft.com/office/drawing/2014/main" id="{FAAFACDC-4690-76A9-DD1E-C9BBA5B36EA2}"/>
              </a:ext>
            </a:extLst>
          </p:cNvPr>
          <p:cNvSpPr>
            <a:spLocks noGrp="1"/>
          </p:cNvSpPr>
          <p:nvPr>
            <p:ph sz="half" idx="1"/>
          </p:nvPr>
        </p:nvSpPr>
        <p:spPr/>
        <p:txBody>
          <a:bodyPr>
            <a:normAutofit/>
          </a:bodyPr>
          <a:lstStyle/>
          <a:p>
            <a:pPr algn="just">
              <a:buNone/>
            </a:pPr>
            <a:r>
              <a:rPr lang="en-GB" sz="1200" b="1" dirty="0"/>
              <a:t>Boosting</a:t>
            </a:r>
            <a:endParaRPr lang="en-GB" sz="1200" dirty="0"/>
          </a:p>
          <a:p>
            <a:pPr algn="just">
              <a:buFont typeface="Arial" panose="020B0604020202020204" pitchFamily="34" charset="0"/>
              <a:buChar char="•"/>
            </a:pPr>
            <a:r>
              <a:rPr lang="en-GB" sz="1200" dirty="0"/>
              <a:t>Boosting focuses on improving weak models by combining them sequentially. Each model attempts to correct the errors of the previous one.</a:t>
            </a:r>
          </a:p>
          <a:p>
            <a:pPr algn="just">
              <a:buFont typeface="Arial" panose="020B0604020202020204" pitchFamily="34" charset="0"/>
              <a:buChar char="•"/>
            </a:pPr>
            <a:r>
              <a:rPr lang="en-GB" sz="1200" dirty="0"/>
              <a:t>It aims to reduce bias and is effective when models are weak learners (e.g., shallow decision trees).</a:t>
            </a:r>
          </a:p>
          <a:p>
            <a:pPr algn="just">
              <a:buFont typeface="Arial" panose="020B0604020202020204" pitchFamily="34" charset="0"/>
              <a:buChar char="•"/>
            </a:pPr>
            <a:r>
              <a:rPr lang="en-GB" sz="1200" dirty="0"/>
              <a:t>Boosting may overfit if the base learners are too complex.</a:t>
            </a:r>
          </a:p>
          <a:p>
            <a:pPr marL="0" indent="0">
              <a:buNone/>
            </a:pPr>
            <a:endParaRPr lang="en-AU" b="1" dirty="0"/>
          </a:p>
        </p:txBody>
      </p:sp>
      <p:sp>
        <p:nvSpPr>
          <p:cNvPr id="7" name="Content Placeholder 6">
            <a:extLst>
              <a:ext uri="{FF2B5EF4-FFF2-40B4-BE49-F238E27FC236}">
                <a16:creationId xmlns:a16="http://schemas.microsoft.com/office/drawing/2014/main" id="{829FFC6A-9C8A-7A08-81C7-095D5EFB69E2}"/>
              </a:ext>
            </a:extLst>
          </p:cNvPr>
          <p:cNvSpPr>
            <a:spLocks noGrp="1"/>
          </p:cNvSpPr>
          <p:nvPr>
            <p:ph sz="half" idx="2"/>
          </p:nvPr>
        </p:nvSpPr>
        <p:spPr/>
        <p:txBody>
          <a:bodyPr>
            <a:normAutofit/>
          </a:bodyPr>
          <a:lstStyle/>
          <a:p>
            <a:pPr algn="just">
              <a:buNone/>
            </a:pPr>
            <a:r>
              <a:rPr lang="en-GB" sz="1200" b="1" dirty="0"/>
              <a:t>Bagging</a:t>
            </a:r>
          </a:p>
          <a:p>
            <a:pPr algn="just">
              <a:buFont typeface="Arial" panose="020B0604020202020204" pitchFamily="34" charset="0"/>
              <a:buChar char="•"/>
            </a:pPr>
            <a:r>
              <a:rPr lang="en-GB" sz="1200" dirty="0"/>
              <a:t>Bagging reduces variance by training models independently using bootstrapped subsets of the data and then averaging their predictions.</a:t>
            </a:r>
          </a:p>
          <a:p>
            <a:pPr algn="just">
              <a:buFont typeface="Arial" panose="020B0604020202020204" pitchFamily="34" charset="0"/>
              <a:buChar char="•"/>
            </a:pPr>
            <a:r>
              <a:rPr lang="en-GB" sz="1200" dirty="0"/>
              <a:t>It works well with high-variance models (e.g., deep decision trees) and helps prevent overfitting.</a:t>
            </a:r>
          </a:p>
          <a:p>
            <a:pPr algn="just">
              <a:buFont typeface="Arial" panose="020B0604020202020204" pitchFamily="34" charset="0"/>
              <a:buChar char="•"/>
            </a:pPr>
            <a:r>
              <a:rPr lang="en-GB" sz="1200" dirty="0"/>
              <a:t>Bagging does not focus on the sequential dependency between models.</a:t>
            </a:r>
          </a:p>
          <a:p>
            <a:pPr marL="0" indent="0">
              <a:buNone/>
            </a:pPr>
            <a:endParaRPr lang="en-AU" dirty="0"/>
          </a:p>
        </p:txBody>
      </p:sp>
    </p:spTree>
    <p:extLst>
      <p:ext uri="{BB962C8B-B14F-4D97-AF65-F5344CB8AC3E}">
        <p14:creationId xmlns:p14="http://schemas.microsoft.com/office/powerpoint/2010/main" val="385279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E2D60-C539-1AA0-80D6-3262E99CE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EA491-D8FB-B72C-87C3-6F1C7A89E052}"/>
              </a:ext>
            </a:extLst>
          </p:cNvPr>
          <p:cNvSpPr>
            <a:spLocks noGrp="1"/>
          </p:cNvSpPr>
          <p:nvPr>
            <p:ph type="title"/>
          </p:nvPr>
        </p:nvSpPr>
        <p:spPr/>
        <p:txBody>
          <a:bodyPr>
            <a:normAutofit/>
          </a:bodyPr>
          <a:lstStyle/>
          <a:p>
            <a:r>
              <a:rPr lang="en-US" sz="2800" b="1" kern="1200" dirty="0">
                <a:solidFill>
                  <a:schemeClr val="tx1">
                    <a:lumMod val="85000"/>
                    <a:lumOff val="15000"/>
                  </a:schemeClr>
                </a:solidFill>
                <a:latin typeface="+mj-lt"/>
                <a:ea typeface="+mj-ea"/>
                <a:cs typeface="+mj-cs"/>
              </a:rPr>
              <a:t>Model Training, Hyperparameter Tunning, </a:t>
            </a:r>
            <a:r>
              <a:rPr lang="en-US" sz="4000" b="1" kern="1200" dirty="0">
                <a:solidFill>
                  <a:schemeClr val="tx1">
                    <a:lumMod val="85000"/>
                    <a:lumOff val="15000"/>
                  </a:schemeClr>
                </a:solidFill>
                <a:latin typeface="+mj-lt"/>
                <a:ea typeface="+mj-ea"/>
                <a:cs typeface="+mj-cs"/>
              </a:rPr>
              <a:t>Testing</a:t>
            </a:r>
            <a:endParaRPr lang="en-AU" sz="4000" b="1" dirty="0"/>
          </a:p>
        </p:txBody>
      </p:sp>
      <p:pic>
        <p:nvPicPr>
          <p:cNvPr id="5" name="Content Placeholder 4">
            <a:extLst>
              <a:ext uri="{FF2B5EF4-FFF2-40B4-BE49-F238E27FC236}">
                <a16:creationId xmlns:a16="http://schemas.microsoft.com/office/drawing/2014/main" id="{B2FD883F-96CC-7FA7-FED8-84B08BC6C4EC}"/>
              </a:ext>
            </a:extLst>
          </p:cNvPr>
          <p:cNvPicPr>
            <a:picLocks noGrp="1" noChangeAspect="1"/>
          </p:cNvPicPr>
          <p:nvPr>
            <p:ph sz="half" idx="1"/>
          </p:nvPr>
        </p:nvPicPr>
        <p:blipFill>
          <a:blip r:embed="rId2"/>
          <a:stretch>
            <a:fillRect/>
          </a:stretch>
        </p:blipFill>
        <p:spPr>
          <a:xfrm>
            <a:off x="1146613" y="1418665"/>
            <a:ext cx="2658905" cy="5002306"/>
          </a:xfrm>
          <a:prstGeom prst="rect">
            <a:avLst/>
          </a:prstGeom>
        </p:spPr>
      </p:pic>
      <p:graphicFrame>
        <p:nvGraphicFramePr>
          <p:cNvPr id="16" name="Content Placeholder 3">
            <a:extLst>
              <a:ext uri="{FF2B5EF4-FFF2-40B4-BE49-F238E27FC236}">
                <a16:creationId xmlns:a16="http://schemas.microsoft.com/office/drawing/2014/main" id="{49413CE8-558D-1AF7-6107-5B78AF92A0AA}"/>
              </a:ext>
            </a:extLst>
          </p:cNvPr>
          <p:cNvGraphicFramePr>
            <a:graphicFrameLocks noGrp="1"/>
          </p:cNvGraphicFramePr>
          <p:nvPr>
            <p:ph sz="half" idx="2"/>
          </p:nvPr>
        </p:nvGraphicFramePr>
        <p:xfrm>
          <a:off x="4881282" y="1825625"/>
          <a:ext cx="6472518"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6730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144E37-5953-7372-A035-0180664D22F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C6517C88-F76F-7907-9FCC-028DF3CEFA59}"/>
              </a:ext>
            </a:extLst>
          </p:cNvPr>
          <p:cNvSpPr>
            <a:spLocks noGrp="1"/>
          </p:cNvSpPr>
          <p:nvPr>
            <p:ph type="title"/>
          </p:nvPr>
        </p:nvSpPr>
        <p:spPr>
          <a:xfrm>
            <a:off x="838200" y="365125"/>
            <a:ext cx="10515600" cy="930275"/>
          </a:xfrm>
        </p:spPr>
        <p:txBody>
          <a:bodyPr vert="horz" lIns="91440" tIns="45720" rIns="91440" bIns="45720" rtlCol="0">
            <a:normAutofit/>
          </a:bodyPr>
          <a:lstStyle/>
          <a:p>
            <a:br>
              <a:rPr lang="en-AU" sz="2800" b="1" dirty="0"/>
            </a:br>
            <a:r>
              <a:rPr lang="en-AU" sz="2800" b="1" dirty="0"/>
              <a:t>Deployment and Monitoring  </a:t>
            </a:r>
            <a:endParaRPr lang="en-US" sz="2800" b="1" kern="1200">
              <a:latin typeface="+mj-lt"/>
              <a:ea typeface="+mj-ea"/>
              <a:cs typeface="+mj-cs"/>
            </a:endParaRPr>
          </a:p>
        </p:txBody>
      </p:sp>
      <p:graphicFrame>
        <p:nvGraphicFramePr>
          <p:cNvPr id="20" name="Content Placeholder 4">
            <a:extLst>
              <a:ext uri="{FF2B5EF4-FFF2-40B4-BE49-F238E27FC236}">
                <a16:creationId xmlns:a16="http://schemas.microsoft.com/office/drawing/2014/main" id="{EB8E843C-A486-B210-9E85-72C111B401F1}"/>
              </a:ext>
            </a:extLst>
          </p:cNvPr>
          <p:cNvGraphicFramePr>
            <a:graphicFrameLocks noGrp="1"/>
          </p:cNvGraphicFramePr>
          <p:nvPr>
            <p:ph idx="1"/>
            <p:extLst>
              <p:ext uri="{D42A27DB-BD31-4B8C-83A1-F6EECF244321}">
                <p14:modId xmlns:p14="http://schemas.microsoft.com/office/powerpoint/2010/main" val="3863768575"/>
              </p:ext>
            </p:extLst>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2266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1A1F9-F8BB-47B6-96DA-1AF96419C41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B5605-B096-F8E7-8947-163091ECECB7}"/>
              </a:ext>
            </a:extLst>
          </p:cNvPr>
          <p:cNvSpPr>
            <a:spLocks noGrp="1"/>
          </p:cNvSpPr>
          <p:nvPr>
            <p:ph type="title"/>
          </p:nvPr>
        </p:nvSpPr>
        <p:spPr>
          <a:xfrm>
            <a:off x="838200" y="963507"/>
            <a:ext cx="3494362" cy="4930986"/>
          </a:xfrm>
        </p:spPr>
        <p:txBody>
          <a:bodyPr vert="horz" lIns="91440" tIns="45720" rIns="91440" bIns="45720" rtlCol="0">
            <a:normAutofit/>
          </a:bodyPr>
          <a:lstStyle/>
          <a:p>
            <a:pPr algn="r"/>
            <a:br>
              <a:rPr lang="en-AU" b="1" i="0">
                <a:solidFill>
                  <a:schemeClr val="accent1"/>
                </a:solidFill>
                <a:effectLst/>
                <a:latin typeface="system-ui"/>
              </a:rPr>
            </a:br>
            <a:r>
              <a:rPr lang="en-AU" sz="4000" b="1">
                <a:solidFill>
                  <a:schemeClr val="accent1"/>
                </a:solidFill>
              </a:rPr>
              <a:t>Community Resource Optimization</a:t>
            </a:r>
            <a:endParaRPr lang="en-US" sz="4000" b="1" kern="1200" dirty="0">
              <a:solidFill>
                <a:schemeClr val="accent1"/>
              </a:solidFill>
              <a:latin typeface="+mj-lt"/>
              <a:ea typeface="+mj-ea"/>
              <a:cs typeface="+mj-cs"/>
            </a:endParaRPr>
          </a:p>
        </p:txBody>
      </p:sp>
      <p:cxnSp>
        <p:nvCxnSpPr>
          <p:cNvPr id="22" name="Straight Connector 2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7B9B194-D5EF-45D5-E67D-B5D1F3A478AA}"/>
              </a:ext>
            </a:extLst>
          </p:cNvPr>
          <p:cNvSpPr>
            <a:spLocks noGrp="1"/>
          </p:cNvSpPr>
          <p:nvPr>
            <p:ph sz="half" idx="1"/>
          </p:nvPr>
        </p:nvSpPr>
        <p:spPr>
          <a:xfrm>
            <a:off x="4976030" y="963507"/>
            <a:ext cx="6250940" cy="2304627"/>
          </a:xfrm>
        </p:spPr>
        <p:txBody>
          <a:bodyPr anchor="b">
            <a:normAutofit/>
          </a:bodyPr>
          <a:lstStyle/>
          <a:p>
            <a:pPr algn="just">
              <a:buFont typeface="Arial" panose="020B0604020202020204" pitchFamily="34" charset="0"/>
              <a:buChar char="•"/>
            </a:pPr>
            <a:r>
              <a:rPr lang="en-GB" sz="2000" b="1"/>
              <a:t>Use predictive analytics to allocate resources efficiently, such as prioritizing high-risk patients for follow-ups.</a:t>
            </a:r>
            <a:endParaRPr lang="en-AU" sz="2000" b="1" dirty="0"/>
          </a:p>
        </p:txBody>
      </p:sp>
      <p:sp>
        <p:nvSpPr>
          <p:cNvPr id="7" name="Content Placeholder 6">
            <a:extLst>
              <a:ext uri="{FF2B5EF4-FFF2-40B4-BE49-F238E27FC236}">
                <a16:creationId xmlns:a16="http://schemas.microsoft.com/office/drawing/2014/main" id="{D99418E6-F53D-5980-08E1-B6D34052609F}"/>
              </a:ext>
            </a:extLst>
          </p:cNvPr>
          <p:cNvSpPr>
            <a:spLocks noGrp="1"/>
          </p:cNvSpPr>
          <p:nvPr>
            <p:ph sz="half" idx="2"/>
          </p:nvPr>
        </p:nvSpPr>
        <p:spPr>
          <a:xfrm>
            <a:off x="4976030" y="3589866"/>
            <a:ext cx="6250940" cy="2304628"/>
          </a:xfrm>
        </p:spPr>
        <p:txBody>
          <a:bodyPr>
            <a:normAutofit/>
          </a:bodyPr>
          <a:lstStyle/>
          <a:p>
            <a:pPr algn="just">
              <a:buFont typeface="Arial" panose="020B0604020202020204" pitchFamily="34" charset="0"/>
              <a:buChar char="•"/>
            </a:pPr>
            <a:r>
              <a:rPr lang="en-GB" sz="2000" b="1"/>
              <a:t>Implement the model in underserved communities to improve access to early diagnosis.</a:t>
            </a:r>
          </a:p>
          <a:p>
            <a:pPr marL="0" indent="0">
              <a:buNone/>
            </a:pPr>
            <a:endParaRPr lang="en-AU" sz="2000" dirty="0"/>
          </a:p>
        </p:txBody>
      </p:sp>
    </p:spTree>
    <p:extLst>
      <p:ext uri="{BB962C8B-B14F-4D97-AF65-F5344CB8AC3E}">
        <p14:creationId xmlns:p14="http://schemas.microsoft.com/office/powerpoint/2010/main" val="135563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751</TotalTime>
  <Words>1048</Words>
  <Application>Microsoft Office PowerPoint</Application>
  <PresentationFormat>Widescreen</PresentationFormat>
  <Paragraphs>122</Paragraphs>
  <Slides>19</Slides>
  <Notes>8</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Machine Learning for Breast Cancer Diagnosis:  A Data-Driven Approach</vt:lpstr>
      <vt:lpstr>Agenda</vt:lpstr>
      <vt:lpstr>Breast Cancer Statistics in Australia</vt:lpstr>
      <vt:lpstr>Screening and Early Diagnosis </vt:lpstr>
      <vt:lpstr>Motivation </vt:lpstr>
      <vt:lpstr>Breast Cancer Dataset</vt:lpstr>
      <vt:lpstr>Features Engineering </vt:lpstr>
      <vt:lpstr>Boxplot</vt:lpstr>
      <vt:lpstr>Pairplot </vt:lpstr>
      <vt:lpstr>Feature Correlation Heatmap</vt:lpstr>
      <vt:lpstr>Features Selection Principal Component Analysis (PCA) </vt:lpstr>
      <vt:lpstr>Features Selection (Forward Stepwise) </vt:lpstr>
      <vt:lpstr>Cross Validation </vt:lpstr>
      <vt:lpstr>LR, RF, SVM and KNN </vt:lpstr>
      <vt:lpstr>Evaluation</vt:lpstr>
      <vt:lpstr> Ensemble Methods</vt:lpstr>
      <vt:lpstr>Model Training, Hyperparameter Tunning, Testing</vt:lpstr>
      <vt:lpstr> Deployment and Monitoring  </vt:lpstr>
      <vt:lpstr> Community Resource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TT Y</dc:creator>
  <cp:lastModifiedBy>TT Y</cp:lastModifiedBy>
  <cp:revision>179</cp:revision>
  <dcterms:created xsi:type="dcterms:W3CDTF">2025-03-28T10:14:21Z</dcterms:created>
  <dcterms:modified xsi:type="dcterms:W3CDTF">2025-04-06T03:17:02Z</dcterms:modified>
</cp:coreProperties>
</file>