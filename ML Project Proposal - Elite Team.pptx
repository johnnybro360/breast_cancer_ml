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12" r:id="rId3"/>
    <p:sldId id="266" r:id="rId4"/>
    <p:sldId id="2584" r:id="rId5"/>
    <p:sldId id="2586" r:id="rId6"/>
    <p:sldId id="2604" r:id="rId7"/>
    <p:sldId id="2605" r:id="rId8"/>
    <p:sldId id="2608" r:id="rId9"/>
    <p:sldId id="2609" r:id="rId10"/>
    <p:sldId id="2603" r:id="rId11"/>
    <p:sldId id="2610" r:id="rId12"/>
    <p:sldId id="261" r:id="rId13"/>
    <p:sldId id="2595" r:id="rId14"/>
    <p:sldId id="2615" r:id="rId15"/>
    <p:sldId id="2614" r:id="rId16"/>
    <p:sldId id="2600" r:id="rId17"/>
    <p:sldId id="2602" r:id="rId18"/>
    <p:sldId id="2583" r:id="rId19"/>
    <p:sldId id="2601" r:id="rId20"/>
    <p:sldId id="2581" r:id="rId21"/>
    <p:sldId id="2589" r:id="rId22"/>
    <p:sldId id="2596" r:id="rId23"/>
    <p:sldId id="2590" r:id="rId24"/>
    <p:sldId id="259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F668305-C3D2-4E69-AFA5-5159CB5B7186}">
          <p14:sldIdLst>
            <p14:sldId id="256"/>
            <p14:sldId id="2612"/>
            <p14:sldId id="266"/>
            <p14:sldId id="2584"/>
            <p14:sldId id="2586"/>
            <p14:sldId id="2604"/>
            <p14:sldId id="2605"/>
            <p14:sldId id="2608"/>
            <p14:sldId id="2609"/>
            <p14:sldId id="2603"/>
            <p14:sldId id="2610"/>
            <p14:sldId id="261"/>
            <p14:sldId id="2595"/>
            <p14:sldId id="2615"/>
            <p14:sldId id="2614"/>
            <p14:sldId id="2600"/>
            <p14:sldId id="2602"/>
            <p14:sldId id="2583"/>
            <p14:sldId id="2601"/>
            <p14:sldId id="2581"/>
            <p14:sldId id="2589"/>
            <p14:sldId id="2596"/>
            <p14:sldId id="2590"/>
            <p14:sldId id="2598"/>
          </p14:sldIdLst>
        </p14:section>
        <p14:section name="Untitled Section" id="{B6371A0C-5014-446E-93BF-3269275911F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7000FE-7D89-4273-A381-3DE1A54A2BB2}" v="216" dt="2025-04-06T06:42:07.4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42" d="100"/>
          <a:sy n="142" d="100"/>
        </p:scale>
        <p:origin x="948"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T Y" userId="74a0629b374991c5" providerId="LiveId" clId="{B57000FE-7D89-4273-A381-3DE1A54A2BB2}"/>
    <pc:docChg chg="undo custSel addSld delSld modSld sldOrd addSection delSection modSection">
      <pc:chgData name="TT Y" userId="74a0629b374991c5" providerId="LiveId" clId="{B57000FE-7D89-4273-A381-3DE1A54A2BB2}" dt="2025-04-06T06:51:59.664" v="430" actId="14100"/>
      <pc:docMkLst>
        <pc:docMk/>
      </pc:docMkLst>
      <pc:sldChg chg="del">
        <pc:chgData name="TT Y" userId="74a0629b374991c5" providerId="LiveId" clId="{B57000FE-7D89-4273-A381-3DE1A54A2BB2}" dt="2025-04-06T06:23:15.830" v="328" actId="2696"/>
        <pc:sldMkLst>
          <pc:docMk/>
          <pc:sldMk cId="2041890333" sldId="260"/>
        </pc:sldMkLst>
      </pc:sldChg>
      <pc:sldChg chg="modNotesTx">
        <pc:chgData name="TT Y" userId="74a0629b374991c5" providerId="LiveId" clId="{B57000FE-7D89-4273-A381-3DE1A54A2BB2}" dt="2025-04-06T06:29:33.706" v="404" actId="20577"/>
        <pc:sldMkLst>
          <pc:docMk/>
          <pc:sldMk cId="3554127923" sldId="266"/>
        </pc:sldMkLst>
      </pc:sldChg>
      <pc:sldChg chg="modNotesTx">
        <pc:chgData name="TT Y" userId="74a0629b374991c5" providerId="LiveId" clId="{B57000FE-7D89-4273-A381-3DE1A54A2BB2}" dt="2025-04-06T06:32:36.425" v="405"/>
        <pc:sldMkLst>
          <pc:docMk/>
          <pc:sldMk cId="1495434952" sldId="2584"/>
        </pc:sldMkLst>
      </pc:sldChg>
      <pc:sldChg chg="addSp delSp modSp mod modNotesTx">
        <pc:chgData name="TT Y" userId="74a0629b374991c5" providerId="LiveId" clId="{B57000FE-7D89-4273-A381-3DE1A54A2BB2}" dt="2025-04-06T06:25:07.926" v="376" actId="6549"/>
        <pc:sldMkLst>
          <pc:docMk/>
          <pc:sldMk cId="1870363494" sldId="2586"/>
        </pc:sldMkLst>
        <pc:spChg chg="mod">
          <ac:chgData name="TT Y" userId="74a0629b374991c5" providerId="LiveId" clId="{B57000FE-7D89-4273-A381-3DE1A54A2BB2}" dt="2025-04-06T06:25:07.926" v="376" actId="6549"/>
          <ac:spMkLst>
            <pc:docMk/>
            <pc:sldMk cId="1870363494" sldId="2586"/>
            <ac:spMk id="2" creationId="{1F415649-8D17-4F4D-D7C5-F9B2D58A8E3B}"/>
          </ac:spMkLst>
        </pc:spChg>
        <pc:spChg chg="add del mod">
          <ac:chgData name="TT Y" userId="74a0629b374991c5" providerId="LiveId" clId="{B57000FE-7D89-4273-A381-3DE1A54A2BB2}" dt="2025-04-06T06:14:55.848" v="58" actId="478"/>
          <ac:spMkLst>
            <pc:docMk/>
            <pc:sldMk cId="1870363494" sldId="2586"/>
            <ac:spMk id="4" creationId="{6F58DABD-C830-1EFA-8626-4EA6044DC813}"/>
          </ac:spMkLst>
        </pc:spChg>
        <pc:graphicFrameChg chg="add del mod">
          <ac:chgData name="TT Y" userId="74a0629b374991c5" providerId="LiveId" clId="{B57000FE-7D89-4273-A381-3DE1A54A2BB2}" dt="2025-04-06T06:16:41.221" v="242"/>
          <ac:graphicFrameMkLst>
            <pc:docMk/>
            <pc:sldMk cId="1870363494" sldId="2586"/>
            <ac:graphicFrameMk id="39" creationId="{E66A87DE-F8FA-32BB-F2B4-13B20A5C77DC}"/>
          </ac:graphicFrameMkLst>
        </pc:graphicFrameChg>
      </pc:sldChg>
      <pc:sldChg chg="modNotesTx">
        <pc:chgData name="TT Y" userId="74a0629b374991c5" providerId="LiveId" clId="{B57000FE-7D89-4273-A381-3DE1A54A2BB2}" dt="2025-04-06T06:27:36.180" v="388"/>
        <pc:sldMkLst>
          <pc:docMk/>
          <pc:sldMk cId="385279865" sldId="2589"/>
        </pc:sldMkLst>
      </pc:sldChg>
      <pc:sldChg chg="modNotesTx">
        <pc:chgData name="TT Y" userId="74a0629b374991c5" providerId="LiveId" clId="{B57000FE-7D89-4273-A381-3DE1A54A2BB2}" dt="2025-04-06T06:05:39.534" v="37" actId="6549"/>
        <pc:sldMkLst>
          <pc:docMk/>
          <pc:sldMk cId="2392266462" sldId="2590"/>
        </pc:sldMkLst>
      </pc:sldChg>
      <pc:sldChg chg="del">
        <pc:chgData name="TT Y" userId="74a0629b374991c5" providerId="LiveId" clId="{B57000FE-7D89-4273-A381-3DE1A54A2BB2}" dt="2025-04-06T06:00:47.179" v="0" actId="2696"/>
        <pc:sldMkLst>
          <pc:docMk/>
          <pc:sldMk cId="4193928721" sldId="2597"/>
        </pc:sldMkLst>
      </pc:sldChg>
      <pc:sldChg chg="modNotesTx">
        <pc:chgData name="TT Y" userId="74a0629b374991c5" providerId="LiveId" clId="{B57000FE-7D89-4273-A381-3DE1A54A2BB2}" dt="2025-04-06T06:21:44.362" v="324" actId="6549"/>
        <pc:sldMkLst>
          <pc:docMk/>
          <pc:sldMk cId="1355635457" sldId="2598"/>
        </pc:sldMkLst>
      </pc:sldChg>
      <pc:sldChg chg="modSp">
        <pc:chgData name="TT Y" userId="74a0629b374991c5" providerId="LiveId" clId="{B57000FE-7D89-4273-A381-3DE1A54A2BB2}" dt="2025-04-06T06:25:56.026" v="387" actId="20577"/>
        <pc:sldMkLst>
          <pc:docMk/>
          <pc:sldMk cId="3942296368" sldId="2612"/>
        </pc:sldMkLst>
        <pc:graphicFrameChg chg="mod">
          <ac:chgData name="TT Y" userId="74a0629b374991c5" providerId="LiveId" clId="{B57000FE-7D89-4273-A381-3DE1A54A2BB2}" dt="2025-04-06T06:25:56.026" v="387" actId="20577"/>
          <ac:graphicFrameMkLst>
            <pc:docMk/>
            <pc:sldMk cId="3942296368" sldId="2612"/>
            <ac:graphicFrameMk id="67" creationId="{D271A9DA-25F0-C2A9-2741-F175A2FCCC16}"/>
          </ac:graphicFrameMkLst>
        </pc:graphicFrameChg>
      </pc:sldChg>
      <pc:sldChg chg="new del">
        <pc:chgData name="TT Y" userId="74a0629b374991c5" providerId="LiveId" clId="{B57000FE-7D89-4273-A381-3DE1A54A2BB2}" dt="2025-04-06T06:23:19.746" v="329" actId="2696"/>
        <pc:sldMkLst>
          <pc:docMk/>
          <pc:sldMk cId="314592530" sldId="2613"/>
        </pc:sldMkLst>
      </pc:sldChg>
      <pc:sldChg chg="addSp delSp modSp add mod setBg delDesignElem">
        <pc:chgData name="TT Y" userId="74a0629b374991c5" providerId="LiveId" clId="{B57000FE-7D89-4273-A381-3DE1A54A2BB2}" dt="2025-04-06T06:24:06.424" v="332" actId="255"/>
        <pc:sldMkLst>
          <pc:docMk/>
          <pc:sldMk cId="362108815" sldId="2614"/>
        </pc:sldMkLst>
        <pc:spChg chg="mod">
          <ac:chgData name="TT Y" userId="74a0629b374991c5" providerId="LiveId" clId="{B57000FE-7D89-4273-A381-3DE1A54A2BB2}" dt="2025-04-06T06:24:06.424" v="332" actId="255"/>
          <ac:spMkLst>
            <pc:docMk/>
            <pc:sldMk cId="362108815" sldId="2614"/>
            <ac:spMk id="2" creationId="{04BDBEB5-2FD8-C5E5-D9B4-758F0419344C}"/>
          </ac:spMkLst>
        </pc:spChg>
        <pc:spChg chg="mod">
          <ac:chgData name="TT Y" userId="74a0629b374991c5" providerId="LiveId" clId="{B57000FE-7D89-4273-A381-3DE1A54A2BB2}" dt="2025-04-06T06:24:00.879" v="331" actId="14100"/>
          <ac:spMkLst>
            <pc:docMk/>
            <pc:sldMk cId="362108815" sldId="2614"/>
            <ac:spMk id="3" creationId="{49ABBC36-4B44-07C4-B73A-9AC532DEB574}"/>
          </ac:spMkLst>
        </pc:spChg>
        <pc:spChg chg="add">
          <ac:chgData name="TT Y" userId="74a0629b374991c5" providerId="LiveId" clId="{B57000FE-7D89-4273-A381-3DE1A54A2BB2}" dt="2025-04-06T06:23:42.985" v="330" actId="26606"/>
          <ac:spMkLst>
            <pc:docMk/>
            <pc:sldMk cId="362108815" sldId="2614"/>
            <ac:spMk id="9" creationId="{C0763A76-9F1C-4FC5-82B7-DD475DA461B2}"/>
          </ac:spMkLst>
        </pc:spChg>
        <pc:spChg chg="del">
          <ac:chgData name="TT Y" userId="74a0629b374991c5" providerId="LiveId" clId="{B57000FE-7D89-4273-A381-3DE1A54A2BB2}" dt="2025-04-06T06:23:09.185" v="327"/>
          <ac:spMkLst>
            <pc:docMk/>
            <pc:sldMk cId="362108815" sldId="2614"/>
            <ac:spMk id="10" creationId="{F821940F-7A1D-4ACC-85B4-A932898ABB37}"/>
          </ac:spMkLst>
        </pc:spChg>
        <pc:spChg chg="add">
          <ac:chgData name="TT Y" userId="74a0629b374991c5" providerId="LiveId" clId="{B57000FE-7D89-4273-A381-3DE1A54A2BB2}" dt="2025-04-06T06:23:42.985" v="330" actId="26606"/>
          <ac:spMkLst>
            <pc:docMk/>
            <pc:sldMk cId="362108815" sldId="2614"/>
            <ac:spMk id="11" creationId="{E81BF4F6-F2CF-4984-9D14-D6966D92F99F}"/>
          </ac:spMkLst>
        </pc:spChg>
        <pc:spChg chg="del">
          <ac:chgData name="TT Y" userId="74a0629b374991c5" providerId="LiveId" clId="{B57000FE-7D89-4273-A381-3DE1A54A2BB2}" dt="2025-04-06T06:23:09.185" v="327"/>
          <ac:spMkLst>
            <pc:docMk/>
            <pc:sldMk cId="362108815" sldId="2614"/>
            <ac:spMk id="12" creationId="{16674508-81D3-48CF-96BF-7FC60EAA572A}"/>
          </ac:spMkLst>
        </pc:spChg>
        <pc:picChg chg="mod">
          <ac:chgData name="TT Y" userId="74a0629b374991c5" providerId="LiveId" clId="{B57000FE-7D89-4273-A381-3DE1A54A2BB2}" dt="2025-04-06T06:23:42.985" v="330" actId="26606"/>
          <ac:picMkLst>
            <pc:docMk/>
            <pc:sldMk cId="362108815" sldId="2614"/>
            <ac:picMk id="4" creationId="{A9862BB9-270A-B8AC-CE2B-C47989A1F4F5}"/>
          </ac:picMkLst>
        </pc:picChg>
      </pc:sldChg>
      <pc:sldChg chg="new del">
        <pc:chgData name="TT Y" userId="74a0629b374991c5" providerId="LiveId" clId="{B57000FE-7D89-4273-A381-3DE1A54A2BB2}" dt="2025-04-06T06:38:35.774" v="407" actId="680"/>
        <pc:sldMkLst>
          <pc:docMk/>
          <pc:sldMk cId="160296745" sldId="2615"/>
        </pc:sldMkLst>
      </pc:sldChg>
      <pc:sldChg chg="addSp delSp modSp new mod ord modClrScheme chgLayout modNotesTx">
        <pc:chgData name="TT Y" userId="74a0629b374991c5" providerId="LiveId" clId="{B57000FE-7D89-4273-A381-3DE1A54A2BB2}" dt="2025-04-06T06:51:59.664" v="430" actId="14100"/>
        <pc:sldMkLst>
          <pc:docMk/>
          <pc:sldMk cId="420098937" sldId="2615"/>
        </pc:sldMkLst>
        <pc:spChg chg="del mod ord">
          <ac:chgData name="TT Y" userId="74a0629b374991c5" providerId="LiveId" clId="{B57000FE-7D89-4273-A381-3DE1A54A2BB2}" dt="2025-04-06T06:41:51.017" v="415" actId="700"/>
          <ac:spMkLst>
            <pc:docMk/>
            <pc:sldMk cId="420098937" sldId="2615"/>
            <ac:spMk id="2" creationId="{F0D84283-9CA9-9798-880D-EA7B1827CE5C}"/>
          </ac:spMkLst>
        </pc:spChg>
        <pc:spChg chg="del mod ord">
          <ac:chgData name="TT Y" userId="74a0629b374991c5" providerId="LiveId" clId="{B57000FE-7D89-4273-A381-3DE1A54A2BB2}" dt="2025-04-06T06:41:51.017" v="415" actId="700"/>
          <ac:spMkLst>
            <pc:docMk/>
            <pc:sldMk cId="420098937" sldId="2615"/>
            <ac:spMk id="3" creationId="{EF8A3F0F-F0AD-6FD1-00A7-A93A7D621454}"/>
          </ac:spMkLst>
        </pc:spChg>
        <pc:spChg chg="add mod ord">
          <ac:chgData name="TT Y" userId="74a0629b374991c5" providerId="LiveId" clId="{B57000FE-7D89-4273-A381-3DE1A54A2BB2}" dt="2025-04-06T06:43:00.817" v="420" actId="113"/>
          <ac:spMkLst>
            <pc:docMk/>
            <pc:sldMk cId="420098937" sldId="2615"/>
            <ac:spMk id="4" creationId="{172B676C-9D5E-BA26-1915-3C77C5092937}"/>
          </ac:spMkLst>
        </pc:spChg>
        <pc:spChg chg="add del mod ord">
          <ac:chgData name="TT Y" userId="74a0629b374991c5" providerId="LiveId" clId="{B57000FE-7D89-4273-A381-3DE1A54A2BB2}" dt="2025-04-06T06:41:53.054" v="416"/>
          <ac:spMkLst>
            <pc:docMk/>
            <pc:sldMk cId="420098937" sldId="2615"/>
            <ac:spMk id="5" creationId="{C9114B4C-EA24-F1C7-5FDC-3BDDBB58C020}"/>
          </ac:spMkLst>
        </pc:spChg>
        <pc:spChg chg="add del mod ord">
          <ac:chgData name="TT Y" userId="74a0629b374991c5" providerId="LiveId" clId="{B57000FE-7D89-4273-A381-3DE1A54A2BB2}" dt="2025-04-06T06:42:07.400" v="417"/>
          <ac:spMkLst>
            <pc:docMk/>
            <pc:sldMk cId="420098937" sldId="2615"/>
            <ac:spMk id="6" creationId="{12A64222-B332-BEC3-AC12-15B36B8D49A2}"/>
          </ac:spMkLst>
        </pc:spChg>
        <pc:picChg chg="add mod">
          <ac:chgData name="TT Y" userId="74a0629b374991c5" providerId="LiveId" clId="{B57000FE-7D89-4273-A381-3DE1A54A2BB2}" dt="2025-04-06T06:51:59.664" v="430" actId="14100"/>
          <ac:picMkLst>
            <pc:docMk/>
            <pc:sldMk cId="420098937" sldId="2615"/>
            <ac:picMk id="7" creationId="{74B0BDF6-020E-D8FC-76E9-335C0EB75F16}"/>
          </ac:picMkLst>
        </pc:picChg>
        <pc:picChg chg="add mod">
          <ac:chgData name="TT Y" userId="74a0629b374991c5" providerId="LiveId" clId="{B57000FE-7D89-4273-A381-3DE1A54A2BB2}" dt="2025-04-06T06:51:55.466" v="429" actId="14100"/>
          <ac:picMkLst>
            <pc:docMk/>
            <pc:sldMk cId="420098937" sldId="2615"/>
            <ac:picMk id="8" creationId="{F113E8B9-F526-F6EE-C92A-0DACCB65A1D7}"/>
          </ac:picMkLst>
        </pc:picChg>
      </pc:sldChg>
      <pc:sldChg chg="new del">
        <pc:chgData name="TT Y" userId="74a0629b374991c5" providerId="LiveId" clId="{B57000FE-7D89-4273-A381-3DE1A54A2BB2}" dt="2025-04-06T06:39:17.665" v="410" actId="2696"/>
        <pc:sldMkLst>
          <pc:docMk/>
          <pc:sldMk cId="4141022175" sldId="261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0238E-DE33-4373-A409-352C601658F2}"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20A7E645-B559-432A-8CDA-0D568E14CD65}">
      <dgm:prSet/>
      <dgm:spPr/>
      <dgm:t>
        <a:bodyPr/>
        <a:lstStyle/>
        <a:p>
          <a:r>
            <a:rPr lang="en-GB" b="1"/>
            <a:t>Breast Cancer</a:t>
          </a:r>
          <a:endParaRPr lang="en-US"/>
        </a:p>
      </dgm:t>
    </dgm:pt>
    <dgm:pt modelId="{5373D4E7-33E5-4F69-AB32-B934E83E8F46}" type="parTrans" cxnId="{F0D9956C-CFC6-4F16-9713-6EDF3BB6F0D8}">
      <dgm:prSet/>
      <dgm:spPr/>
      <dgm:t>
        <a:bodyPr/>
        <a:lstStyle/>
        <a:p>
          <a:endParaRPr lang="en-US"/>
        </a:p>
      </dgm:t>
    </dgm:pt>
    <dgm:pt modelId="{461033A5-6C83-41FF-BC41-F5F92DB00DA1}" type="sibTrans" cxnId="{F0D9956C-CFC6-4F16-9713-6EDF3BB6F0D8}">
      <dgm:prSet/>
      <dgm:spPr/>
      <dgm:t>
        <a:bodyPr/>
        <a:lstStyle/>
        <a:p>
          <a:endParaRPr lang="en-US"/>
        </a:p>
      </dgm:t>
    </dgm:pt>
    <dgm:pt modelId="{E9A768F3-3C0F-4CF4-8B11-79420F90FA4F}">
      <dgm:prSet/>
      <dgm:spPr/>
      <dgm:t>
        <a:bodyPr/>
        <a:lstStyle/>
        <a:p>
          <a:r>
            <a:rPr lang="en-GB" b="1"/>
            <a:t>Statistics in Australia</a:t>
          </a:r>
          <a:endParaRPr lang="en-US"/>
        </a:p>
      </dgm:t>
    </dgm:pt>
    <dgm:pt modelId="{9CE1E7DE-7C7B-48D0-93A3-B5FD371FA86B}" type="parTrans" cxnId="{C4E7C4A7-E261-44B9-BEB6-1CA5B4439D88}">
      <dgm:prSet/>
      <dgm:spPr/>
      <dgm:t>
        <a:bodyPr/>
        <a:lstStyle/>
        <a:p>
          <a:endParaRPr lang="en-US"/>
        </a:p>
      </dgm:t>
    </dgm:pt>
    <dgm:pt modelId="{CCB9BC8D-C5D1-4BC9-82B8-126F625018EE}" type="sibTrans" cxnId="{C4E7C4A7-E261-44B9-BEB6-1CA5B4439D88}">
      <dgm:prSet/>
      <dgm:spPr/>
      <dgm:t>
        <a:bodyPr/>
        <a:lstStyle/>
        <a:p>
          <a:endParaRPr lang="en-US"/>
        </a:p>
      </dgm:t>
    </dgm:pt>
    <dgm:pt modelId="{C1383ACC-BC89-408A-A766-EC7D59BE0387}">
      <dgm:prSet/>
      <dgm:spPr/>
      <dgm:t>
        <a:bodyPr/>
        <a:lstStyle/>
        <a:p>
          <a:r>
            <a:rPr lang="en-GB" b="1"/>
            <a:t>Screening and Early Diagnosis</a:t>
          </a:r>
          <a:endParaRPr lang="en-US"/>
        </a:p>
      </dgm:t>
    </dgm:pt>
    <dgm:pt modelId="{80E37D55-7B10-4E77-8955-05E85D5C5F88}" type="parTrans" cxnId="{3F8CD695-DE08-4F29-8A92-A7C23944EE8D}">
      <dgm:prSet/>
      <dgm:spPr/>
      <dgm:t>
        <a:bodyPr/>
        <a:lstStyle/>
        <a:p>
          <a:endParaRPr lang="en-US"/>
        </a:p>
      </dgm:t>
    </dgm:pt>
    <dgm:pt modelId="{1E585D65-AA2C-4E87-AC17-7832659A226D}" type="sibTrans" cxnId="{3F8CD695-DE08-4F29-8A92-A7C23944EE8D}">
      <dgm:prSet/>
      <dgm:spPr/>
      <dgm:t>
        <a:bodyPr/>
        <a:lstStyle/>
        <a:p>
          <a:endParaRPr lang="en-US"/>
        </a:p>
      </dgm:t>
    </dgm:pt>
    <dgm:pt modelId="{238CAF4A-C444-4940-812F-8678495A2DC0}">
      <dgm:prSet/>
      <dgm:spPr/>
      <dgm:t>
        <a:bodyPr/>
        <a:lstStyle/>
        <a:p>
          <a:r>
            <a:rPr lang="en-US" b="1" dirty="0"/>
            <a:t>Diagnosis-optimized Strategy </a:t>
          </a:r>
          <a:r>
            <a:rPr lang="en-GB" b="1" dirty="0"/>
            <a:t> </a:t>
          </a:r>
          <a:endParaRPr lang="en-US" dirty="0"/>
        </a:p>
      </dgm:t>
    </dgm:pt>
    <dgm:pt modelId="{7457E418-172F-4888-BC37-7768028CB650}" type="parTrans" cxnId="{06114E1C-74DA-420C-A090-74FC78E09F8E}">
      <dgm:prSet/>
      <dgm:spPr/>
      <dgm:t>
        <a:bodyPr/>
        <a:lstStyle/>
        <a:p>
          <a:endParaRPr lang="en-US"/>
        </a:p>
      </dgm:t>
    </dgm:pt>
    <dgm:pt modelId="{9305C304-AFC2-4672-AE0A-ACF390BA8737}" type="sibTrans" cxnId="{06114E1C-74DA-420C-A090-74FC78E09F8E}">
      <dgm:prSet/>
      <dgm:spPr/>
      <dgm:t>
        <a:bodyPr/>
        <a:lstStyle/>
        <a:p>
          <a:endParaRPr lang="en-US"/>
        </a:p>
      </dgm:t>
    </dgm:pt>
    <dgm:pt modelId="{A98877D6-A26B-452F-AC66-F08B25448D71}">
      <dgm:prSet/>
      <dgm:spPr/>
      <dgm:t>
        <a:bodyPr/>
        <a:lstStyle/>
        <a:p>
          <a:r>
            <a:rPr lang="en-AU" b="1"/>
            <a:t>Breast Cancer Dataset Overview</a:t>
          </a:r>
          <a:endParaRPr lang="en-US"/>
        </a:p>
      </dgm:t>
    </dgm:pt>
    <dgm:pt modelId="{E920B8F9-BACC-4874-BB8A-34B2681332F4}" type="parTrans" cxnId="{EC44B34D-3A8A-4541-B8BD-D8031D036E15}">
      <dgm:prSet/>
      <dgm:spPr/>
      <dgm:t>
        <a:bodyPr/>
        <a:lstStyle/>
        <a:p>
          <a:endParaRPr lang="en-US"/>
        </a:p>
      </dgm:t>
    </dgm:pt>
    <dgm:pt modelId="{91D0C690-C367-4B79-8544-CFE573A8738F}" type="sibTrans" cxnId="{EC44B34D-3A8A-4541-B8BD-D8031D036E15}">
      <dgm:prSet/>
      <dgm:spPr/>
      <dgm:t>
        <a:bodyPr/>
        <a:lstStyle/>
        <a:p>
          <a:endParaRPr lang="en-US"/>
        </a:p>
      </dgm:t>
    </dgm:pt>
    <dgm:pt modelId="{59B0E2AC-00BC-4345-BCF0-6BB185E13915}">
      <dgm:prSet/>
      <dgm:spPr/>
      <dgm:t>
        <a:bodyPr/>
        <a:lstStyle/>
        <a:p>
          <a:r>
            <a:rPr lang="en-US" b="1"/>
            <a:t>Data  Overview</a:t>
          </a:r>
          <a:endParaRPr lang="en-US"/>
        </a:p>
      </dgm:t>
    </dgm:pt>
    <dgm:pt modelId="{F3431681-4070-468B-83B6-33B4C5980896}" type="parTrans" cxnId="{A954FCFD-18B1-42E8-9681-717FC5199B1B}">
      <dgm:prSet/>
      <dgm:spPr/>
      <dgm:t>
        <a:bodyPr/>
        <a:lstStyle/>
        <a:p>
          <a:endParaRPr lang="en-US"/>
        </a:p>
      </dgm:t>
    </dgm:pt>
    <dgm:pt modelId="{C05492C2-81B7-49AA-94CB-8E54E8759F0A}" type="sibTrans" cxnId="{A954FCFD-18B1-42E8-9681-717FC5199B1B}">
      <dgm:prSet/>
      <dgm:spPr/>
      <dgm:t>
        <a:bodyPr/>
        <a:lstStyle/>
        <a:p>
          <a:endParaRPr lang="en-US"/>
        </a:p>
      </dgm:t>
    </dgm:pt>
    <dgm:pt modelId="{665A7437-AEB7-4580-9098-81E54D3ED3B5}">
      <dgm:prSet/>
      <dgm:spPr/>
      <dgm:t>
        <a:bodyPr/>
        <a:lstStyle/>
        <a:p>
          <a:r>
            <a:rPr lang="en-US" b="1"/>
            <a:t>Exploration and Cleaning </a:t>
          </a:r>
          <a:endParaRPr lang="en-US"/>
        </a:p>
      </dgm:t>
    </dgm:pt>
    <dgm:pt modelId="{B852271B-03A2-4CA8-8C19-95817429DBE1}" type="parTrans" cxnId="{5447FC03-3BD1-4D18-94AE-3332C10F780C}">
      <dgm:prSet/>
      <dgm:spPr/>
      <dgm:t>
        <a:bodyPr/>
        <a:lstStyle/>
        <a:p>
          <a:endParaRPr lang="en-US"/>
        </a:p>
      </dgm:t>
    </dgm:pt>
    <dgm:pt modelId="{CAE4E55C-7D0D-4E31-A5CC-05B5FBEB2A0A}" type="sibTrans" cxnId="{5447FC03-3BD1-4D18-94AE-3332C10F780C}">
      <dgm:prSet/>
      <dgm:spPr/>
      <dgm:t>
        <a:bodyPr/>
        <a:lstStyle/>
        <a:p>
          <a:endParaRPr lang="en-US"/>
        </a:p>
      </dgm:t>
    </dgm:pt>
    <dgm:pt modelId="{9560B267-3659-4C61-BDA9-CDB61BE0E335}">
      <dgm:prSet/>
      <dgm:spPr/>
      <dgm:t>
        <a:bodyPr/>
        <a:lstStyle/>
        <a:p>
          <a:r>
            <a:rPr lang="en-AU" b="1"/>
            <a:t>Data Balancing </a:t>
          </a:r>
          <a:endParaRPr lang="en-US"/>
        </a:p>
      </dgm:t>
    </dgm:pt>
    <dgm:pt modelId="{0B13EAE3-B718-4C9B-9D8F-B38AA7E5C567}" type="parTrans" cxnId="{92ED6F36-3652-49EE-A1C0-E4BDBA12A2BE}">
      <dgm:prSet/>
      <dgm:spPr/>
      <dgm:t>
        <a:bodyPr/>
        <a:lstStyle/>
        <a:p>
          <a:endParaRPr lang="en-US"/>
        </a:p>
      </dgm:t>
    </dgm:pt>
    <dgm:pt modelId="{1E24E3DA-1E3B-497D-BDD8-C59246FBB731}" type="sibTrans" cxnId="{92ED6F36-3652-49EE-A1C0-E4BDBA12A2BE}">
      <dgm:prSet/>
      <dgm:spPr/>
      <dgm:t>
        <a:bodyPr/>
        <a:lstStyle/>
        <a:p>
          <a:endParaRPr lang="en-US"/>
        </a:p>
      </dgm:t>
    </dgm:pt>
    <dgm:pt modelId="{1C2D7557-7682-44B3-B773-D1B0A32B6EB5}">
      <dgm:prSet/>
      <dgm:spPr/>
      <dgm:t>
        <a:bodyPr/>
        <a:lstStyle/>
        <a:p>
          <a:r>
            <a:rPr lang="en-AU" b="1"/>
            <a:t>Feature Engineering </a:t>
          </a:r>
          <a:endParaRPr lang="en-US"/>
        </a:p>
      </dgm:t>
    </dgm:pt>
    <dgm:pt modelId="{4A970878-C6A9-4F8E-B5F8-2DE90C5B9E84}" type="parTrans" cxnId="{B86DFD20-A880-4947-9E7D-5B9F258B525F}">
      <dgm:prSet/>
      <dgm:spPr/>
      <dgm:t>
        <a:bodyPr/>
        <a:lstStyle/>
        <a:p>
          <a:endParaRPr lang="en-US"/>
        </a:p>
      </dgm:t>
    </dgm:pt>
    <dgm:pt modelId="{F02F8B85-38F1-46F2-8C4B-179D6E0AFD31}" type="sibTrans" cxnId="{B86DFD20-A880-4947-9E7D-5B9F258B525F}">
      <dgm:prSet/>
      <dgm:spPr/>
      <dgm:t>
        <a:bodyPr/>
        <a:lstStyle/>
        <a:p>
          <a:endParaRPr lang="en-US"/>
        </a:p>
      </dgm:t>
    </dgm:pt>
    <dgm:pt modelId="{9E165BFF-08B0-4708-8448-C0DE96B65B83}">
      <dgm:prSet/>
      <dgm:spPr/>
      <dgm:t>
        <a:bodyPr/>
        <a:lstStyle/>
        <a:p>
          <a:r>
            <a:rPr lang="en-AU" b="1"/>
            <a:t>Distribution after Scaling </a:t>
          </a:r>
          <a:endParaRPr lang="en-US"/>
        </a:p>
      </dgm:t>
    </dgm:pt>
    <dgm:pt modelId="{40FD859A-0143-4E51-8056-E466BE1D57BF}" type="parTrans" cxnId="{B8C253FA-5EE9-4349-9F33-07E2BB8EB9B4}">
      <dgm:prSet/>
      <dgm:spPr/>
      <dgm:t>
        <a:bodyPr/>
        <a:lstStyle/>
        <a:p>
          <a:endParaRPr lang="en-US"/>
        </a:p>
      </dgm:t>
    </dgm:pt>
    <dgm:pt modelId="{4553C8BE-1BCB-4D6A-9621-CDE286A67A2C}" type="sibTrans" cxnId="{B8C253FA-5EE9-4349-9F33-07E2BB8EB9B4}">
      <dgm:prSet/>
      <dgm:spPr/>
      <dgm:t>
        <a:bodyPr/>
        <a:lstStyle/>
        <a:p>
          <a:endParaRPr lang="en-US"/>
        </a:p>
      </dgm:t>
    </dgm:pt>
    <dgm:pt modelId="{6A9BC433-C194-434E-B013-F2EA23EDE5D0}">
      <dgm:prSet/>
      <dgm:spPr/>
      <dgm:t>
        <a:bodyPr/>
        <a:lstStyle/>
        <a:p>
          <a:r>
            <a:rPr lang="en-AU" b="1"/>
            <a:t>Boxplot</a:t>
          </a:r>
          <a:endParaRPr lang="en-US"/>
        </a:p>
      </dgm:t>
    </dgm:pt>
    <dgm:pt modelId="{9FE983C5-B36A-4C7C-A693-63E3C1F5E65C}" type="parTrans" cxnId="{1995EA56-0B29-4E29-ABC5-ADA60538AC67}">
      <dgm:prSet/>
      <dgm:spPr/>
      <dgm:t>
        <a:bodyPr/>
        <a:lstStyle/>
        <a:p>
          <a:endParaRPr lang="en-US"/>
        </a:p>
      </dgm:t>
    </dgm:pt>
    <dgm:pt modelId="{E3CD3D88-10E5-4B23-9101-5175C05808AC}" type="sibTrans" cxnId="{1995EA56-0B29-4E29-ABC5-ADA60538AC67}">
      <dgm:prSet/>
      <dgm:spPr/>
      <dgm:t>
        <a:bodyPr/>
        <a:lstStyle/>
        <a:p>
          <a:endParaRPr lang="en-US"/>
        </a:p>
      </dgm:t>
    </dgm:pt>
    <dgm:pt modelId="{CB360C90-76C1-49FB-8FE1-3A073D5F6D32}">
      <dgm:prSet/>
      <dgm:spPr/>
      <dgm:t>
        <a:bodyPr/>
        <a:lstStyle/>
        <a:p>
          <a:r>
            <a:rPr lang="en-AU" b="1"/>
            <a:t>Pairplot</a:t>
          </a:r>
          <a:endParaRPr lang="en-US"/>
        </a:p>
      </dgm:t>
    </dgm:pt>
    <dgm:pt modelId="{FB671BB4-9D0C-4861-8C14-65F2352A18C2}" type="parTrans" cxnId="{6B55B8E4-6CEF-4463-93A1-057938347658}">
      <dgm:prSet/>
      <dgm:spPr/>
      <dgm:t>
        <a:bodyPr/>
        <a:lstStyle/>
        <a:p>
          <a:endParaRPr lang="en-US"/>
        </a:p>
      </dgm:t>
    </dgm:pt>
    <dgm:pt modelId="{9F40318E-8045-4DCA-8A5B-5728A85C1403}" type="sibTrans" cxnId="{6B55B8E4-6CEF-4463-93A1-057938347658}">
      <dgm:prSet/>
      <dgm:spPr/>
      <dgm:t>
        <a:bodyPr/>
        <a:lstStyle/>
        <a:p>
          <a:endParaRPr lang="en-US"/>
        </a:p>
      </dgm:t>
    </dgm:pt>
    <dgm:pt modelId="{02AB37B8-2675-4E57-8065-8E169D6B5C2A}">
      <dgm:prSet/>
      <dgm:spPr/>
      <dgm:t>
        <a:bodyPr/>
        <a:lstStyle/>
        <a:p>
          <a:r>
            <a:rPr lang="en-AU" b="1"/>
            <a:t>Heatmap</a:t>
          </a:r>
          <a:endParaRPr lang="en-US"/>
        </a:p>
      </dgm:t>
    </dgm:pt>
    <dgm:pt modelId="{D944C974-48E8-489A-B648-250419B03C5F}" type="parTrans" cxnId="{AB32957D-F0D3-4235-AF39-3CF691D04B92}">
      <dgm:prSet/>
      <dgm:spPr/>
      <dgm:t>
        <a:bodyPr/>
        <a:lstStyle/>
        <a:p>
          <a:endParaRPr lang="en-US"/>
        </a:p>
      </dgm:t>
    </dgm:pt>
    <dgm:pt modelId="{23D2C021-9FEF-4CE3-BA71-20E48D826BFD}" type="sibTrans" cxnId="{AB32957D-F0D3-4235-AF39-3CF691D04B92}">
      <dgm:prSet/>
      <dgm:spPr/>
      <dgm:t>
        <a:bodyPr/>
        <a:lstStyle/>
        <a:p>
          <a:endParaRPr lang="en-US"/>
        </a:p>
      </dgm:t>
    </dgm:pt>
    <dgm:pt modelId="{E0712F0E-43F8-4DB7-9E04-B41DB35E9D25}">
      <dgm:prSet/>
      <dgm:spPr/>
      <dgm:t>
        <a:bodyPr/>
        <a:lstStyle/>
        <a:p>
          <a:r>
            <a:rPr lang="en-AU" b="1"/>
            <a:t>Feature Selection</a:t>
          </a:r>
          <a:endParaRPr lang="en-US"/>
        </a:p>
      </dgm:t>
    </dgm:pt>
    <dgm:pt modelId="{1BE9F7E0-588F-46C1-837F-761ABB517453}" type="parTrans" cxnId="{40793FDE-DF22-4C35-AEB6-3670F5E21876}">
      <dgm:prSet/>
      <dgm:spPr/>
      <dgm:t>
        <a:bodyPr/>
        <a:lstStyle/>
        <a:p>
          <a:endParaRPr lang="en-US"/>
        </a:p>
      </dgm:t>
    </dgm:pt>
    <dgm:pt modelId="{4F84178A-4BB0-454F-A363-D30609158946}" type="sibTrans" cxnId="{40793FDE-DF22-4C35-AEB6-3670F5E21876}">
      <dgm:prSet/>
      <dgm:spPr/>
      <dgm:t>
        <a:bodyPr/>
        <a:lstStyle/>
        <a:p>
          <a:endParaRPr lang="en-US"/>
        </a:p>
      </dgm:t>
    </dgm:pt>
    <dgm:pt modelId="{30554711-60CC-431B-810C-F5040B33C13D}">
      <dgm:prSet/>
      <dgm:spPr/>
      <dgm:t>
        <a:bodyPr/>
        <a:lstStyle/>
        <a:p>
          <a:r>
            <a:rPr lang="en-AU" b="1"/>
            <a:t>Principal Component Analysis (PCA)</a:t>
          </a:r>
          <a:endParaRPr lang="en-US"/>
        </a:p>
      </dgm:t>
    </dgm:pt>
    <dgm:pt modelId="{7F02569A-FA9B-4FBB-9D9B-5D3524364361}" type="parTrans" cxnId="{A1FF54E4-DD1A-47E2-91DA-4F84E8040A8E}">
      <dgm:prSet/>
      <dgm:spPr/>
      <dgm:t>
        <a:bodyPr/>
        <a:lstStyle/>
        <a:p>
          <a:endParaRPr lang="en-US"/>
        </a:p>
      </dgm:t>
    </dgm:pt>
    <dgm:pt modelId="{ECD936F1-E390-4DAE-89B4-7325DA84B6D1}" type="sibTrans" cxnId="{A1FF54E4-DD1A-47E2-91DA-4F84E8040A8E}">
      <dgm:prSet/>
      <dgm:spPr/>
      <dgm:t>
        <a:bodyPr/>
        <a:lstStyle/>
        <a:p>
          <a:endParaRPr lang="en-US"/>
        </a:p>
      </dgm:t>
    </dgm:pt>
    <dgm:pt modelId="{0530D9A8-79E9-4092-B168-1E29D45B9959}">
      <dgm:prSet/>
      <dgm:spPr/>
      <dgm:t>
        <a:bodyPr/>
        <a:lstStyle/>
        <a:p>
          <a:r>
            <a:rPr lang="en-AU" b="1"/>
            <a:t>Forward Stepwise</a:t>
          </a:r>
          <a:endParaRPr lang="en-US"/>
        </a:p>
      </dgm:t>
    </dgm:pt>
    <dgm:pt modelId="{D96F0010-7956-4D6E-8460-37AB119BE179}" type="parTrans" cxnId="{92D5AAB3-DCA8-48EC-8C9D-C9CA4C563A7E}">
      <dgm:prSet/>
      <dgm:spPr/>
      <dgm:t>
        <a:bodyPr/>
        <a:lstStyle/>
        <a:p>
          <a:endParaRPr lang="en-US"/>
        </a:p>
      </dgm:t>
    </dgm:pt>
    <dgm:pt modelId="{32A3CB6E-42C2-47F8-BB2B-54093B740C2D}" type="sibTrans" cxnId="{92D5AAB3-DCA8-48EC-8C9D-C9CA4C563A7E}">
      <dgm:prSet/>
      <dgm:spPr/>
      <dgm:t>
        <a:bodyPr/>
        <a:lstStyle/>
        <a:p>
          <a:endParaRPr lang="en-US"/>
        </a:p>
      </dgm:t>
    </dgm:pt>
    <dgm:pt modelId="{9AF54AC8-8621-473D-86E5-89708E76AFA8}">
      <dgm:prSet/>
      <dgm:spPr/>
      <dgm:t>
        <a:bodyPr/>
        <a:lstStyle/>
        <a:p>
          <a:r>
            <a:rPr lang="en-AU" b="1"/>
            <a:t>Machine Learning Algorithms </a:t>
          </a:r>
          <a:endParaRPr lang="en-US"/>
        </a:p>
      </dgm:t>
    </dgm:pt>
    <dgm:pt modelId="{E5D3E59A-6E35-4DA9-BCA3-3133D8E9300D}" type="parTrans" cxnId="{DC0B6996-979E-47FF-BA25-843FA2B55462}">
      <dgm:prSet/>
      <dgm:spPr/>
      <dgm:t>
        <a:bodyPr/>
        <a:lstStyle/>
        <a:p>
          <a:endParaRPr lang="en-US"/>
        </a:p>
      </dgm:t>
    </dgm:pt>
    <dgm:pt modelId="{4B7939FE-4B29-46C3-ACBF-CBF18E4A94B3}" type="sibTrans" cxnId="{DC0B6996-979E-47FF-BA25-843FA2B55462}">
      <dgm:prSet/>
      <dgm:spPr/>
      <dgm:t>
        <a:bodyPr/>
        <a:lstStyle/>
        <a:p>
          <a:endParaRPr lang="en-US"/>
        </a:p>
      </dgm:t>
    </dgm:pt>
    <dgm:pt modelId="{C58E6568-80A7-4E23-8D8D-65BE84466DEE}">
      <dgm:prSet/>
      <dgm:spPr/>
      <dgm:t>
        <a:bodyPr/>
        <a:lstStyle/>
        <a:p>
          <a:r>
            <a:rPr lang="en-GB" b="1"/>
            <a:t>LR, SVM, RF, and KNN</a:t>
          </a:r>
          <a:endParaRPr lang="en-US"/>
        </a:p>
      </dgm:t>
    </dgm:pt>
    <dgm:pt modelId="{5B249D6D-17BA-4883-90E5-6BFE626BFAD4}" type="parTrans" cxnId="{132909CC-AE12-4F7E-847C-97D21AB9DBDF}">
      <dgm:prSet/>
      <dgm:spPr/>
      <dgm:t>
        <a:bodyPr/>
        <a:lstStyle/>
        <a:p>
          <a:endParaRPr lang="en-US"/>
        </a:p>
      </dgm:t>
    </dgm:pt>
    <dgm:pt modelId="{EEFB6CAA-FAD1-419A-9ADF-82E3139B3035}" type="sibTrans" cxnId="{132909CC-AE12-4F7E-847C-97D21AB9DBDF}">
      <dgm:prSet/>
      <dgm:spPr/>
      <dgm:t>
        <a:bodyPr/>
        <a:lstStyle/>
        <a:p>
          <a:endParaRPr lang="en-US"/>
        </a:p>
      </dgm:t>
    </dgm:pt>
    <dgm:pt modelId="{0A72F88F-08A2-4845-B1A5-05447D906313}">
      <dgm:prSet/>
      <dgm:spPr/>
      <dgm:t>
        <a:bodyPr/>
        <a:lstStyle/>
        <a:p>
          <a:r>
            <a:rPr lang="en-GB" b="1"/>
            <a:t>Cross Validation</a:t>
          </a:r>
          <a:endParaRPr lang="en-US"/>
        </a:p>
      </dgm:t>
    </dgm:pt>
    <dgm:pt modelId="{827BF4DB-C42F-4138-8045-9529F55C11CB}" type="parTrans" cxnId="{BBED6C21-B535-4429-B9A1-CF4EE4902017}">
      <dgm:prSet/>
      <dgm:spPr/>
      <dgm:t>
        <a:bodyPr/>
        <a:lstStyle/>
        <a:p>
          <a:endParaRPr lang="en-US"/>
        </a:p>
      </dgm:t>
    </dgm:pt>
    <dgm:pt modelId="{D8847102-5432-44B6-BA0A-74735C0BF688}" type="sibTrans" cxnId="{BBED6C21-B535-4429-B9A1-CF4EE4902017}">
      <dgm:prSet/>
      <dgm:spPr/>
      <dgm:t>
        <a:bodyPr/>
        <a:lstStyle/>
        <a:p>
          <a:endParaRPr lang="en-US"/>
        </a:p>
      </dgm:t>
    </dgm:pt>
    <dgm:pt modelId="{75E40232-3818-43AB-91C3-4EDAC9147419}">
      <dgm:prSet/>
      <dgm:spPr/>
      <dgm:t>
        <a:bodyPr/>
        <a:lstStyle/>
        <a:p>
          <a:r>
            <a:rPr lang="en-GB" b="1"/>
            <a:t>Evaluation </a:t>
          </a:r>
          <a:endParaRPr lang="en-US"/>
        </a:p>
      </dgm:t>
    </dgm:pt>
    <dgm:pt modelId="{A2B39C8A-76BE-477C-9B62-F8217AA15ECD}" type="parTrans" cxnId="{443B22EE-FD48-4248-9C1C-929207B9F8AD}">
      <dgm:prSet/>
      <dgm:spPr/>
      <dgm:t>
        <a:bodyPr/>
        <a:lstStyle/>
        <a:p>
          <a:endParaRPr lang="en-US"/>
        </a:p>
      </dgm:t>
    </dgm:pt>
    <dgm:pt modelId="{980DD60D-6977-413E-A101-635EA74A5FE0}" type="sibTrans" cxnId="{443B22EE-FD48-4248-9C1C-929207B9F8AD}">
      <dgm:prSet/>
      <dgm:spPr/>
      <dgm:t>
        <a:bodyPr/>
        <a:lstStyle/>
        <a:p>
          <a:endParaRPr lang="en-US"/>
        </a:p>
      </dgm:t>
    </dgm:pt>
    <dgm:pt modelId="{9F2AD10D-3D2B-4AFE-BF00-82112E84CC66}">
      <dgm:prSet/>
      <dgm:spPr/>
      <dgm:t>
        <a:bodyPr/>
        <a:lstStyle/>
        <a:p>
          <a:r>
            <a:rPr lang="en-US" b="1"/>
            <a:t>Ensemble method </a:t>
          </a:r>
          <a:endParaRPr lang="en-US"/>
        </a:p>
      </dgm:t>
    </dgm:pt>
    <dgm:pt modelId="{F11D2964-C44C-4E9C-847B-48AA80961B86}" type="parTrans" cxnId="{C9891A75-8506-419E-934F-985824D3218B}">
      <dgm:prSet/>
      <dgm:spPr/>
      <dgm:t>
        <a:bodyPr/>
        <a:lstStyle/>
        <a:p>
          <a:endParaRPr lang="en-US"/>
        </a:p>
      </dgm:t>
    </dgm:pt>
    <dgm:pt modelId="{2967A42A-889F-44AE-BAA6-52423FC58FD0}" type="sibTrans" cxnId="{C9891A75-8506-419E-934F-985824D3218B}">
      <dgm:prSet/>
      <dgm:spPr/>
      <dgm:t>
        <a:bodyPr/>
        <a:lstStyle/>
        <a:p>
          <a:endParaRPr lang="en-US"/>
        </a:p>
      </dgm:t>
    </dgm:pt>
    <dgm:pt modelId="{6F9F969C-167F-45CA-9851-D4F9C5F11DFE}">
      <dgm:prSet/>
      <dgm:spPr/>
      <dgm:t>
        <a:bodyPr/>
        <a:lstStyle/>
        <a:p>
          <a:r>
            <a:rPr lang="en-AU" b="1"/>
            <a:t>Final Training </a:t>
          </a:r>
          <a:endParaRPr lang="en-US"/>
        </a:p>
      </dgm:t>
    </dgm:pt>
    <dgm:pt modelId="{7A6D1982-671C-4EB4-8FB6-C5AE085106A8}" type="parTrans" cxnId="{23C6F7D7-1547-4C78-ADFB-BA4D443D08B3}">
      <dgm:prSet/>
      <dgm:spPr/>
      <dgm:t>
        <a:bodyPr/>
        <a:lstStyle/>
        <a:p>
          <a:endParaRPr lang="en-US"/>
        </a:p>
      </dgm:t>
    </dgm:pt>
    <dgm:pt modelId="{8750986C-8EC5-496E-88FC-40527D76F10C}" type="sibTrans" cxnId="{23C6F7D7-1547-4C78-ADFB-BA4D443D08B3}">
      <dgm:prSet/>
      <dgm:spPr/>
      <dgm:t>
        <a:bodyPr/>
        <a:lstStyle/>
        <a:p>
          <a:endParaRPr lang="en-US"/>
        </a:p>
      </dgm:t>
    </dgm:pt>
    <dgm:pt modelId="{82252F7D-FE30-4E27-890E-006154948284}">
      <dgm:prSet/>
      <dgm:spPr/>
      <dgm:t>
        <a:bodyPr/>
        <a:lstStyle/>
        <a:p>
          <a:r>
            <a:rPr lang="en-AU" b="1"/>
            <a:t>Model Training and Validation</a:t>
          </a:r>
          <a:endParaRPr lang="en-US"/>
        </a:p>
      </dgm:t>
    </dgm:pt>
    <dgm:pt modelId="{97CFA4E9-16EB-4F50-A8B4-7C14AEEDA982}" type="parTrans" cxnId="{523E3AD4-3816-4DD5-BCC3-E7EFAD7D7B6A}">
      <dgm:prSet/>
      <dgm:spPr/>
      <dgm:t>
        <a:bodyPr/>
        <a:lstStyle/>
        <a:p>
          <a:endParaRPr lang="en-US"/>
        </a:p>
      </dgm:t>
    </dgm:pt>
    <dgm:pt modelId="{B788430D-006F-42F1-BB7F-4890B0459269}" type="sibTrans" cxnId="{523E3AD4-3816-4DD5-BCC3-E7EFAD7D7B6A}">
      <dgm:prSet/>
      <dgm:spPr/>
      <dgm:t>
        <a:bodyPr/>
        <a:lstStyle/>
        <a:p>
          <a:endParaRPr lang="en-US"/>
        </a:p>
      </dgm:t>
    </dgm:pt>
    <dgm:pt modelId="{92BE8702-E5B1-46DD-B4F7-4F36428FEAC8}">
      <dgm:prSet/>
      <dgm:spPr/>
      <dgm:t>
        <a:bodyPr/>
        <a:lstStyle/>
        <a:p>
          <a:r>
            <a:rPr lang="en-AU" b="1"/>
            <a:t>Model Training, </a:t>
          </a:r>
          <a:r>
            <a:rPr lang="en-US" b="1"/>
            <a:t>Hyperparameter Tunning, Testing</a:t>
          </a:r>
          <a:endParaRPr lang="en-US"/>
        </a:p>
      </dgm:t>
    </dgm:pt>
    <dgm:pt modelId="{EF13BCB4-A23C-47C6-B06B-682A7228A046}" type="parTrans" cxnId="{4B0BDE32-C870-427C-8BB7-27AA6A34A7FF}">
      <dgm:prSet/>
      <dgm:spPr/>
      <dgm:t>
        <a:bodyPr/>
        <a:lstStyle/>
        <a:p>
          <a:endParaRPr lang="en-US"/>
        </a:p>
      </dgm:t>
    </dgm:pt>
    <dgm:pt modelId="{79FF6C31-2C28-44BA-8671-4042320DE6AE}" type="sibTrans" cxnId="{4B0BDE32-C870-427C-8BB7-27AA6A34A7FF}">
      <dgm:prSet/>
      <dgm:spPr/>
      <dgm:t>
        <a:bodyPr/>
        <a:lstStyle/>
        <a:p>
          <a:endParaRPr lang="en-US"/>
        </a:p>
      </dgm:t>
    </dgm:pt>
    <dgm:pt modelId="{9ECB95AC-EDCB-405A-959D-D1A7ADC532EE}">
      <dgm:prSet/>
      <dgm:spPr/>
      <dgm:t>
        <a:bodyPr/>
        <a:lstStyle/>
        <a:p>
          <a:r>
            <a:rPr lang="en-GB" b="1"/>
            <a:t>Deployment and Monitoring</a:t>
          </a:r>
          <a:endParaRPr lang="en-US"/>
        </a:p>
      </dgm:t>
    </dgm:pt>
    <dgm:pt modelId="{62B2B9CA-14BD-4531-8E04-B6F1CE882DAD}" type="parTrans" cxnId="{06C0F2DD-3D5F-4A3E-BF94-E624DAF3F7BD}">
      <dgm:prSet/>
      <dgm:spPr/>
      <dgm:t>
        <a:bodyPr/>
        <a:lstStyle/>
        <a:p>
          <a:endParaRPr lang="en-US"/>
        </a:p>
      </dgm:t>
    </dgm:pt>
    <dgm:pt modelId="{A9EF05E4-4AC7-4C0D-B9EB-C8AFC6AC6C49}" type="sibTrans" cxnId="{06C0F2DD-3D5F-4A3E-BF94-E624DAF3F7BD}">
      <dgm:prSet/>
      <dgm:spPr/>
      <dgm:t>
        <a:bodyPr/>
        <a:lstStyle/>
        <a:p>
          <a:endParaRPr lang="en-US"/>
        </a:p>
      </dgm:t>
    </dgm:pt>
    <dgm:pt modelId="{D6EB2784-5201-4503-8B1C-A4FC886CC28C}">
      <dgm:prSet/>
      <dgm:spPr/>
      <dgm:t>
        <a:bodyPr/>
        <a:lstStyle/>
        <a:p>
          <a:r>
            <a:rPr lang="en-AU" b="1"/>
            <a:t>Community Resource Optimization</a:t>
          </a:r>
          <a:endParaRPr lang="en-US"/>
        </a:p>
      </dgm:t>
    </dgm:pt>
    <dgm:pt modelId="{089B637F-EFD6-4F5F-BB31-4BABBCB091C0}" type="parTrans" cxnId="{303CED54-CB4E-4800-8BB6-546878AC6FF9}">
      <dgm:prSet/>
      <dgm:spPr/>
      <dgm:t>
        <a:bodyPr/>
        <a:lstStyle/>
        <a:p>
          <a:endParaRPr lang="en-US"/>
        </a:p>
      </dgm:t>
    </dgm:pt>
    <dgm:pt modelId="{34633E11-09D6-4255-8564-33FE2E24AA25}" type="sibTrans" cxnId="{303CED54-CB4E-4800-8BB6-546878AC6FF9}">
      <dgm:prSet/>
      <dgm:spPr/>
      <dgm:t>
        <a:bodyPr/>
        <a:lstStyle/>
        <a:p>
          <a:endParaRPr lang="en-US"/>
        </a:p>
      </dgm:t>
    </dgm:pt>
    <dgm:pt modelId="{58D02CF9-0346-404B-B52B-99069F71D48B}" type="pres">
      <dgm:prSet presAssocID="{7E50238E-DE33-4373-A409-352C601658F2}" presName="diagram" presStyleCnt="0">
        <dgm:presLayoutVars>
          <dgm:chPref val="1"/>
          <dgm:dir/>
          <dgm:animOne val="branch"/>
          <dgm:animLvl val="lvl"/>
          <dgm:resizeHandles/>
        </dgm:presLayoutVars>
      </dgm:prSet>
      <dgm:spPr/>
    </dgm:pt>
    <dgm:pt modelId="{1A71D014-7970-4BA5-8313-46183F11E263}" type="pres">
      <dgm:prSet presAssocID="{20A7E645-B559-432A-8CDA-0D568E14CD65}" presName="root" presStyleCnt="0"/>
      <dgm:spPr/>
    </dgm:pt>
    <dgm:pt modelId="{1F9791EF-AE6A-4441-A168-CB4D891AFC2B}" type="pres">
      <dgm:prSet presAssocID="{20A7E645-B559-432A-8CDA-0D568E14CD65}" presName="rootComposite" presStyleCnt="0"/>
      <dgm:spPr/>
    </dgm:pt>
    <dgm:pt modelId="{980F66F6-9AF5-4C81-A951-FA7153FE296B}" type="pres">
      <dgm:prSet presAssocID="{20A7E645-B559-432A-8CDA-0D568E14CD65}" presName="rootText" presStyleLbl="node1" presStyleIdx="0" presStyleCnt="9"/>
      <dgm:spPr/>
    </dgm:pt>
    <dgm:pt modelId="{E2A5C7D5-64AA-4EB4-B965-0E80D31F88CA}" type="pres">
      <dgm:prSet presAssocID="{20A7E645-B559-432A-8CDA-0D568E14CD65}" presName="rootConnector" presStyleLbl="node1" presStyleIdx="0" presStyleCnt="9"/>
      <dgm:spPr/>
    </dgm:pt>
    <dgm:pt modelId="{AEBF75E2-F443-476B-8A10-DD90A14CB73D}" type="pres">
      <dgm:prSet presAssocID="{20A7E645-B559-432A-8CDA-0D568E14CD65}" presName="childShape" presStyleCnt="0"/>
      <dgm:spPr/>
    </dgm:pt>
    <dgm:pt modelId="{0C86B9CE-F7C2-46A3-8DB6-290AAFEACBE2}" type="pres">
      <dgm:prSet presAssocID="{9CE1E7DE-7C7B-48D0-93A3-B5FD371FA86B}" presName="Name13" presStyleLbl="parChTrans1D2" presStyleIdx="0" presStyleCnt="17"/>
      <dgm:spPr/>
    </dgm:pt>
    <dgm:pt modelId="{D159F812-090C-4D52-9789-B8E2C3FFEDAD}" type="pres">
      <dgm:prSet presAssocID="{E9A768F3-3C0F-4CF4-8B11-79420F90FA4F}" presName="childText" presStyleLbl="bgAcc1" presStyleIdx="0" presStyleCnt="17">
        <dgm:presLayoutVars>
          <dgm:bulletEnabled val="1"/>
        </dgm:presLayoutVars>
      </dgm:prSet>
      <dgm:spPr/>
    </dgm:pt>
    <dgm:pt modelId="{6D64F9B0-8EEA-4149-9FD8-7668B12F7FDD}" type="pres">
      <dgm:prSet presAssocID="{80E37D55-7B10-4E77-8955-05E85D5C5F88}" presName="Name13" presStyleLbl="parChTrans1D2" presStyleIdx="1" presStyleCnt="17"/>
      <dgm:spPr/>
    </dgm:pt>
    <dgm:pt modelId="{D50747C2-A75B-41A4-9F68-A72ADB1918D4}" type="pres">
      <dgm:prSet presAssocID="{C1383ACC-BC89-408A-A766-EC7D59BE0387}" presName="childText" presStyleLbl="bgAcc1" presStyleIdx="1" presStyleCnt="17">
        <dgm:presLayoutVars>
          <dgm:bulletEnabled val="1"/>
        </dgm:presLayoutVars>
      </dgm:prSet>
      <dgm:spPr/>
    </dgm:pt>
    <dgm:pt modelId="{89BAFE52-86EC-4CE7-91A5-1D4D9027E453}" type="pres">
      <dgm:prSet presAssocID="{238CAF4A-C444-4940-812F-8678495A2DC0}" presName="root" presStyleCnt="0"/>
      <dgm:spPr/>
    </dgm:pt>
    <dgm:pt modelId="{FDB0C113-2F62-413E-AABD-554B926FFDA0}" type="pres">
      <dgm:prSet presAssocID="{238CAF4A-C444-4940-812F-8678495A2DC0}" presName="rootComposite" presStyleCnt="0"/>
      <dgm:spPr/>
    </dgm:pt>
    <dgm:pt modelId="{441B40BB-E48C-4BF6-88AB-8688CEFE7646}" type="pres">
      <dgm:prSet presAssocID="{238CAF4A-C444-4940-812F-8678495A2DC0}" presName="rootText" presStyleLbl="node1" presStyleIdx="1" presStyleCnt="9"/>
      <dgm:spPr/>
    </dgm:pt>
    <dgm:pt modelId="{FED922DF-0ABC-4EFF-BC22-236DCA12BE13}" type="pres">
      <dgm:prSet presAssocID="{238CAF4A-C444-4940-812F-8678495A2DC0}" presName="rootConnector" presStyleLbl="node1" presStyleIdx="1" presStyleCnt="9"/>
      <dgm:spPr/>
    </dgm:pt>
    <dgm:pt modelId="{073C7ADF-2071-4F6A-9CB0-E3191BAF2FAE}" type="pres">
      <dgm:prSet presAssocID="{238CAF4A-C444-4940-812F-8678495A2DC0}" presName="childShape" presStyleCnt="0"/>
      <dgm:spPr/>
    </dgm:pt>
    <dgm:pt modelId="{70DCE5A8-4503-470C-8AFE-F7F893EB9B7F}" type="pres">
      <dgm:prSet presAssocID="{A98877D6-A26B-452F-AC66-F08B25448D71}" presName="root" presStyleCnt="0"/>
      <dgm:spPr/>
    </dgm:pt>
    <dgm:pt modelId="{9C82484D-827E-4910-BB6D-952B67871110}" type="pres">
      <dgm:prSet presAssocID="{A98877D6-A26B-452F-AC66-F08B25448D71}" presName="rootComposite" presStyleCnt="0"/>
      <dgm:spPr/>
    </dgm:pt>
    <dgm:pt modelId="{B95C2E9E-A6FA-4F16-94B8-24E73446053D}" type="pres">
      <dgm:prSet presAssocID="{A98877D6-A26B-452F-AC66-F08B25448D71}" presName="rootText" presStyleLbl="node1" presStyleIdx="2" presStyleCnt="9"/>
      <dgm:spPr/>
    </dgm:pt>
    <dgm:pt modelId="{83154E3D-55A0-4A19-B01D-C6448597DA5C}" type="pres">
      <dgm:prSet presAssocID="{A98877D6-A26B-452F-AC66-F08B25448D71}" presName="rootConnector" presStyleLbl="node1" presStyleIdx="2" presStyleCnt="9"/>
      <dgm:spPr/>
    </dgm:pt>
    <dgm:pt modelId="{C6303D8D-33B1-4BB7-A133-34980E6DC892}" type="pres">
      <dgm:prSet presAssocID="{A98877D6-A26B-452F-AC66-F08B25448D71}" presName="childShape" presStyleCnt="0"/>
      <dgm:spPr/>
    </dgm:pt>
    <dgm:pt modelId="{1AE7B9B2-1E44-4D76-A2CB-5153F9848D25}" type="pres">
      <dgm:prSet presAssocID="{F3431681-4070-468B-83B6-33B4C5980896}" presName="Name13" presStyleLbl="parChTrans1D2" presStyleIdx="2" presStyleCnt="17"/>
      <dgm:spPr/>
    </dgm:pt>
    <dgm:pt modelId="{C3A6A2AC-B0B2-498B-A41A-4F57434951DC}" type="pres">
      <dgm:prSet presAssocID="{59B0E2AC-00BC-4345-BCF0-6BB185E13915}" presName="childText" presStyleLbl="bgAcc1" presStyleIdx="2" presStyleCnt="17">
        <dgm:presLayoutVars>
          <dgm:bulletEnabled val="1"/>
        </dgm:presLayoutVars>
      </dgm:prSet>
      <dgm:spPr/>
    </dgm:pt>
    <dgm:pt modelId="{B4955F11-0911-41AC-BD74-4C867EC1B0CE}" type="pres">
      <dgm:prSet presAssocID="{B852271B-03A2-4CA8-8C19-95817429DBE1}" presName="Name13" presStyleLbl="parChTrans1D2" presStyleIdx="3" presStyleCnt="17"/>
      <dgm:spPr/>
    </dgm:pt>
    <dgm:pt modelId="{AEAA3185-3FC6-4941-B49F-D697B70CDE0C}" type="pres">
      <dgm:prSet presAssocID="{665A7437-AEB7-4580-9098-81E54D3ED3B5}" presName="childText" presStyleLbl="bgAcc1" presStyleIdx="3" presStyleCnt="17">
        <dgm:presLayoutVars>
          <dgm:bulletEnabled val="1"/>
        </dgm:presLayoutVars>
      </dgm:prSet>
      <dgm:spPr/>
    </dgm:pt>
    <dgm:pt modelId="{6E595A31-3DF1-44AC-BC39-9FD25875C41B}" type="pres">
      <dgm:prSet presAssocID="{0B13EAE3-B718-4C9B-9D8F-B38AA7E5C567}" presName="Name13" presStyleLbl="parChTrans1D2" presStyleIdx="4" presStyleCnt="17"/>
      <dgm:spPr/>
    </dgm:pt>
    <dgm:pt modelId="{ECC1FC58-66D4-4D40-9E44-4A34DF072C8C}" type="pres">
      <dgm:prSet presAssocID="{9560B267-3659-4C61-BDA9-CDB61BE0E335}" presName="childText" presStyleLbl="bgAcc1" presStyleIdx="4" presStyleCnt="17">
        <dgm:presLayoutVars>
          <dgm:bulletEnabled val="1"/>
        </dgm:presLayoutVars>
      </dgm:prSet>
      <dgm:spPr/>
    </dgm:pt>
    <dgm:pt modelId="{7E0B5A54-5E93-4F25-AC16-3E3E9D9111B6}" type="pres">
      <dgm:prSet presAssocID="{1C2D7557-7682-44B3-B773-D1B0A32B6EB5}" presName="root" presStyleCnt="0"/>
      <dgm:spPr/>
    </dgm:pt>
    <dgm:pt modelId="{AD96A579-43F0-4776-8F54-84E550B69B3F}" type="pres">
      <dgm:prSet presAssocID="{1C2D7557-7682-44B3-B773-D1B0A32B6EB5}" presName="rootComposite" presStyleCnt="0"/>
      <dgm:spPr/>
    </dgm:pt>
    <dgm:pt modelId="{195F31F3-519A-48F5-B244-0384EF38C99E}" type="pres">
      <dgm:prSet presAssocID="{1C2D7557-7682-44B3-B773-D1B0A32B6EB5}" presName="rootText" presStyleLbl="node1" presStyleIdx="3" presStyleCnt="9"/>
      <dgm:spPr/>
    </dgm:pt>
    <dgm:pt modelId="{709282F7-9133-498C-B416-4A3568DC573B}" type="pres">
      <dgm:prSet presAssocID="{1C2D7557-7682-44B3-B773-D1B0A32B6EB5}" presName="rootConnector" presStyleLbl="node1" presStyleIdx="3" presStyleCnt="9"/>
      <dgm:spPr/>
    </dgm:pt>
    <dgm:pt modelId="{6DBF003A-14EB-4E43-9B31-22CDF8660745}" type="pres">
      <dgm:prSet presAssocID="{1C2D7557-7682-44B3-B773-D1B0A32B6EB5}" presName="childShape" presStyleCnt="0"/>
      <dgm:spPr/>
    </dgm:pt>
    <dgm:pt modelId="{C0C98A3B-038E-415E-B2E6-B9C685A47664}" type="pres">
      <dgm:prSet presAssocID="{40FD859A-0143-4E51-8056-E466BE1D57BF}" presName="Name13" presStyleLbl="parChTrans1D2" presStyleIdx="5" presStyleCnt="17"/>
      <dgm:spPr/>
    </dgm:pt>
    <dgm:pt modelId="{197866CE-78E4-493A-949A-C2F266ECEC6F}" type="pres">
      <dgm:prSet presAssocID="{9E165BFF-08B0-4708-8448-C0DE96B65B83}" presName="childText" presStyleLbl="bgAcc1" presStyleIdx="5" presStyleCnt="17">
        <dgm:presLayoutVars>
          <dgm:bulletEnabled val="1"/>
        </dgm:presLayoutVars>
      </dgm:prSet>
      <dgm:spPr/>
    </dgm:pt>
    <dgm:pt modelId="{6745980E-1D5E-418F-892B-4BA545ADFF36}" type="pres">
      <dgm:prSet presAssocID="{9FE983C5-B36A-4C7C-A693-63E3C1F5E65C}" presName="Name13" presStyleLbl="parChTrans1D2" presStyleIdx="6" presStyleCnt="17"/>
      <dgm:spPr/>
    </dgm:pt>
    <dgm:pt modelId="{7BA742F2-70B0-41B6-9206-85D812756D37}" type="pres">
      <dgm:prSet presAssocID="{6A9BC433-C194-434E-B013-F2EA23EDE5D0}" presName="childText" presStyleLbl="bgAcc1" presStyleIdx="6" presStyleCnt="17">
        <dgm:presLayoutVars>
          <dgm:bulletEnabled val="1"/>
        </dgm:presLayoutVars>
      </dgm:prSet>
      <dgm:spPr/>
    </dgm:pt>
    <dgm:pt modelId="{54A3E217-11D0-4D02-A5D8-1BACA0090E0E}" type="pres">
      <dgm:prSet presAssocID="{FB671BB4-9D0C-4861-8C14-65F2352A18C2}" presName="Name13" presStyleLbl="parChTrans1D2" presStyleIdx="7" presStyleCnt="17"/>
      <dgm:spPr/>
    </dgm:pt>
    <dgm:pt modelId="{499BA05D-EF4E-453E-994F-855D884422E7}" type="pres">
      <dgm:prSet presAssocID="{CB360C90-76C1-49FB-8FE1-3A073D5F6D32}" presName="childText" presStyleLbl="bgAcc1" presStyleIdx="7" presStyleCnt="17">
        <dgm:presLayoutVars>
          <dgm:bulletEnabled val="1"/>
        </dgm:presLayoutVars>
      </dgm:prSet>
      <dgm:spPr/>
    </dgm:pt>
    <dgm:pt modelId="{E89F46D2-3E51-4E83-83F7-E7A3F8516D18}" type="pres">
      <dgm:prSet presAssocID="{D944C974-48E8-489A-B648-250419B03C5F}" presName="Name13" presStyleLbl="parChTrans1D2" presStyleIdx="8" presStyleCnt="17"/>
      <dgm:spPr/>
    </dgm:pt>
    <dgm:pt modelId="{F8CD3F0F-CF7D-4660-A162-36145259F096}" type="pres">
      <dgm:prSet presAssocID="{02AB37B8-2675-4E57-8065-8E169D6B5C2A}" presName="childText" presStyleLbl="bgAcc1" presStyleIdx="8" presStyleCnt="17">
        <dgm:presLayoutVars>
          <dgm:bulletEnabled val="1"/>
        </dgm:presLayoutVars>
      </dgm:prSet>
      <dgm:spPr/>
    </dgm:pt>
    <dgm:pt modelId="{9D6327D4-0398-47E6-9867-78A3E99910C2}" type="pres">
      <dgm:prSet presAssocID="{E0712F0E-43F8-4DB7-9E04-B41DB35E9D25}" presName="root" presStyleCnt="0"/>
      <dgm:spPr/>
    </dgm:pt>
    <dgm:pt modelId="{CD019AFE-1E43-4EF9-AC93-00ADF98330DD}" type="pres">
      <dgm:prSet presAssocID="{E0712F0E-43F8-4DB7-9E04-B41DB35E9D25}" presName="rootComposite" presStyleCnt="0"/>
      <dgm:spPr/>
    </dgm:pt>
    <dgm:pt modelId="{75B5A4C9-2B26-4C10-83C8-867F8A555B1F}" type="pres">
      <dgm:prSet presAssocID="{E0712F0E-43F8-4DB7-9E04-B41DB35E9D25}" presName="rootText" presStyleLbl="node1" presStyleIdx="4" presStyleCnt="9"/>
      <dgm:spPr/>
    </dgm:pt>
    <dgm:pt modelId="{2C4B1920-A54E-46B4-955E-A27E9824A44B}" type="pres">
      <dgm:prSet presAssocID="{E0712F0E-43F8-4DB7-9E04-B41DB35E9D25}" presName="rootConnector" presStyleLbl="node1" presStyleIdx="4" presStyleCnt="9"/>
      <dgm:spPr/>
    </dgm:pt>
    <dgm:pt modelId="{A2786F3B-C398-44A1-9A7B-449E20B2807B}" type="pres">
      <dgm:prSet presAssocID="{E0712F0E-43F8-4DB7-9E04-B41DB35E9D25}" presName="childShape" presStyleCnt="0"/>
      <dgm:spPr/>
    </dgm:pt>
    <dgm:pt modelId="{8DD40F09-2B3F-4380-B5E0-4308AE298527}" type="pres">
      <dgm:prSet presAssocID="{7F02569A-FA9B-4FBB-9D9B-5D3524364361}" presName="Name13" presStyleLbl="parChTrans1D2" presStyleIdx="9" presStyleCnt="17"/>
      <dgm:spPr/>
    </dgm:pt>
    <dgm:pt modelId="{4D7B5B95-5A34-4AC4-8E08-528CAD66FAD6}" type="pres">
      <dgm:prSet presAssocID="{30554711-60CC-431B-810C-F5040B33C13D}" presName="childText" presStyleLbl="bgAcc1" presStyleIdx="9" presStyleCnt="17">
        <dgm:presLayoutVars>
          <dgm:bulletEnabled val="1"/>
        </dgm:presLayoutVars>
      </dgm:prSet>
      <dgm:spPr/>
    </dgm:pt>
    <dgm:pt modelId="{2B10FA0C-B15A-4E4F-9124-1A71DD666C39}" type="pres">
      <dgm:prSet presAssocID="{D96F0010-7956-4D6E-8460-37AB119BE179}" presName="Name13" presStyleLbl="parChTrans1D2" presStyleIdx="10" presStyleCnt="17"/>
      <dgm:spPr/>
    </dgm:pt>
    <dgm:pt modelId="{B445398E-1E26-4B93-B681-0AFBB7C338EA}" type="pres">
      <dgm:prSet presAssocID="{0530D9A8-79E9-4092-B168-1E29D45B9959}" presName="childText" presStyleLbl="bgAcc1" presStyleIdx="10" presStyleCnt="17">
        <dgm:presLayoutVars>
          <dgm:bulletEnabled val="1"/>
        </dgm:presLayoutVars>
      </dgm:prSet>
      <dgm:spPr/>
    </dgm:pt>
    <dgm:pt modelId="{1991D95A-621A-4DC8-B7FC-7FA8A0E5C80E}" type="pres">
      <dgm:prSet presAssocID="{9AF54AC8-8621-473D-86E5-89708E76AFA8}" presName="root" presStyleCnt="0"/>
      <dgm:spPr/>
    </dgm:pt>
    <dgm:pt modelId="{A8B7C63A-9C42-4B64-A605-03FED536D384}" type="pres">
      <dgm:prSet presAssocID="{9AF54AC8-8621-473D-86E5-89708E76AFA8}" presName="rootComposite" presStyleCnt="0"/>
      <dgm:spPr/>
    </dgm:pt>
    <dgm:pt modelId="{274499BD-6F25-4EF7-BA23-EDF0194E1BC9}" type="pres">
      <dgm:prSet presAssocID="{9AF54AC8-8621-473D-86E5-89708E76AFA8}" presName="rootText" presStyleLbl="node1" presStyleIdx="5" presStyleCnt="9"/>
      <dgm:spPr/>
    </dgm:pt>
    <dgm:pt modelId="{4F02257D-810C-4702-ADD1-00F002F8DF2F}" type="pres">
      <dgm:prSet presAssocID="{9AF54AC8-8621-473D-86E5-89708E76AFA8}" presName="rootConnector" presStyleLbl="node1" presStyleIdx="5" presStyleCnt="9"/>
      <dgm:spPr/>
    </dgm:pt>
    <dgm:pt modelId="{89A1EDCB-45D1-4A9F-B444-F3BF52964807}" type="pres">
      <dgm:prSet presAssocID="{9AF54AC8-8621-473D-86E5-89708E76AFA8}" presName="childShape" presStyleCnt="0"/>
      <dgm:spPr/>
    </dgm:pt>
    <dgm:pt modelId="{A3B0E650-DE22-4B0A-B65C-8A6B8CEBB574}" type="pres">
      <dgm:prSet presAssocID="{5B249D6D-17BA-4883-90E5-6BFE626BFAD4}" presName="Name13" presStyleLbl="parChTrans1D2" presStyleIdx="11" presStyleCnt="17"/>
      <dgm:spPr/>
    </dgm:pt>
    <dgm:pt modelId="{49987C05-0593-4944-AD05-7F65E9055192}" type="pres">
      <dgm:prSet presAssocID="{C58E6568-80A7-4E23-8D8D-65BE84466DEE}" presName="childText" presStyleLbl="bgAcc1" presStyleIdx="11" presStyleCnt="17">
        <dgm:presLayoutVars>
          <dgm:bulletEnabled val="1"/>
        </dgm:presLayoutVars>
      </dgm:prSet>
      <dgm:spPr/>
    </dgm:pt>
    <dgm:pt modelId="{6660A598-183B-4893-A8FB-4A4BEC0C966E}" type="pres">
      <dgm:prSet presAssocID="{827BF4DB-C42F-4138-8045-9529F55C11CB}" presName="Name13" presStyleLbl="parChTrans1D2" presStyleIdx="12" presStyleCnt="17"/>
      <dgm:spPr/>
    </dgm:pt>
    <dgm:pt modelId="{32511F2F-C376-4CC0-AF0F-890B6C9E1DE6}" type="pres">
      <dgm:prSet presAssocID="{0A72F88F-08A2-4845-B1A5-05447D906313}" presName="childText" presStyleLbl="bgAcc1" presStyleIdx="12" presStyleCnt="17">
        <dgm:presLayoutVars>
          <dgm:bulletEnabled val="1"/>
        </dgm:presLayoutVars>
      </dgm:prSet>
      <dgm:spPr/>
    </dgm:pt>
    <dgm:pt modelId="{21325CAB-1450-4515-B21D-15E1F244554B}" type="pres">
      <dgm:prSet presAssocID="{A2B39C8A-76BE-477C-9B62-F8217AA15ECD}" presName="Name13" presStyleLbl="parChTrans1D2" presStyleIdx="13" presStyleCnt="17"/>
      <dgm:spPr/>
    </dgm:pt>
    <dgm:pt modelId="{7F2D18DB-E94B-4771-B578-57B5ED280812}" type="pres">
      <dgm:prSet presAssocID="{75E40232-3818-43AB-91C3-4EDAC9147419}" presName="childText" presStyleLbl="bgAcc1" presStyleIdx="13" presStyleCnt="17">
        <dgm:presLayoutVars>
          <dgm:bulletEnabled val="1"/>
        </dgm:presLayoutVars>
      </dgm:prSet>
      <dgm:spPr/>
    </dgm:pt>
    <dgm:pt modelId="{6D2E5672-8ECD-4DDA-B109-0FEC58B8EE2C}" type="pres">
      <dgm:prSet presAssocID="{F11D2964-C44C-4E9C-847B-48AA80961B86}" presName="Name13" presStyleLbl="parChTrans1D2" presStyleIdx="14" presStyleCnt="17"/>
      <dgm:spPr/>
    </dgm:pt>
    <dgm:pt modelId="{17C2139E-3469-4A22-AFA5-5F3C9CA024B4}" type="pres">
      <dgm:prSet presAssocID="{9F2AD10D-3D2B-4AFE-BF00-82112E84CC66}" presName="childText" presStyleLbl="bgAcc1" presStyleIdx="14" presStyleCnt="17">
        <dgm:presLayoutVars>
          <dgm:bulletEnabled val="1"/>
        </dgm:presLayoutVars>
      </dgm:prSet>
      <dgm:spPr/>
    </dgm:pt>
    <dgm:pt modelId="{792A7BED-3505-4DB6-BF14-E78E39909001}" type="pres">
      <dgm:prSet presAssocID="{7A6D1982-671C-4EB4-8FB6-C5AE085106A8}" presName="Name13" presStyleLbl="parChTrans1D2" presStyleIdx="15" presStyleCnt="17"/>
      <dgm:spPr/>
    </dgm:pt>
    <dgm:pt modelId="{F25F8561-2481-4DAD-AD85-CDA659AD6076}" type="pres">
      <dgm:prSet presAssocID="{6F9F969C-167F-45CA-9851-D4F9C5F11DFE}" presName="childText" presStyleLbl="bgAcc1" presStyleIdx="15" presStyleCnt="17">
        <dgm:presLayoutVars>
          <dgm:bulletEnabled val="1"/>
        </dgm:presLayoutVars>
      </dgm:prSet>
      <dgm:spPr/>
    </dgm:pt>
    <dgm:pt modelId="{2D4E3CBE-B9F8-45D3-A84B-CC058920039A}" type="pres">
      <dgm:prSet presAssocID="{82252F7D-FE30-4E27-890E-006154948284}" presName="root" presStyleCnt="0"/>
      <dgm:spPr/>
    </dgm:pt>
    <dgm:pt modelId="{F579F23B-6341-41F7-A4AE-E0EBE15AEFAB}" type="pres">
      <dgm:prSet presAssocID="{82252F7D-FE30-4E27-890E-006154948284}" presName="rootComposite" presStyleCnt="0"/>
      <dgm:spPr/>
    </dgm:pt>
    <dgm:pt modelId="{8AB026B5-3A86-47D4-BBEB-723F97BD2A21}" type="pres">
      <dgm:prSet presAssocID="{82252F7D-FE30-4E27-890E-006154948284}" presName="rootText" presStyleLbl="node1" presStyleIdx="6" presStyleCnt="9"/>
      <dgm:spPr/>
    </dgm:pt>
    <dgm:pt modelId="{F0A619F1-F16D-4F81-A529-7AAA1B9F970C}" type="pres">
      <dgm:prSet presAssocID="{82252F7D-FE30-4E27-890E-006154948284}" presName="rootConnector" presStyleLbl="node1" presStyleIdx="6" presStyleCnt="9"/>
      <dgm:spPr/>
    </dgm:pt>
    <dgm:pt modelId="{99A59CD6-D00C-4412-B909-C299E9994131}" type="pres">
      <dgm:prSet presAssocID="{82252F7D-FE30-4E27-890E-006154948284}" presName="childShape" presStyleCnt="0"/>
      <dgm:spPr/>
    </dgm:pt>
    <dgm:pt modelId="{1F350993-F260-4266-ABF2-0763F4887DDD}" type="pres">
      <dgm:prSet presAssocID="{EF13BCB4-A23C-47C6-B06B-682A7228A046}" presName="Name13" presStyleLbl="parChTrans1D2" presStyleIdx="16" presStyleCnt="17"/>
      <dgm:spPr/>
    </dgm:pt>
    <dgm:pt modelId="{EF90CC72-CA52-4936-8D51-7C65051E92DD}" type="pres">
      <dgm:prSet presAssocID="{92BE8702-E5B1-46DD-B4F7-4F36428FEAC8}" presName="childText" presStyleLbl="bgAcc1" presStyleIdx="16" presStyleCnt="17">
        <dgm:presLayoutVars>
          <dgm:bulletEnabled val="1"/>
        </dgm:presLayoutVars>
      </dgm:prSet>
      <dgm:spPr/>
    </dgm:pt>
    <dgm:pt modelId="{973107AD-A02D-45CA-9920-B6379F2B90B5}" type="pres">
      <dgm:prSet presAssocID="{9ECB95AC-EDCB-405A-959D-D1A7ADC532EE}" presName="root" presStyleCnt="0"/>
      <dgm:spPr/>
    </dgm:pt>
    <dgm:pt modelId="{4599F041-FC1C-419C-AFA8-D4A69A389E46}" type="pres">
      <dgm:prSet presAssocID="{9ECB95AC-EDCB-405A-959D-D1A7ADC532EE}" presName="rootComposite" presStyleCnt="0"/>
      <dgm:spPr/>
    </dgm:pt>
    <dgm:pt modelId="{6F59C26B-32A0-45A1-B861-B6519C5DB5E6}" type="pres">
      <dgm:prSet presAssocID="{9ECB95AC-EDCB-405A-959D-D1A7ADC532EE}" presName="rootText" presStyleLbl="node1" presStyleIdx="7" presStyleCnt="9"/>
      <dgm:spPr/>
    </dgm:pt>
    <dgm:pt modelId="{47932B9C-45D0-4606-81E3-87AED01DF5BD}" type="pres">
      <dgm:prSet presAssocID="{9ECB95AC-EDCB-405A-959D-D1A7ADC532EE}" presName="rootConnector" presStyleLbl="node1" presStyleIdx="7" presStyleCnt="9"/>
      <dgm:spPr/>
    </dgm:pt>
    <dgm:pt modelId="{39B1B5BB-26AE-451A-8CEC-612542BFFE9D}" type="pres">
      <dgm:prSet presAssocID="{9ECB95AC-EDCB-405A-959D-D1A7ADC532EE}" presName="childShape" presStyleCnt="0"/>
      <dgm:spPr/>
    </dgm:pt>
    <dgm:pt modelId="{114D89E9-D5D3-4A92-8689-CE7F2BDB3385}" type="pres">
      <dgm:prSet presAssocID="{D6EB2784-5201-4503-8B1C-A4FC886CC28C}" presName="root" presStyleCnt="0"/>
      <dgm:spPr/>
    </dgm:pt>
    <dgm:pt modelId="{9306A2D9-E4C2-4655-99EF-5189C3424C5E}" type="pres">
      <dgm:prSet presAssocID="{D6EB2784-5201-4503-8B1C-A4FC886CC28C}" presName="rootComposite" presStyleCnt="0"/>
      <dgm:spPr/>
    </dgm:pt>
    <dgm:pt modelId="{D6BB95A8-3DB8-4CD0-86A9-DCF2E6DFC891}" type="pres">
      <dgm:prSet presAssocID="{D6EB2784-5201-4503-8B1C-A4FC886CC28C}" presName="rootText" presStyleLbl="node1" presStyleIdx="8" presStyleCnt="9"/>
      <dgm:spPr/>
    </dgm:pt>
    <dgm:pt modelId="{28AD3674-9EB9-4695-AA60-B6F75F20B289}" type="pres">
      <dgm:prSet presAssocID="{D6EB2784-5201-4503-8B1C-A4FC886CC28C}" presName="rootConnector" presStyleLbl="node1" presStyleIdx="8" presStyleCnt="9"/>
      <dgm:spPr/>
    </dgm:pt>
    <dgm:pt modelId="{7F65FC15-3418-4E8A-9AA5-E1BFBD84872F}" type="pres">
      <dgm:prSet presAssocID="{D6EB2784-5201-4503-8B1C-A4FC886CC28C}" presName="childShape" presStyleCnt="0"/>
      <dgm:spPr/>
    </dgm:pt>
  </dgm:ptLst>
  <dgm:cxnLst>
    <dgm:cxn modelId="{10EC9602-3163-40D7-ADCC-FF4E7FA70383}" type="presOf" srcId="{9ECB95AC-EDCB-405A-959D-D1A7ADC532EE}" destId="{6F59C26B-32A0-45A1-B861-B6519C5DB5E6}" srcOrd="0" destOrd="0" presId="urn:microsoft.com/office/officeart/2005/8/layout/hierarchy3"/>
    <dgm:cxn modelId="{5447FC03-3BD1-4D18-94AE-3332C10F780C}" srcId="{A98877D6-A26B-452F-AC66-F08B25448D71}" destId="{665A7437-AEB7-4580-9098-81E54D3ED3B5}" srcOrd="1" destOrd="0" parTransId="{B852271B-03A2-4CA8-8C19-95817429DBE1}" sibTransId="{CAE4E55C-7D0D-4E31-A5CC-05B5FBEB2A0A}"/>
    <dgm:cxn modelId="{58228704-AE6C-4528-93A9-03DE13C62BB2}" type="presOf" srcId="{D6EB2784-5201-4503-8B1C-A4FC886CC28C}" destId="{D6BB95A8-3DB8-4CD0-86A9-DCF2E6DFC891}" srcOrd="0" destOrd="0" presId="urn:microsoft.com/office/officeart/2005/8/layout/hierarchy3"/>
    <dgm:cxn modelId="{8AF52708-1F94-4807-B040-5EC894E293F8}" type="presOf" srcId="{7A6D1982-671C-4EB4-8FB6-C5AE085106A8}" destId="{792A7BED-3505-4DB6-BF14-E78E39909001}" srcOrd="0" destOrd="0" presId="urn:microsoft.com/office/officeart/2005/8/layout/hierarchy3"/>
    <dgm:cxn modelId="{4B78AE09-B16D-4263-8720-3BE475DEDAB4}" type="presOf" srcId="{82252F7D-FE30-4E27-890E-006154948284}" destId="{8AB026B5-3A86-47D4-BBEB-723F97BD2A21}" srcOrd="0" destOrd="0" presId="urn:microsoft.com/office/officeart/2005/8/layout/hierarchy3"/>
    <dgm:cxn modelId="{9CFC110B-190C-45FD-859C-B7676F165A87}" type="presOf" srcId="{D944C974-48E8-489A-B648-250419B03C5F}" destId="{E89F46D2-3E51-4E83-83F7-E7A3F8516D18}" srcOrd="0" destOrd="0" presId="urn:microsoft.com/office/officeart/2005/8/layout/hierarchy3"/>
    <dgm:cxn modelId="{B45E730B-82DF-4074-8D70-850D574CE20B}" type="presOf" srcId="{665A7437-AEB7-4580-9098-81E54D3ED3B5}" destId="{AEAA3185-3FC6-4941-B49F-D697B70CDE0C}" srcOrd="0" destOrd="0" presId="urn:microsoft.com/office/officeart/2005/8/layout/hierarchy3"/>
    <dgm:cxn modelId="{8B12F50B-A3AC-4A1E-AF4F-A61D37632FCD}" type="presOf" srcId="{C1383ACC-BC89-408A-A766-EC7D59BE0387}" destId="{D50747C2-A75B-41A4-9F68-A72ADB1918D4}" srcOrd="0" destOrd="0" presId="urn:microsoft.com/office/officeart/2005/8/layout/hierarchy3"/>
    <dgm:cxn modelId="{20806F0D-9EE5-4B79-8491-0A940E1A2F2E}" type="presOf" srcId="{7F02569A-FA9B-4FBB-9D9B-5D3524364361}" destId="{8DD40F09-2B3F-4380-B5E0-4308AE298527}" srcOrd="0" destOrd="0" presId="urn:microsoft.com/office/officeart/2005/8/layout/hierarchy3"/>
    <dgm:cxn modelId="{64E28B0D-F769-42A4-B8E9-15279FCB56E7}" type="presOf" srcId="{9560B267-3659-4C61-BDA9-CDB61BE0E335}" destId="{ECC1FC58-66D4-4D40-9E44-4A34DF072C8C}" srcOrd="0" destOrd="0" presId="urn:microsoft.com/office/officeart/2005/8/layout/hierarchy3"/>
    <dgm:cxn modelId="{E0AC5512-76E9-427A-90D6-524EDC4FCD5A}" type="presOf" srcId="{02AB37B8-2675-4E57-8065-8E169D6B5C2A}" destId="{F8CD3F0F-CF7D-4660-A162-36145259F096}" srcOrd="0" destOrd="0" presId="urn:microsoft.com/office/officeart/2005/8/layout/hierarchy3"/>
    <dgm:cxn modelId="{C0EBA618-4B4D-4D85-87BA-240562EE8FC4}" type="presOf" srcId="{A98877D6-A26B-452F-AC66-F08B25448D71}" destId="{B95C2E9E-A6FA-4F16-94B8-24E73446053D}" srcOrd="0" destOrd="0" presId="urn:microsoft.com/office/officeart/2005/8/layout/hierarchy3"/>
    <dgm:cxn modelId="{06114E1C-74DA-420C-A090-74FC78E09F8E}" srcId="{7E50238E-DE33-4373-A409-352C601658F2}" destId="{238CAF4A-C444-4940-812F-8678495A2DC0}" srcOrd="1" destOrd="0" parTransId="{7457E418-172F-4888-BC37-7768028CB650}" sibTransId="{9305C304-AFC2-4672-AE0A-ACF390BA8737}"/>
    <dgm:cxn modelId="{51C2D21D-5A7C-49B7-A019-FA0EC6EE8E65}" type="presOf" srcId="{1C2D7557-7682-44B3-B773-D1B0A32B6EB5}" destId="{195F31F3-519A-48F5-B244-0384EF38C99E}" srcOrd="0" destOrd="0" presId="urn:microsoft.com/office/officeart/2005/8/layout/hierarchy3"/>
    <dgm:cxn modelId="{8EF8FE1E-9AEA-49C7-850B-73F7C009880F}" type="presOf" srcId="{92BE8702-E5B1-46DD-B4F7-4F36428FEAC8}" destId="{EF90CC72-CA52-4936-8D51-7C65051E92DD}" srcOrd="0" destOrd="0" presId="urn:microsoft.com/office/officeart/2005/8/layout/hierarchy3"/>
    <dgm:cxn modelId="{B86DFD20-A880-4947-9E7D-5B9F258B525F}" srcId="{7E50238E-DE33-4373-A409-352C601658F2}" destId="{1C2D7557-7682-44B3-B773-D1B0A32B6EB5}" srcOrd="3" destOrd="0" parTransId="{4A970878-C6A9-4F8E-B5F8-2DE90C5B9E84}" sibTransId="{F02F8B85-38F1-46F2-8C4B-179D6E0AFD31}"/>
    <dgm:cxn modelId="{BBED6C21-B535-4429-B9A1-CF4EE4902017}" srcId="{9AF54AC8-8621-473D-86E5-89708E76AFA8}" destId="{0A72F88F-08A2-4845-B1A5-05447D906313}" srcOrd="1" destOrd="0" parTransId="{827BF4DB-C42F-4138-8045-9529F55C11CB}" sibTransId="{D8847102-5432-44B6-BA0A-74735C0BF688}"/>
    <dgm:cxn modelId="{DF77D721-80B7-4C33-98A6-3C53B82692BB}" type="presOf" srcId="{7E50238E-DE33-4373-A409-352C601658F2}" destId="{58D02CF9-0346-404B-B52B-99069F71D48B}" srcOrd="0" destOrd="0" presId="urn:microsoft.com/office/officeart/2005/8/layout/hierarchy3"/>
    <dgm:cxn modelId="{8E252D28-51B0-42D1-A35D-156F02683BAB}" type="presOf" srcId="{20A7E645-B559-432A-8CDA-0D568E14CD65}" destId="{E2A5C7D5-64AA-4EB4-B965-0E80D31F88CA}" srcOrd="1" destOrd="0" presId="urn:microsoft.com/office/officeart/2005/8/layout/hierarchy3"/>
    <dgm:cxn modelId="{4B0BDE32-C870-427C-8BB7-27AA6A34A7FF}" srcId="{82252F7D-FE30-4E27-890E-006154948284}" destId="{92BE8702-E5B1-46DD-B4F7-4F36428FEAC8}" srcOrd="0" destOrd="0" parTransId="{EF13BCB4-A23C-47C6-B06B-682A7228A046}" sibTransId="{79FF6C31-2C28-44BA-8671-4042320DE6AE}"/>
    <dgm:cxn modelId="{C66B4633-14F7-4C88-A84E-9D1859841CE1}" type="presOf" srcId="{59B0E2AC-00BC-4345-BCF0-6BB185E13915}" destId="{C3A6A2AC-B0B2-498B-A41A-4F57434951DC}" srcOrd="0" destOrd="0" presId="urn:microsoft.com/office/officeart/2005/8/layout/hierarchy3"/>
    <dgm:cxn modelId="{92ED6F36-3652-49EE-A1C0-E4BDBA12A2BE}" srcId="{A98877D6-A26B-452F-AC66-F08B25448D71}" destId="{9560B267-3659-4C61-BDA9-CDB61BE0E335}" srcOrd="2" destOrd="0" parTransId="{0B13EAE3-B718-4C9B-9D8F-B38AA7E5C567}" sibTransId="{1E24E3DA-1E3B-497D-BDD8-C59246FBB731}"/>
    <dgm:cxn modelId="{BD644C39-3018-465B-9B65-D771338DAF8B}" type="presOf" srcId="{B852271B-03A2-4CA8-8C19-95817429DBE1}" destId="{B4955F11-0911-41AC-BD74-4C867EC1B0CE}" srcOrd="0" destOrd="0" presId="urn:microsoft.com/office/officeart/2005/8/layout/hierarchy3"/>
    <dgm:cxn modelId="{4B9F4960-49E0-4770-849C-4CC28E58799E}" type="presOf" srcId="{82252F7D-FE30-4E27-890E-006154948284}" destId="{F0A619F1-F16D-4F81-A529-7AAA1B9F970C}" srcOrd="1" destOrd="0" presId="urn:microsoft.com/office/officeart/2005/8/layout/hierarchy3"/>
    <dgm:cxn modelId="{E71DD84B-DBBF-4C5E-B985-9921AD0005D3}" type="presOf" srcId="{D96F0010-7956-4D6E-8460-37AB119BE179}" destId="{2B10FA0C-B15A-4E4F-9124-1A71DD666C39}" srcOrd="0" destOrd="0" presId="urn:microsoft.com/office/officeart/2005/8/layout/hierarchy3"/>
    <dgm:cxn modelId="{F0D9956C-CFC6-4F16-9713-6EDF3BB6F0D8}" srcId="{7E50238E-DE33-4373-A409-352C601658F2}" destId="{20A7E645-B559-432A-8CDA-0D568E14CD65}" srcOrd="0" destOrd="0" parTransId="{5373D4E7-33E5-4F69-AB32-B934E83E8F46}" sibTransId="{461033A5-6C83-41FF-BC41-F5F92DB00DA1}"/>
    <dgm:cxn modelId="{964F064D-6CE6-4CCD-A39A-0EFCD14DCB9B}" type="presOf" srcId="{827BF4DB-C42F-4138-8045-9529F55C11CB}" destId="{6660A598-183B-4893-A8FB-4A4BEC0C966E}" srcOrd="0" destOrd="0" presId="urn:microsoft.com/office/officeart/2005/8/layout/hierarchy3"/>
    <dgm:cxn modelId="{EC44B34D-3A8A-4541-B8BD-D8031D036E15}" srcId="{7E50238E-DE33-4373-A409-352C601658F2}" destId="{A98877D6-A26B-452F-AC66-F08B25448D71}" srcOrd="2" destOrd="0" parTransId="{E920B8F9-BACC-4874-BB8A-34B2681332F4}" sibTransId="{91D0C690-C367-4B79-8544-CFE573A8738F}"/>
    <dgm:cxn modelId="{A734AB50-0DE3-47E0-A10A-1F43878C8111}" type="presOf" srcId="{9F2AD10D-3D2B-4AFE-BF00-82112E84CC66}" destId="{17C2139E-3469-4A22-AFA5-5F3C9CA024B4}" srcOrd="0" destOrd="0" presId="urn:microsoft.com/office/officeart/2005/8/layout/hierarchy3"/>
    <dgm:cxn modelId="{49E57D73-3A4B-47F1-B355-E8B5567939BF}" type="presOf" srcId="{FB671BB4-9D0C-4861-8C14-65F2352A18C2}" destId="{54A3E217-11D0-4D02-A5D8-1BACA0090E0E}" srcOrd="0" destOrd="0" presId="urn:microsoft.com/office/officeart/2005/8/layout/hierarchy3"/>
    <dgm:cxn modelId="{F1B9E053-2B81-45A4-9839-44C8A063D7C2}" type="presOf" srcId="{0A72F88F-08A2-4845-B1A5-05447D906313}" destId="{32511F2F-C376-4CC0-AF0F-890B6C9E1DE6}" srcOrd="0" destOrd="0" presId="urn:microsoft.com/office/officeart/2005/8/layout/hierarchy3"/>
    <dgm:cxn modelId="{303CED54-CB4E-4800-8BB6-546878AC6FF9}" srcId="{7E50238E-DE33-4373-A409-352C601658F2}" destId="{D6EB2784-5201-4503-8B1C-A4FC886CC28C}" srcOrd="8" destOrd="0" parTransId="{089B637F-EFD6-4F5F-BB31-4BABBCB091C0}" sibTransId="{34633E11-09D6-4255-8564-33FE2E24AA25}"/>
    <dgm:cxn modelId="{C9891A75-8506-419E-934F-985824D3218B}" srcId="{9AF54AC8-8621-473D-86E5-89708E76AFA8}" destId="{9F2AD10D-3D2B-4AFE-BF00-82112E84CC66}" srcOrd="3" destOrd="0" parTransId="{F11D2964-C44C-4E9C-847B-48AA80961B86}" sibTransId="{2967A42A-889F-44AE-BAA6-52423FC58FD0}"/>
    <dgm:cxn modelId="{1995EA56-0B29-4E29-ABC5-ADA60538AC67}" srcId="{1C2D7557-7682-44B3-B773-D1B0A32B6EB5}" destId="{6A9BC433-C194-434E-B013-F2EA23EDE5D0}" srcOrd="1" destOrd="0" parTransId="{9FE983C5-B36A-4C7C-A693-63E3C1F5E65C}" sibTransId="{E3CD3D88-10E5-4B23-9101-5175C05808AC}"/>
    <dgm:cxn modelId="{7E87E579-17F0-4A53-876C-88B45E3EE3B5}" type="presOf" srcId="{9AF54AC8-8621-473D-86E5-89708E76AFA8}" destId="{274499BD-6F25-4EF7-BA23-EDF0194E1BC9}" srcOrd="0" destOrd="0" presId="urn:microsoft.com/office/officeart/2005/8/layout/hierarchy3"/>
    <dgm:cxn modelId="{6099E15A-B6C0-4FF3-8404-1E5AA4D9D77F}" type="presOf" srcId="{F11D2964-C44C-4E9C-847B-48AA80961B86}" destId="{6D2E5672-8ECD-4DDA-B109-0FEC58B8EE2C}" srcOrd="0" destOrd="0" presId="urn:microsoft.com/office/officeart/2005/8/layout/hierarchy3"/>
    <dgm:cxn modelId="{8A9AE85A-B386-4008-B07B-4E4F044F86FA}" type="presOf" srcId="{75E40232-3818-43AB-91C3-4EDAC9147419}" destId="{7F2D18DB-E94B-4771-B578-57B5ED280812}" srcOrd="0" destOrd="0" presId="urn:microsoft.com/office/officeart/2005/8/layout/hierarchy3"/>
    <dgm:cxn modelId="{AB32957D-F0D3-4235-AF39-3CF691D04B92}" srcId="{1C2D7557-7682-44B3-B773-D1B0A32B6EB5}" destId="{02AB37B8-2675-4E57-8065-8E169D6B5C2A}" srcOrd="3" destOrd="0" parTransId="{D944C974-48E8-489A-B648-250419B03C5F}" sibTransId="{23D2C021-9FEF-4CE3-BA71-20E48D826BFD}"/>
    <dgm:cxn modelId="{2AFF2580-570E-4B0B-811A-22FD5F221C26}" type="presOf" srcId="{238CAF4A-C444-4940-812F-8678495A2DC0}" destId="{FED922DF-0ABC-4EFF-BC22-236DCA12BE13}" srcOrd="1" destOrd="0" presId="urn:microsoft.com/office/officeart/2005/8/layout/hierarchy3"/>
    <dgm:cxn modelId="{C9359E82-86A0-409A-A0B6-1AA595456AF6}" type="presOf" srcId="{9FE983C5-B36A-4C7C-A693-63E3C1F5E65C}" destId="{6745980E-1D5E-418F-892B-4BA545ADFF36}" srcOrd="0" destOrd="0" presId="urn:microsoft.com/office/officeart/2005/8/layout/hierarchy3"/>
    <dgm:cxn modelId="{18150F83-317F-431B-9CC9-9A57188E783E}" type="presOf" srcId="{6F9F969C-167F-45CA-9851-D4F9C5F11DFE}" destId="{F25F8561-2481-4DAD-AD85-CDA659AD6076}" srcOrd="0" destOrd="0" presId="urn:microsoft.com/office/officeart/2005/8/layout/hierarchy3"/>
    <dgm:cxn modelId="{8BC5B487-5F8D-4E77-89DD-1346DE49DF34}" type="presOf" srcId="{0B13EAE3-B718-4C9B-9D8F-B38AA7E5C567}" destId="{6E595A31-3DF1-44AC-BC39-9FD25875C41B}" srcOrd="0" destOrd="0" presId="urn:microsoft.com/office/officeart/2005/8/layout/hierarchy3"/>
    <dgm:cxn modelId="{9B2F748E-AAD9-4747-AA7A-6D128382E6A4}" type="presOf" srcId="{80E37D55-7B10-4E77-8955-05E85D5C5F88}" destId="{6D64F9B0-8EEA-4149-9FD8-7668B12F7FDD}" srcOrd="0" destOrd="0" presId="urn:microsoft.com/office/officeart/2005/8/layout/hierarchy3"/>
    <dgm:cxn modelId="{3F8CD695-DE08-4F29-8A92-A7C23944EE8D}" srcId="{20A7E645-B559-432A-8CDA-0D568E14CD65}" destId="{C1383ACC-BC89-408A-A766-EC7D59BE0387}" srcOrd="1" destOrd="0" parTransId="{80E37D55-7B10-4E77-8955-05E85D5C5F88}" sibTransId="{1E585D65-AA2C-4E87-AC17-7832659A226D}"/>
    <dgm:cxn modelId="{20191096-A7C1-4403-88DD-103AEE053665}" type="presOf" srcId="{A98877D6-A26B-452F-AC66-F08B25448D71}" destId="{83154E3D-55A0-4A19-B01D-C6448597DA5C}" srcOrd="1" destOrd="0" presId="urn:microsoft.com/office/officeart/2005/8/layout/hierarchy3"/>
    <dgm:cxn modelId="{DC0B6996-979E-47FF-BA25-843FA2B55462}" srcId="{7E50238E-DE33-4373-A409-352C601658F2}" destId="{9AF54AC8-8621-473D-86E5-89708E76AFA8}" srcOrd="5" destOrd="0" parTransId="{E5D3E59A-6E35-4DA9-BCA3-3133D8E9300D}" sibTransId="{4B7939FE-4B29-46C3-ACBF-CBF18E4A94B3}"/>
    <dgm:cxn modelId="{DD493D9E-8037-4796-BD85-A183F46E7BDC}" type="presOf" srcId="{E9A768F3-3C0F-4CF4-8B11-79420F90FA4F}" destId="{D159F812-090C-4D52-9789-B8E2C3FFEDAD}" srcOrd="0" destOrd="0" presId="urn:microsoft.com/office/officeart/2005/8/layout/hierarchy3"/>
    <dgm:cxn modelId="{33AF7CA0-6266-4693-88BA-E4229FE19913}" type="presOf" srcId="{A2B39C8A-76BE-477C-9B62-F8217AA15ECD}" destId="{21325CAB-1450-4515-B21D-15E1F244554B}" srcOrd="0" destOrd="0" presId="urn:microsoft.com/office/officeart/2005/8/layout/hierarchy3"/>
    <dgm:cxn modelId="{C4E7C4A7-E261-44B9-BEB6-1CA5B4439D88}" srcId="{20A7E645-B559-432A-8CDA-0D568E14CD65}" destId="{E9A768F3-3C0F-4CF4-8B11-79420F90FA4F}" srcOrd="0" destOrd="0" parTransId="{9CE1E7DE-7C7B-48D0-93A3-B5FD371FA86B}" sibTransId="{CCB9BC8D-C5D1-4BC9-82B8-126F625018EE}"/>
    <dgm:cxn modelId="{C00538AE-B330-43A0-BA3D-76DEFA6AEC85}" type="presOf" srcId="{5B249D6D-17BA-4883-90E5-6BFE626BFAD4}" destId="{A3B0E650-DE22-4B0A-B65C-8A6B8CEBB574}" srcOrd="0" destOrd="0" presId="urn:microsoft.com/office/officeart/2005/8/layout/hierarchy3"/>
    <dgm:cxn modelId="{8459F5AF-FC54-4D7D-B704-7ACD0ED68752}" type="presOf" srcId="{CB360C90-76C1-49FB-8FE1-3A073D5F6D32}" destId="{499BA05D-EF4E-453E-994F-855D884422E7}" srcOrd="0" destOrd="0" presId="urn:microsoft.com/office/officeart/2005/8/layout/hierarchy3"/>
    <dgm:cxn modelId="{9EB18AB3-67B2-44F7-AB95-E924DD71C9A2}" type="presOf" srcId="{238CAF4A-C444-4940-812F-8678495A2DC0}" destId="{441B40BB-E48C-4BF6-88AB-8688CEFE7646}" srcOrd="0" destOrd="0" presId="urn:microsoft.com/office/officeart/2005/8/layout/hierarchy3"/>
    <dgm:cxn modelId="{92D5AAB3-DCA8-48EC-8C9D-C9CA4C563A7E}" srcId="{E0712F0E-43F8-4DB7-9E04-B41DB35E9D25}" destId="{0530D9A8-79E9-4092-B168-1E29D45B9959}" srcOrd="1" destOrd="0" parTransId="{D96F0010-7956-4D6E-8460-37AB119BE179}" sibTransId="{32A3CB6E-42C2-47F8-BB2B-54093B740C2D}"/>
    <dgm:cxn modelId="{0435C1BE-0D64-4282-840F-E8B39B5910E5}" type="presOf" srcId="{9ECB95AC-EDCB-405A-959D-D1A7ADC532EE}" destId="{47932B9C-45D0-4606-81E3-87AED01DF5BD}" srcOrd="1" destOrd="0" presId="urn:microsoft.com/office/officeart/2005/8/layout/hierarchy3"/>
    <dgm:cxn modelId="{3EE375BF-7FB4-477B-8AC1-E834567E985E}" type="presOf" srcId="{6A9BC433-C194-434E-B013-F2EA23EDE5D0}" destId="{7BA742F2-70B0-41B6-9206-85D812756D37}" srcOrd="0" destOrd="0" presId="urn:microsoft.com/office/officeart/2005/8/layout/hierarchy3"/>
    <dgm:cxn modelId="{A0A872C2-C439-4BB0-9F41-D1803C6A6BA4}" type="presOf" srcId="{E0712F0E-43F8-4DB7-9E04-B41DB35E9D25}" destId="{2C4B1920-A54E-46B4-955E-A27E9824A44B}" srcOrd="1" destOrd="0" presId="urn:microsoft.com/office/officeart/2005/8/layout/hierarchy3"/>
    <dgm:cxn modelId="{FDDE3FC4-1339-4F25-9E90-81E699849B42}" type="presOf" srcId="{9E165BFF-08B0-4708-8448-C0DE96B65B83}" destId="{197866CE-78E4-493A-949A-C2F266ECEC6F}" srcOrd="0" destOrd="0" presId="urn:microsoft.com/office/officeart/2005/8/layout/hierarchy3"/>
    <dgm:cxn modelId="{820A52C6-F37E-4CC9-BB0E-75A9DC39254E}" type="presOf" srcId="{E0712F0E-43F8-4DB7-9E04-B41DB35E9D25}" destId="{75B5A4C9-2B26-4C10-83C8-867F8A555B1F}" srcOrd="0" destOrd="0" presId="urn:microsoft.com/office/officeart/2005/8/layout/hierarchy3"/>
    <dgm:cxn modelId="{126AA5C8-DE8E-4FDD-85D7-6D3AEDCB03E7}" type="presOf" srcId="{9CE1E7DE-7C7B-48D0-93A3-B5FD371FA86B}" destId="{0C86B9CE-F7C2-46A3-8DB6-290AAFEACBE2}" srcOrd="0" destOrd="0" presId="urn:microsoft.com/office/officeart/2005/8/layout/hierarchy3"/>
    <dgm:cxn modelId="{49AD94CA-789E-4F1E-A68B-76F6AE721F77}" type="presOf" srcId="{C58E6568-80A7-4E23-8D8D-65BE84466DEE}" destId="{49987C05-0593-4944-AD05-7F65E9055192}" srcOrd="0" destOrd="0" presId="urn:microsoft.com/office/officeart/2005/8/layout/hierarchy3"/>
    <dgm:cxn modelId="{132909CC-AE12-4F7E-847C-97D21AB9DBDF}" srcId="{9AF54AC8-8621-473D-86E5-89708E76AFA8}" destId="{C58E6568-80A7-4E23-8D8D-65BE84466DEE}" srcOrd="0" destOrd="0" parTransId="{5B249D6D-17BA-4883-90E5-6BFE626BFAD4}" sibTransId="{EEFB6CAA-FAD1-419A-9ADF-82E3139B3035}"/>
    <dgm:cxn modelId="{542933CE-C025-40F0-8972-882EAEBC0104}" type="presOf" srcId="{EF13BCB4-A23C-47C6-B06B-682A7228A046}" destId="{1F350993-F260-4266-ABF2-0763F4887DDD}" srcOrd="0" destOrd="0" presId="urn:microsoft.com/office/officeart/2005/8/layout/hierarchy3"/>
    <dgm:cxn modelId="{523E3AD4-3816-4DD5-BCC3-E7EFAD7D7B6A}" srcId="{7E50238E-DE33-4373-A409-352C601658F2}" destId="{82252F7D-FE30-4E27-890E-006154948284}" srcOrd="6" destOrd="0" parTransId="{97CFA4E9-16EB-4F50-A8B4-7C14AEEDA982}" sibTransId="{B788430D-006F-42F1-BB7F-4890B0459269}"/>
    <dgm:cxn modelId="{23C6F7D7-1547-4C78-ADFB-BA4D443D08B3}" srcId="{9AF54AC8-8621-473D-86E5-89708E76AFA8}" destId="{6F9F969C-167F-45CA-9851-D4F9C5F11DFE}" srcOrd="4" destOrd="0" parTransId="{7A6D1982-671C-4EB4-8FB6-C5AE085106A8}" sibTransId="{8750986C-8EC5-496E-88FC-40527D76F10C}"/>
    <dgm:cxn modelId="{BD8EB8DA-6EE6-4A8B-9CA5-074018DAEE20}" type="presOf" srcId="{F3431681-4070-468B-83B6-33B4C5980896}" destId="{1AE7B9B2-1E44-4D76-A2CB-5153F9848D25}" srcOrd="0" destOrd="0" presId="urn:microsoft.com/office/officeart/2005/8/layout/hierarchy3"/>
    <dgm:cxn modelId="{06C0F2DD-3D5F-4A3E-BF94-E624DAF3F7BD}" srcId="{7E50238E-DE33-4373-A409-352C601658F2}" destId="{9ECB95AC-EDCB-405A-959D-D1A7ADC532EE}" srcOrd="7" destOrd="0" parTransId="{62B2B9CA-14BD-4531-8E04-B6F1CE882DAD}" sibTransId="{A9EF05E4-4AC7-4C0D-B9EB-C8AFC6AC6C49}"/>
    <dgm:cxn modelId="{40793FDE-DF22-4C35-AEB6-3670F5E21876}" srcId="{7E50238E-DE33-4373-A409-352C601658F2}" destId="{E0712F0E-43F8-4DB7-9E04-B41DB35E9D25}" srcOrd="4" destOrd="0" parTransId="{1BE9F7E0-588F-46C1-837F-761ABB517453}" sibTransId="{4F84178A-4BB0-454F-A363-D30609158946}"/>
    <dgm:cxn modelId="{3CF25AE2-8EF4-492A-99DB-0345E55048F4}" type="presOf" srcId="{9AF54AC8-8621-473D-86E5-89708E76AFA8}" destId="{4F02257D-810C-4702-ADD1-00F002F8DF2F}" srcOrd="1" destOrd="0" presId="urn:microsoft.com/office/officeart/2005/8/layout/hierarchy3"/>
    <dgm:cxn modelId="{7F9A78E3-03EA-401B-B625-EF47E483312F}" type="presOf" srcId="{1C2D7557-7682-44B3-B773-D1B0A32B6EB5}" destId="{709282F7-9133-498C-B416-4A3568DC573B}" srcOrd="1" destOrd="0" presId="urn:microsoft.com/office/officeart/2005/8/layout/hierarchy3"/>
    <dgm:cxn modelId="{A1FF54E4-DD1A-47E2-91DA-4F84E8040A8E}" srcId="{E0712F0E-43F8-4DB7-9E04-B41DB35E9D25}" destId="{30554711-60CC-431B-810C-F5040B33C13D}" srcOrd="0" destOrd="0" parTransId="{7F02569A-FA9B-4FBB-9D9B-5D3524364361}" sibTransId="{ECD936F1-E390-4DAE-89B4-7325DA84B6D1}"/>
    <dgm:cxn modelId="{02ED90E4-2E09-46F0-9297-6722CFCA4BD7}" type="presOf" srcId="{D6EB2784-5201-4503-8B1C-A4FC886CC28C}" destId="{28AD3674-9EB9-4695-AA60-B6F75F20B289}" srcOrd="1" destOrd="0" presId="urn:microsoft.com/office/officeart/2005/8/layout/hierarchy3"/>
    <dgm:cxn modelId="{6B55B8E4-6CEF-4463-93A1-057938347658}" srcId="{1C2D7557-7682-44B3-B773-D1B0A32B6EB5}" destId="{CB360C90-76C1-49FB-8FE1-3A073D5F6D32}" srcOrd="2" destOrd="0" parTransId="{FB671BB4-9D0C-4861-8C14-65F2352A18C2}" sibTransId="{9F40318E-8045-4DCA-8A5B-5728A85C1403}"/>
    <dgm:cxn modelId="{3DA879ED-51E6-4B03-BE32-16E44D76972C}" type="presOf" srcId="{20A7E645-B559-432A-8CDA-0D568E14CD65}" destId="{980F66F6-9AF5-4C81-A951-FA7153FE296B}" srcOrd="0" destOrd="0" presId="urn:microsoft.com/office/officeart/2005/8/layout/hierarchy3"/>
    <dgm:cxn modelId="{443B22EE-FD48-4248-9C1C-929207B9F8AD}" srcId="{9AF54AC8-8621-473D-86E5-89708E76AFA8}" destId="{75E40232-3818-43AB-91C3-4EDAC9147419}" srcOrd="2" destOrd="0" parTransId="{A2B39C8A-76BE-477C-9B62-F8217AA15ECD}" sibTransId="{980DD60D-6977-413E-A101-635EA74A5FE0}"/>
    <dgm:cxn modelId="{5A4639EF-3E90-45E6-A42B-4CC7892DBBEB}" type="presOf" srcId="{0530D9A8-79E9-4092-B168-1E29D45B9959}" destId="{B445398E-1E26-4B93-B681-0AFBB7C338EA}" srcOrd="0" destOrd="0" presId="urn:microsoft.com/office/officeart/2005/8/layout/hierarchy3"/>
    <dgm:cxn modelId="{B8C253FA-5EE9-4349-9F33-07E2BB8EB9B4}" srcId="{1C2D7557-7682-44B3-B773-D1B0A32B6EB5}" destId="{9E165BFF-08B0-4708-8448-C0DE96B65B83}" srcOrd="0" destOrd="0" parTransId="{40FD859A-0143-4E51-8056-E466BE1D57BF}" sibTransId="{4553C8BE-1BCB-4D6A-9621-CDE286A67A2C}"/>
    <dgm:cxn modelId="{A831B7FB-797B-4DF7-8953-81E939620DAB}" type="presOf" srcId="{30554711-60CC-431B-810C-F5040B33C13D}" destId="{4D7B5B95-5A34-4AC4-8E08-528CAD66FAD6}" srcOrd="0" destOrd="0" presId="urn:microsoft.com/office/officeart/2005/8/layout/hierarchy3"/>
    <dgm:cxn modelId="{2F1AE0FB-21E5-4838-857C-E87F9D34B17A}" type="presOf" srcId="{40FD859A-0143-4E51-8056-E466BE1D57BF}" destId="{C0C98A3B-038E-415E-B2E6-B9C685A47664}" srcOrd="0" destOrd="0" presId="urn:microsoft.com/office/officeart/2005/8/layout/hierarchy3"/>
    <dgm:cxn modelId="{A954FCFD-18B1-42E8-9681-717FC5199B1B}" srcId="{A98877D6-A26B-452F-AC66-F08B25448D71}" destId="{59B0E2AC-00BC-4345-BCF0-6BB185E13915}" srcOrd="0" destOrd="0" parTransId="{F3431681-4070-468B-83B6-33B4C5980896}" sibTransId="{C05492C2-81B7-49AA-94CB-8E54E8759F0A}"/>
    <dgm:cxn modelId="{44E99311-E288-425B-88C3-B093A1DA5B48}" type="presParOf" srcId="{58D02CF9-0346-404B-B52B-99069F71D48B}" destId="{1A71D014-7970-4BA5-8313-46183F11E263}" srcOrd="0" destOrd="0" presId="urn:microsoft.com/office/officeart/2005/8/layout/hierarchy3"/>
    <dgm:cxn modelId="{7B203C97-5985-4A2A-97B8-1079AEE56003}" type="presParOf" srcId="{1A71D014-7970-4BA5-8313-46183F11E263}" destId="{1F9791EF-AE6A-4441-A168-CB4D891AFC2B}" srcOrd="0" destOrd="0" presId="urn:microsoft.com/office/officeart/2005/8/layout/hierarchy3"/>
    <dgm:cxn modelId="{2E67B497-315C-4CB2-BE4E-7250C4DAC4F0}" type="presParOf" srcId="{1F9791EF-AE6A-4441-A168-CB4D891AFC2B}" destId="{980F66F6-9AF5-4C81-A951-FA7153FE296B}" srcOrd="0" destOrd="0" presId="urn:microsoft.com/office/officeart/2005/8/layout/hierarchy3"/>
    <dgm:cxn modelId="{E1B202C7-A658-432B-BAC0-17DD43939FD9}" type="presParOf" srcId="{1F9791EF-AE6A-4441-A168-CB4D891AFC2B}" destId="{E2A5C7D5-64AA-4EB4-B965-0E80D31F88CA}" srcOrd="1" destOrd="0" presId="urn:microsoft.com/office/officeart/2005/8/layout/hierarchy3"/>
    <dgm:cxn modelId="{021D5770-7AE7-486D-9D88-311576976D73}" type="presParOf" srcId="{1A71D014-7970-4BA5-8313-46183F11E263}" destId="{AEBF75E2-F443-476B-8A10-DD90A14CB73D}" srcOrd="1" destOrd="0" presId="urn:microsoft.com/office/officeart/2005/8/layout/hierarchy3"/>
    <dgm:cxn modelId="{937DACE9-7C66-4A15-BC93-A55E89C07FA6}" type="presParOf" srcId="{AEBF75E2-F443-476B-8A10-DD90A14CB73D}" destId="{0C86B9CE-F7C2-46A3-8DB6-290AAFEACBE2}" srcOrd="0" destOrd="0" presId="urn:microsoft.com/office/officeart/2005/8/layout/hierarchy3"/>
    <dgm:cxn modelId="{CAE02D1C-F44D-46C2-AAE5-2D22553581CA}" type="presParOf" srcId="{AEBF75E2-F443-476B-8A10-DD90A14CB73D}" destId="{D159F812-090C-4D52-9789-B8E2C3FFEDAD}" srcOrd="1" destOrd="0" presId="urn:microsoft.com/office/officeart/2005/8/layout/hierarchy3"/>
    <dgm:cxn modelId="{136A0449-0AF9-437F-BE7B-9C3AADA60C78}" type="presParOf" srcId="{AEBF75E2-F443-476B-8A10-DD90A14CB73D}" destId="{6D64F9B0-8EEA-4149-9FD8-7668B12F7FDD}" srcOrd="2" destOrd="0" presId="urn:microsoft.com/office/officeart/2005/8/layout/hierarchy3"/>
    <dgm:cxn modelId="{176A96AA-F6A9-4295-946F-1FD295EB8CAE}" type="presParOf" srcId="{AEBF75E2-F443-476B-8A10-DD90A14CB73D}" destId="{D50747C2-A75B-41A4-9F68-A72ADB1918D4}" srcOrd="3" destOrd="0" presId="urn:microsoft.com/office/officeart/2005/8/layout/hierarchy3"/>
    <dgm:cxn modelId="{4D40C2D1-E454-4BCE-A990-0BAA29AE65CA}" type="presParOf" srcId="{58D02CF9-0346-404B-B52B-99069F71D48B}" destId="{89BAFE52-86EC-4CE7-91A5-1D4D9027E453}" srcOrd="1" destOrd="0" presId="urn:microsoft.com/office/officeart/2005/8/layout/hierarchy3"/>
    <dgm:cxn modelId="{F81B60A2-D104-4F3B-84F9-F81E36A50C59}" type="presParOf" srcId="{89BAFE52-86EC-4CE7-91A5-1D4D9027E453}" destId="{FDB0C113-2F62-413E-AABD-554B926FFDA0}" srcOrd="0" destOrd="0" presId="urn:microsoft.com/office/officeart/2005/8/layout/hierarchy3"/>
    <dgm:cxn modelId="{64F256BB-1A73-4029-ADCA-592ABDABA516}" type="presParOf" srcId="{FDB0C113-2F62-413E-AABD-554B926FFDA0}" destId="{441B40BB-E48C-4BF6-88AB-8688CEFE7646}" srcOrd="0" destOrd="0" presId="urn:microsoft.com/office/officeart/2005/8/layout/hierarchy3"/>
    <dgm:cxn modelId="{982B6F6F-FA7D-42E9-BE5E-A7E623FC5D87}" type="presParOf" srcId="{FDB0C113-2F62-413E-AABD-554B926FFDA0}" destId="{FED922DF-0ABC-4EFF-BC22-236DCA12BE13}" srcOrd="1" destOrd="0" presId="urn:microsoft.com/office/officeart/2005/8/layout/hierarchy3"/>
    <dgm:cxn modelId="{AC82D039-A15A-4562-8375-BC22F509BE96}" type="presParOf" srcId="{89BAFE52-86EC-4CE7-91A5-1D4D9027E453}" destId="{073C7ADF-2071-4F6A-9CB0-E3191BAF2FAE}" srcOrd="1" destOrd="0" presId="urn:microsoft.com/office/officeart/2005/8/layout/hierarchy3"/>
    <dgm:cxn modelId="{A1E9DD39-22EE-4110-84E4-B4CE13968665}" type="presParOf" srcId="{58D02CF9-0346-404B-B52B-99069F71D48B}" destId="{70DCE5A8-4503-470C-8AFE-F7F893EB9B7F}" srcOrd="2" destOrd="0" presId="urn:microsoft.com/office/officeart/2005/8/layout/hierarchy3"/>
    <dgm:cxn modelId="{0B9064C2-F1B2-4805-B8AC-426F59136F53}" type="presParOf" srcId="{70DCE5A8-4503-470C-8AFE-F7F893EB9B7F}" destId="{9C82484D-827E-4910-BB6D-952B67871110}" srcOrd="0" destOrd="0" presId="urn:microsoft.com/office/officeart/2005/8/layout/hierarchy3"/>
    <dgm:cxn modelId="{2E4C9C18-6FC7-4DDA-AFF2-14CA8646BD54}" type="presParOf" srcId="{9C82484D-827E-4910-BB6D-952B67871110}" destId="{B95C2E9E-A6FA-4F16-94B8-24E73446053D}" srcOrd="0" destOrd="0" presId="urn:microsoft.com/office/officeart/2005/8/layout/hierarchy3"/>
    <dgm:cxn modelId="{AEB8DA41-3D25-4100-8414-145047159D65}" type="presParOf" srcId="{9C82484D-827E-4910-BB6D-952B67871110}" destId="{83154E3D-55A0-4A19-B01D-C6448597DA5C}" srcOrd="1" destOrd="0" presId="urn:microsoft.com/office/officeart/2005/8/layout/hierarchy3"/>
    <dgm:cxn modelId="{0ED48785-5C2C-4A92-A72B-993202F5EC38}" type="presParOf" srcId="{70DCE5A8-4503-470C-8AFE-F7F893EB9B7F}" destId="{C6303D8D-33B1-4BB7-A133-34980E6DC892}" srcOrd="1" destOrd="0" presId="urn:microsoft.com/office/officeart/2005/8/layout/hierarchy3"/>
    <dgm:cxn modelId="{26CEF399-159F-4890-AFFF-5948F7EAFB8D}" type="presParOf" srcId="{C6303D8D-33B1-4BB7-A133-34980E6DC892}" destId="{1AE7B9B2-1E44-4D76-A2CB-5153F9848D25}" srcOrd="0" destOrd="0" presId="urn:microsoft.com/office/officeart/2005/8/layout/hierarchy3"/>
    <dgm:cxn modelId="{87529762-770A-470D-863C-E57C1BB7D9F6}" type="presParOf" srcId="{C6303D8D-33B1-4BB7-A133-34980E6DC892}" destId="{C3A6A2AC-B0B2-498B-A41A-4F57434951DC}" srcOrd="1" destOrd="0" presId="urn:microsoft.com/office/officeart/2005/8/layout/hierarchy3"/>
    <dgm:cxn modelId="{6128FB56-9905-40E3-98A5-8050008236CD}" type="presParOf" srcId="{C6303D8D-33B1-4BB7-A133-34980E6DC892}" destId="{B4955F11-0911-41AC-BD74-4C867EC1B0CE}" srcOrd="2" destOrd="0" presId="urn:microsoft.com/office/officeart/2005/8/layout/hierarchy3"/>
    <dgm:cxn modelId="{AB843EF1-F505-493F-B82E-F398BACEEDCA}" type="presParOf" srcId="{C6303D8D-33B1-4BB7-A133-34980E6DC892}" destId="{AEAA3185-3FC6-4941-B49F-D697B70CDE0C}" srcOrd="3" destOrd="0" presId="urn:microsoft.com/office/officeart/2005/8/layout/hierarchy3"/>
    <dgm:cxn modelId="{CC0E150C-8E8C-43B2-B453-6F79540FA768}" type="presParOf" srcId="{C6303D8D-33B1-4BB7-A133-34980E6DC892}" destId="{6E595A31-3DF1-44AC-BC39-9FD25875C41B}" srcOrd="4" destOrd="0" presId="urn:microsoft.com/office/officeart/2005/8/layout/hierarchy3"/>
    <dgm:cxn modelId="{65135CAF-EE3F-4BAD-8527-9C8CAA0FEF25}" type="presParOf" srcId="{C6303D8D-33B1-4BB7-A133-34980E6DC892}" destId="{ECC1FC58-66D4-4D40-9E44-4A34DF072C8C}" srcOrd="5" destOrd="0" presId="urn:microsoft.com/office/officeart/2005/8/layout/hierarchy3"/>
    <dgm:cxn modelId="{9BD78143-C60A-42A0-A4F8-C043D4DD7AB1}" type="presParOf" srcId="{58D02CF9-0346-404B-B52B-99069F71D48B}" destId="{7E0B5A54-5E93-4F25-AC16-3E3E9D9111B6}" srcOrd="3" destOrd="0" presId="urn:microsoft.com/office/officeart/2005/8/layout/hierarchy3"/>
    <dgm:cxn modelId="{43DD0311-DADF-41FA-A501-04778776D6C1}" type="presParOf" srcId="{7E0B5A54-5E93-4F25-AC16-3E3E9D9111B6}" destId="{AD96A579-43F0-4776-8F54-84E550B69B3F}" srcOrd="0" destOrd="0" presId="urn:microsoft.com/office/officeart/2005/8/layout/hierarchy3"/>
    <dgm:cxn modelId="{8D70642A-86A3-4B53-80A8-04CBA8DDDDA5}" type="presParOf" srcId="{AD96A579-43F0-4776-8F54-84E550B69B3F}" destId="{195F31F3-519A-48F5-B244-0384EF38C99E}" srcOrd="0" destOrd="0" presId="urn:microsoft.com/office/officeart/2005/8/layout/hierarchy3"/>
    <dgm:cxn modelId="{2FCBCF5F-A4AC-4178-9EDE-F7869C5E77B2}" type="presParOf" srcId="{AD96A579-43F0-4776-8F54-84E550B69B3F}" destId="{709282F7-9133-498C-B416-4A3568DC573B}" srcOrd="1" destOrd="0" presId="urn:microsoft.com/office/officeart/2005/8/layout/hierarchy3"/>
    <dgm:cxn modelId="{6EA8E5DB-4C41-46BF-8377-F411DC49C533}" type="presParOf" srcId="{7E0B5A54-5E93-4F25-AC16-3E3E9D9111B6}" destId="{6DBF003A-14EB-4E43-9B31-22CDF8660745}" srcOrd="1" destOrd="0" presId="urn:microsoft.com/office/officeart/2005/8/layout/hierarchy3"/>
    <dgm:cxn modelId="{810548B3-438B-4163-A5AA-B13F79B4532D}" type="presParOf" srcId="{6DBF003A-14EB-4E43-9B31-22CDF8660745}" destId="{C0C98A3B-038E-415E-B2E6-B9C685A47664}" srcOrd="0" destOrd="0" presId="urn:microsoft.com/office/officeart/2005/8/layout/hierarchy3"/>
    <dgm:cxn modelId="{5FDB3B9A-E302-4596-9919-481EACE60E44}" type="presParOf" srcId="{6DBF003A-14EB-4E43-9B31-22CDF8660745}" destId="{197866CE-78E4-493A-949A-C2F266ECEC6F}" srcOrd="1" destOrd="0" presId="urn:microsoft.com/office/officeart/2005/8/layout/hierarchy3"/>
    <dgm:cxn modelId="{9AA7AA5E-7431-45F1-BC3C-CB4898B274DD}" type="presParOf" srcId="{6DBF003A-14EB-4E43-9B31-22CDF8660745}" destId="{6745980E-1D5E-418F-892B-4BA545ADFF36}" srcOrd="2" destOrd="0" presId="urn:microsoft.com/office/officeart/2005/8/layout/hierarchy3"/>
    <dgm:cxn modelId="{1606E674-1FFF-4634-9996-475BD6B496AF}" type="presParOf" srcId="{6DBF003A-14EB-4E43-9B31-22CDF8660745}" destId="{7BA742F2-70B0-41B6-9206-85D812756D37}" srcOrd="3" destOrd="0" presId="urn:microsoft.com/office/officeart/2005/8/layout/hierarchy3"/>
    <dgm:cxn modelId="{C6D32B18-6F23-49CB-B2E6-D669C090F0C8}" type="presParOf" srcId="{6DBF003A-14EB-4E43-9B31-22CDF8660745}" destId="{54A3E217-11D0-4D02-A5D8-1BACA0090E0E}" srcOrd="4" destOrd="0" presId="urn:microsoft.com/office/officeart/2005/8/layout/hierarchy3"/>
    <dgm:cxn modelId="{37184DDF-793B-4E68-9E6B-6857E4689A53}" type="presParOf" srcId="{6DBF003A-14EB-4E43-9B31-22CDF8660745}" destId="{499BA05D-EF4E-453E-994F-855D884422E7}" srcOrd="5" destOrd="0" presId="urn:microsoft.com/office/officeart/2005/8/layout/hierarchy3"/>
    <dgm:cxn modelId="{6D343413-78E9-438C-9CE9-A714A16052E1}" type="presParOf" srcId="{6DBF003A-14EB-4E43-9B31-22CDF8660745}" destId="{E89F46D2-3E51-4E83-83F7-E7A3F8516D18}" srcOrd="6" destOrd="0" presId="urn:microsoft.com/office/officeart/2005/8/layout/hierarchy3"/>
    <dgm:cxn modelId="{DD1F6DBE-65F2-4EA9-B7AB-A0FB7FA9D259}" type="presParOf" srcId="{6DBF003A-14EB-4E43-9B31-22CDF8660745}" destId="{F8CD3F0F-CF7D-4660-A162-36145259F096}" srcOrd="7" destOrd="0" presId="urn:microsoft.com/office/officeart/2005/8/layout/hierarchy3"/>
    <dgm:cxn modelId="{317D0F76-2708-4B2D-A244-EF0E61C3F77B}" type="presParOf" srcId="{58D02CF9-0346-404B-B52B-99069F71D48B}" destId="{9D6327D4-0398-47E6-9867-78A3E99910C2}" srcOrd="4" destOrd="0" presId="urn:microsoft.com/office/officeart/2005/8/layout/hierarchy3"/>
    <dgm:cxn modelId="{FA5F7DB5-9EAE-4462-8B3D-48CEA7D77E3E}" type="presParOf" srcId="{9D6327D4-0398-47E6-9867-78A3E99910C2}" destId="{CD019AFE-1E43-4EF9-AC93-00ADF98330DD}" srcOrd="0" destOrd="0" presId="urn:microsoft.com/office/officeart/2005/8/layout/hierarchy3"/>
    <dgm:cxn modelId="{B69888C1-F17F-4F93-9D27-0041ED71E535}" type="presParOf" srcId="{CD019AFE-1E43-4EF9-AC93-00ADF98330DD}" destId="{75B5A4C9-2B26-4C10-83C8-867F8A555B1F}" srcOrd="0" destOrd="0" presId="urn:microsoft.com/office/officeart/2005/8/layout/hierarchy3"/>
    <dgm:cxn modelId="{DB3A033A-0EF1-4168-8616-74B5E2B90ADA}" type="presParOf" srcId="{CD019AFE-1E43-4EF9-AC93-00ADF98330DD}" destId="{2C4B1920-A54E-46B4-955E-A27E9824A44B}" srcOrd="1" destOrd="0" presId="urn:microsoft.com/office/officeart/2005/8/layout/hierarchy3"/>
    <dgm:cxn modelId="{23BB212E-85D9-4171-A89E-F4DB8AB05FDF}" type="presParOf" srcId="{9D6327D4-0398-47E6-9867-78A3E99910C2}" destId="{A2786F3B-C398-44A1-9A7B-449E20B2807B}" srcOrd="1" destOrd="0" presId="urn:microsoft.com/office/officeart/2005/8/layout/hierarchy3"/>
    <dgm:cxn modelId="{8D75A705-7EEE-4BED-9912-388F5AE351B8}" type="presParOf" srcId="{A2786F3B-C398-44A1-9A7B-449E20B2807B}" destId="{8DD40F09-2B3F-4380-B5E0-4308AE298527}" srcOrd="0" destOrd="0" presId="urn:microsoft.com/office/officeart/2005/8/layout/hierarchy3"/>
    <dgm:cxn modelId="{1E41BDBD-435E-4DDE-80ED-96E9F7472F9E}" type="presParOf" srcId="{A2786F3B-C398-44A1-9A7B-449E20B2807B}" destId="{4D7B5B95-5A34-4AC4-8E08-528CAD66FAD6}" srcOrd="1" destOrd="0" presId="urn:microsoft.com/office/officeart/2005/8/layout/hierarchy3"/>
    <dgm:cxn modelId="{8D396776-BF0D-43EA-B634-891867978A97}" type="presParOf" srcId="{A2786F3B-C398-44A1-9A7B-449E20B2807B}" destId="{2B10FA0C-B15A-4E4F-9124-1A71DD666C39}" srcOrd="2" destOrd="0" presId="urn:microsoft.com/office/officeart/2005/8/layout/hierarchy3"/>
    <dgm:cxn modelId="{E78D2B0B-6972-4A9A-952F-12F0D70FBA96}" type="presParOf" srcId="{A2786F3B-C398-44A1-9A7B-449E20B2807B}" destId="{B445398E-1E26-4B93-B681-0AFBB7C338EA}" srcOrd="3" destOrd="0" presId="urn:microsoft.com/office/officeart/2005/8/layout/hierarchy3"/>
    <dgm:cxn modelId="{DA3D0982-F4E9-40C3-8AA7-09625555FBC6}" type="presParOf" srcId="{58D02CF9-0346-404B-B52B-99069F71D48B}" destId="{1991D95A-621A-4DC8-B7FC-7FA8A0E5C80E}" srcOrd="5" destOrd="0" presId="urn:microsoft.com/office/officeart/2005/8/layout/hierarchy3"/>
    <dgm:cxn modelId="{92CDE64C-5BCC-4F29-8936-C46372D87D31}" type="presParOf" srcId="{1991D95A-621A-4DC8-B7FC-7FA8A0E5C80E}" destId="{A8B7C63A-9C42-4B64-A605-03FED536D384}" srcOrd="0" destOrd="0" presId="urn:microsoft.com/office/officeart/2005/8/layout/hierarchy3"/>
    <dgm:cxn modelId="{19FF52AB-86DF-4E17-9C23-3AB3C08E6140}" type="presParOf" srcId="{A8B7C63A-9C42-4B64-A605-03FED536D384}" destId="{274499BD-6F25-4EF7-BA23-EDF0194E1BC9}" srcOrd="0" destOrd="0" presId="urn:microsoft.com/office/officeart/2005/8/layout/hierarchy3"/>
    <dgm:cxn modelId="{32F526DE-BE3B-46C0-BC2A-DA6FA60B690C}" type="presParOf" srcId="{A8B7C63A-9C42-4B64-A605-03FED536D384}" destId="{4F02257D-810C-4702-ADD1-00F002F8DF2F}" srcOrd="1" destOrd="0" presId="urn:microsoft.com/office/officeart/2005/8/layout/hierarchy3"/>
    <dgm:cxn modelId="{0BC7A494-5741-4399-9886-17B259DA9709}" type="presParOf" srcId="{1991D95A-621A-4DC8-B7FC-7FA8A0E5C80E}" destId="{89A1EDCB-45D1-4A9F-B444-F3BF52964807}" srcOrd="1" destOrd="0" presId="urn:microsoft.com/office/officeart/2005/8/layout/hierarchy3"/>
    <dgm:cxn modelId="{B9612DBC-2BCB-4CE3-9D59-11236A84E5C1}" type="presParOf" srcId="{89A1EDCB-45D1-4A9F-B444-F3BF52964807}" destId="{A3B0E650-DE22-4B0A-B65C-8A6B8CEBB574}" srcOrd="0" destOrd="0" presId="urn:microsoft.com/office/officeart/2005/8/layout/hierarchy3"/>
    <dgm:cxn modelId="{38A032CA-B65D-4361-BB21-4BC58AD39E69}" type="presParOf" srcId="{89A1EDCB-45D1-4A9F-B444-F3BF52964807}" destId="{49987C05-0593-4944-AD05-7F65E9055192}" srcOrd="1" destOrd="0" presId="urn:microsoft.com/office/officeart/2005/8/layout/hierarchy3"/>
    <dgm:cxn modelId="{7DEB93EE-821B-49A1-8D5C-9527321B1459}" type="presParOf" srcId="{89A1EDCB-45D1-4A9F-B444-F3BF52964807}" destId="{6660A598-183B-4893-A8FB-4A4BEC0C966E}" srcOrd="2" destOrd="0" presId="urn:microsoft.com/office/officeart/2005/8/layout/hierarchy3"/>
    <dgm:cxn modelId="{9D63A101-E4D4-4D37-A40A-6731AD1A21D7}" type="presParOf" srcId="{89A1EDCB-45D1-4A9F-B444-F3BF52964807}" destId="{32511F2F-C376-4CC0-AF0F-890B6C9E1DE6}" srcOrd="3" destOrd="0" presId="urn:microsoft.com/office/officeart/2005/8/layout/hierarchy3"/>
    <dgm:cxn modelId="{F421974A-7974-4B1F-AE07-5D1A090B4866}" type="presParOf" srcId="{89A1EDCB-45D1-4A9F-B444-F3BF52964807}" destId="{21325CAB-1450-4515-B21D-15E1F244554B}" srcOrd="4" destOrd="0" presId="urn:microsoft.com/office/officeart/2005/8/layout/hierarchy3"/>
    <dgm:cxn modelId="{EDCADDF0-1DFE-4AC5-92E1-8F9D6912E106}" type="presParOf" srcId="{89A1EDCB-45D1-4A9F-B444-F3BF52964807}" destId="{7F2D18DB-E94B-4771-B578-57B5ED280812}" srcOrd="5" destOrd="0" presId="urn:microsoft.com/office/officeart/2005/8/layout/hierarchy3"/>
    <dgm:cxn modelId="{99DA2798-70D5-4390-A113-317A88D8702A}" type="presParOf" srcId="{89A1EDCB-45D1-4A9F-B444-F3BF52964807}" destId="{6D2E5672-8ECD-4DDA-B109-0FEC58B8EE2C}" srcOrd="6" destOrd="0" presId="urn:microsoft.com/office/officeart/2005/8/layout/hierarchy3"/>
    <dgm:cxn modelId="{959C623C-6CC9-4965-B3EF-5C801C817410}" type="presParOf" srcId="{89A1EDCB-45D1-4A9F-B444-F3BF52964807}" destId="{17C2139E-3469-4A22-AFA5-5F3C9CA024B4}" srcOrd="7" destOrd="0" presId="urn:microsoft.com/office/officeart/2005/8/layout/hierarchy3"/>
    <dgm:cxn modelId="{A9B0DEF9-8EF9-4B2A-8B32-34422CE1038F}" type="presParOf" srcId="{89A1EDCB-45D1-4A9F-B444-F3BF52964807}" destId="{792A7BED-3505-4DB6-BF14-E78E39909001}" srcOrd="8" destOrd="0" presId="urn:microsoft.com/office/officeart/2005/8/layout/hierarchy3"/>
    <dgm:cxn modelId="{144D2CFB-F95A-485C-8B2A-9CF1EB88E61E}" type="presParOf" srcId="{89A1EDCB-45D1-4A9F-B444-F3BF52964807}" destId="{F25F8561-2481-4DAD-AD85-CDA659AD6076}" srcOrd="9" destOrd="0" presId="urn:microsoft.com/office/officeart/2005/8/layout/hierarchy3"/>
    <dgm:cxn modelId="{BC43723B-81FE-4F80-8135-DC30ADB58B93}" type="presParOf" srcId="{58D02CF9-0346-404B-B52B-99069F71D48B}" destId="{2D4E3CBE-B9F8-45D3-A84B-CC058920039A}" srcOrd="6" destOrd="0" presId="urn:microsoft.com/office/officeart/2005/8/layout/hierarchy3"/>
    <dgm:cxn modelId="{3C030BF2-5F4F-4BDB-A941-80EECACDAE38}" type="presParOf" srcId="{2D4E3CBE-B9F8-45D3-A84B-CC058920039A}" destId="{F579F23B-6341-41F7-A4AE-E0EBE15AEFAB}" srcOrd="0" destOrd="0" presId="urn:microsoft.com/office/officeart/2005/8/layout/hierarchy3"/>
    <dgm:cxn modelId="{4D447107-78F6-408D-ADF4-45214CB5CDD2}" type="presParOf" srcId="{F579F23B-6341-41F7-A4AE-E0EBE15AEFAB}" destId="{8AB026B5-3A86-47D4-BBEB-723F97BD2A21}" srcOrd="0" destOrd="0" presId="urn:microsoft.com/office/officeart/2005/8/layout/hierarchy3"/>
    <dgm:cxn modelId="{6A5BC7C1-EFB2-4BB7-8D60-350EAF0C8FF3}" type="presParOf" srcId="{F579F23B-6341-41F7-A4AE-E0EBE15AEFAB}" destId="{F0A619F1-F16D-4F81-A529-7AAA1B9F970C}" srcOrd="1" destOrd="0" presId="urn:microsoft.com/office/officeart/2005/8/layout/hierarchy3"/>
    <dgm:cxn modelId="{15DEB9B0-3022-4A1C-8967-F33882E4D2A9}" type="presParOf" srcId="{2D4E3CBE-B9F8-45D3-A84B-CC058920039A}" destId="{99A59CD6-D00C-4412-B909-C299E9994131}" srcOrd="1" destOrd="0" presId="urn:microsoft.com/office/officeart/2005/8/layout/hierarchy3"/>
    <dgm:cxn modelId="{7EA3BCA7-D3E6-4E30-9D0C-F2BB8E686A99}" type="presParOf" srcId="{99A59CD6-D00C-4412-B909-C299E9994131}" destId="{1F350993-F260-4266-ABF2-0763F4887DDD}" srcOrd="0" destOrd="0" presId="urn:microsoft.com/office/officeart/2005/8/layout/hierarchy3"/>
    <dgm:cxn modelId="{BB79315B-B44A-4820-95ED-BEBAB15415EE}" type="presParOf" srcId="{99A59CD6-D00C-4412-B909-C299E9994131}" destId="{EF90CC72-CA52-4936-8D51-7C65051E92DD}" srcOrd="1" destOrd="0" presId="urn:microsoft.com/office/officeart/2005/8/layout/hierarchy3"/>
    <dgm:cxn modelId="{6A873EC0-2755-411C-B8DA-E2F410785971}" type="presParOf" srcId="{58D02CF9-0346-404B-B52B-99069F71D48B}" destId="{973107AD-A02D-45CA-9920-B6379F2B90B5}" srcOrd="7" destOrd="0" presId="urn:microsoft.com/office/officeart/2005/8/layout/hierarchy3"/>
    <dgm:cxn modelId="{589B3654-9F18-497A-9D07-741FC6F9BE23}" type="presParOf" srcId="{973107AD-A02D-45CA-9920-B6379F2B90B5}" destId="{4599F041-FC1C-419C-AFA8-D4A69A389E46}" srcOrd="0" destOrd="0" presId="urn:microsoft.com/office/officeart/2005/8/layout/hierarchy3"/>
    <dgm:cxn modelId="{528E5E39-6CB5-4DDE-8874-A1F66B65FF32}" type="presParOf" srcId="{4599F041-FC1C-419C-AFA8-D4A69A389E46}" destId="{6F59C26B-32A0-45A1-B861-B6519C5DB5E6}" srcOrd="0" destOrd="0" presId="urn:microsoft.com/office/officeart/2005/8/layout/hierarchy3"/>
    <dgm:cxn modelId="{1C184258-E524-4C1A-8EAC-9C17807088B7}" type="presParOf" srcId="{4599F041-FC1C-419C-AFA8-D4A69A389E46}" destId="{47932B9C-45D0-4606-81E3-87AED01DF5BD}" srcOrd="1" destOrd="0" presId="urn:microsoft.com/office/officeart/2005/8/layout/hierarchy3"/>
    <dgm:cxn modelId="{2A18A7C7-5411-416D-BA01-1AC61A9DF477}" type="presParOf" srcId="{973107AD-A02D-45CA-9920-B6379F2B90B5}" destId="{39B1B5BB-26AE-451A-8CEC-612542BFFE9D}" srcOrd="1" destOrd="0" presId="urn:microsoft.com/office/officeart/2005/8/layout/hierarchy3"/>
    <dgm:cxn modelId="{2527A450-6865-42B8-9845-C3396849C645}" type="presParOf" srcId="{58D02CF9-0346-404B-B52B-99069F71D48B}" destId="{114D89E9-D5D3-4A92-8689-CE7F2BDB3385}" srcOrd="8" destOrd="0" presId="urn:microsoft.com/office/officeart/2005/8/layout/hierarchy3"/>
    <dgm:cxn modelId="{30DA4107-6414-4659-A4EE-C87DC1650428}" type="presParOf" srcId="{114D89E9-D5D3-4A92-8689-CE7F2BDB3385}" destId="{9306A2D9-E4C2-4655-99EF-5189C3424C5E}" srcOrd="0" destOrd="0" presId="urn:microsoft.com/office/officeart/2005/8/layout/hierarchy3"/>
    <dgm:cxn modelId="{B40FCC2D-E308-4166-BA98-2148FC652E75}" type="presParOf" srcId="{9306A2D9-E4C2-4655-99EF-5189C3424C5E}" destId="{D6BB95A8-3DB8-4CD0-86A9-DCF2E6DFC891}" srcOrd="0" destOrd="0" presId="urn:microsoft.com/office/officeart/2005/8/layout/hierarchy3"/>
    <dgm:cxn modelId="{78CE32A2-E828-46B9-8405-95F7CDE6294D}" type="presParOf" srcId="{9306A2D9-E4C2-4655-99EF-5189C3424C5E}" destId="{28AD3674-9EB9-4695-AA60-B6F75F20B289}" srcOrd="1" destOrd="0" presId="urn:microsoft.com/office/officeart/2005/8/layout/hierarchy3"/>
    <dgm:cxn modelId="{0885F85F-AD51-4C73-81D7-49D809415986}" type="presParOf" srcId="{114D89E9-D5D3-4A92-8689-CE7F2BDB3385}" destId="{7F65FC15-3418-4E8A-9AA5-E1BFBD84872F}"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9FAEAA-F393-4D65-848D-FDDE7D9AE56B}"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US"/>
        </a:p>
      </dgm:t>
    </dgm:pt>
    <dgm:pt modelId="{517EE4A4-A6C2-404F-9AB3-BB02C1CC83B2}">
      <dgm:prSet/>
      <dgm:spPr/>
      <dgm:t>
        <a:bodyPr/>
        <a:lstStyle/>
        <a:p>
          <a:r>
            <a:rPr lang="en-GB" i="0" dirty="0"/>
            <a:t>Breast cancer is the most common cancer among women in Australia and the second leading cause of cancer-related deaths after lung cancer. In 2024, an estimated 20,973 people were diagnosed, with the average age at diagnosis being 62.</a:t>
          </a:r>
          <a:endParaRPr lang="en-US" dirty="0"/>
        </a:p>
      </dgm:t>
    </dgm:pt>
    <dgm:pt modelId="{F7EEF7B9-FA2A-46D0-9960-587B20B1FC54}" type="parTrans" cxnId="{8A73BEAF-02C0-4B9E-9CB0-86A8DD792EF7}">
      <dgm:prSet/>
      <dgm:spPr/>
      <dgm:t>
        <a:bodyPr/>
        <a:lstStyle/>
        <a:p>
          <a:endParaRPr lang="en-US"/>
        </a:p>
      </dgm:t>
    </dgm:pt>
    <dgm:pt modelId="{DB442EBB-ADAA-465F-AB74-DA5751C8F443}" type="sibTrans" cxnId="{8A73BEAF-02C0-4B9E-9CB0-86A8DD792EF7}">
      <dgm:prSet/>
      <dgm:spPr/>
      <dgm:t>
        <a:bodyPr/>
        <a:lstStyle/>
        <a:p>
          <a:endParaRPr lang="en-US"/>
        </a:p>
      </dgm:t>
    </dgm:pt>
    <dgm:pt modelId="{85D248CD-5F20-432D-A0C4-38DEBC75AED6}">
      <dgm:prSet/>
      <dgm:spPr/>
      <dgm:t>
        <a:bodyPr/>
        <a:lstStyle/>
        <a:p>
          <a:r>
            <a:rPr lang="en-GB" i="0" dirty="0"/>
            <a:t>By age 85, 1 in 8 females and 1 in 667 males in Australia are expected to be diagnosed with breast cancer. Participation in national cancer screening programs reduces mortality risk by 54%-63%.</a:t>
          </a:r>
          <a:endParaRPr lang="en-US" dirty="0"/>
        </a:p>
      </dgm:t>
    </dgm:pt>
    <dgm:pt modelId="{F96E7A25-1E71-439E-BA8B-97778FD6169E}" type="parTrans" cxnId="{8A84D2FF-B2AF-436E-8E98-903333A00CBD}">
      <dgm:prSet/>
      <dgm:spPr/>
      <dgm:t>
        <a:bodyPr/>
        <a:lstStyle/>
        <a:p>
          <a:endParaRPr lang="en-US"/>
        </a:p>
      </dgm:t>
    </dgm:pt>
    <dgm:pt modelId="{77A35D25-00F4-4888-BC98-70351625FACF}" type="sibTrans" cxnId="{8A84D2FF-B2AF-436E-8E98-903333A00CBD}">
      <dgm:prSet/>
      <dgm:spPr/>
      <dgm:t>
        <a:bodyPr/>
        <a:lstStyle/>
        <a:p>
          <a:endParaRPr lang="en-US"/>
        </a:p>
      </dgm:t>
    </dgm:pt>
    <dgm:pt modelId="{8F0657AF-47A8-4E79-9294-A5D0FD52CBC7}">
      <dgm:prSet/>
      <dgm:spPr/>
      <dgm:t>
        <a:bodyPr/>
        <a:lstStyle/>
        <a:p>
          <a:r>
            <a:rPr lang="en-GB" i="0" dirty="0"/>
            <a:t>Breast Screen Australia (BSA) screened over 1.8 million women aged 50-74 screened in 2018–2019. Since the program’s inception, mortality rates have significantly declined from 74 deaths per 100,000 women in 1991 to 40 per 100,000 in 2018.  </a:t>
          </a:r>
          <a:endParaRPr lang="en-US" dirty="0"/>
        </a:p>
      </dgm:t>
    </dgm:pt>
    <dgm:pt modelId="{A48AE823-8579-491C-9BE2-D7C64E0D2356}" type="parTrans" cxnId="{0F8E5E90-8046-482A-B972-D951146B4ECD}">
      <dgm:prSet/>
      <dgm:spPr/>
      <dgm:t>
        <a:bodyPr/>
        <a:lstStyle/>
        <a:p>
          <a:endParaRPr lang="en-US"/>
        </a:p>
      </dgm:t>
    </dgm:pt>
    <dgm:pt modelId="{4A5FB485-BA55-4800-BC3A-85E19FBC9147}" type="sibTrans" cxnId="{0F8E5E90-8046-482A-B972-D951146B4ECD}">
      <dgm:prSet/>
      <dgm:spPr/>
      <dgm:t>
        <a:bodyPr/>
        <a:lstStyle/>
        <a:p>
          <a:endParaRPr lang="en-US"/>
        </a:p>
      </dgm:t>
    </dgm:pt>
    <dgm:pt modelId="{A3425729-EA47-4CB8-B92B-A347A4A21E5A}">
      <dgm:prSet/>
      <dgm:spPr/>
      <dgm:t>
        <a:bodyPr/>
        <a:lstStyle/>
        <a:p>
          <a:r>
            <a:rPr lang="en-US" dirty="0"/>
            <a:t>Early detection through effective screening is crucial for improving survival outcomes in breast cancer cases.</a:t>
          </a:r>
        </a:p>
      </dgm:t>
    </dgm:pt>
    <dgm:pt modelId="{987AB7FC-50DB-41D4-AF35-290CC814C298}" type="parTrans" cxnId="{5685347A-8105-4CFB-8735-D2C07C9DE445}">
      <dgm:prSet/>
      <dgm:spPr/>
      <dgm:t>
        <a:bodyPr/>
        <a:lstStyle/>
        <a:p>
          <a:endParaRPr lang="en-US"/>
        </a:p>
      </dgm:t>
    </dgm:pt>
    <dgm:pt modelId="{27D1FD3B-E5A3-47CA-A592-87B2DFB371BC}" type="sibTrans" cxnId="{5685347A-8105-4CFB-8735-D2C07C9DE445}">
      <dgm:prSet/>
      <dgm:spPr/>
      <dgm:t>
        <a:bodyPr/>
        <a:lstStyle/>
        <a:p>
          <a:endParaRPr lang="en-US"/>
        </a:p>
      </dgm:t>
    </dgm:pt>
    <dgm:pt modelId="{426361B2-1EF2-4B73-BE35-4EBD48A9DF6F}" type="pres">
      <dgm:prSet presAssocID="{D29FAEAA-F393-4D65-848D-FDDE7D9AE56B}" presName="matrix" presStyleCnt="0">
        <dgm:presLayoutVars>
          <dgm:chMax val="1"/>
          <dgm:dir/>
          <dgm:resizeHandles val="exact"/>
        </dgm:presLayoutVars>
      </dgm:prSet>
      <dgm:spPr/>
    </dgm:pt>
    <dgm:pt modelId="{8728A436-A0EB-46B2-8284-C1CC6ABC8EE4}" type="pres">
      <dgm:prSet presAssocID="{D29FAEAA-F393-4D65-848D-FDDE7D9AE56B}" presName="axisShape" presStyleLbl="bgShp" presStyleIdx="0" presStyleCnt="1"/>
      <dgm:spPr/>
    </dgm:pt>
    <dgm:pt modelId="{9590ECAD-2B6B-4E1E-9C90-10382608E6FA}" type="pres">
      <dgm:prSet presAssocID="{D29FAEAA-F393-4D65-848D-FDDE7D9AE56B}" presName="rect1" presStyleLbl="node1" presStyleIdx="0" presStyleCnt="4">
        <dgm:presLayoutVars>
          <dgm:chMax val="0"/>
          <dgm:chPref val="0"/>
          <dgm:bulletEnabled val="1"/>
        </dgm:presLayoutVars>
      </dgm:prSet>
      <dgm:spPr/>
    </dgm:pt>
    <dgm:pt modelId="{8847DD33-27B4-47D3-B483-7CB4CC82E94C}" type="pres">
      <dgm:prSet presAssocID="{D29FAEAA-F393-4D65-848D-FDDE7D9AE56B}" presName="rect2" presStyleLbl="node1" presStyleIdx="1" presStyleCnt="4">
        <dgm:presLayoutVars>
          <dgm:chMax val="0"/>
          <dgm:chPref val="0"/>
          <dgm:bulletEnabled val="1"/>
        </dgm:presLayoutVars>
      </dgm:prSet>
      <dgm:spPr/>
    </dgm:pt>
    <dgm:pt modelId="{0F2B995A-F664-4A0F-873C-C1B35942B397}" type="pres">
      <dgm:prSet presAssocID="{D29FAEAA-F393-4D65-848D-FDDE7D9AE56B}" presName="rect3" presStyleLbl="node1" presStyleIdx="2" presStyleCnt="4">
        <dgm:presLayoutVars>
          <dgm:chMax val="0"/>
          <dgm:chPref val="0"/>
          <dgm:bulletEnabled val="1"/>
        </dgm:presLayoutVars>
      </dgm:prSet>
      <dgm:spPr/>
    </dgm:pt>
    <dgm:pt modelId="{E65E1AFF-ADD4-4763-B372-0233CE12491E}" type="pres">
      <dgm:prSet presAssocID="{D29FAEAA-F393-4D65-848D-FDDE7D9AE56B}" presName="rect4" presStyleLbl="node1" presStyleIdx="3" presStyleCnt="4">
        <dgm:presLayoutVars>
          <dgm:chMax val="0"/>
          <dgm:chPref val="0"/>
          <dgm:bulletEnabled val="1"/>
        </dgm:presLayoutVars>
      </dgm:prSet>
      <dgm:spPr/>
    </dgm:pt>
  </dgm:ptLst>
  <dgm:cxnLst>
    <dgm:cxn modelId="{3DDD1F3B-3E3E-4C12-A98D-CB48078A33F1}" type="presOf" srcId="{D29FAEAA-F393-4D65-848D-FDDE7D9AE56B}" destId="{426361B2-1EF2-4B73-BE35-4EBD48A9DF6F}" srcOrd="0" destOrd="0" presId="urn:microsoft.com/office/officeart/2005/8/layout/matrix2"/>
    <dgm:cxn modelId="{3DA37D4D-071B-436B-83CE-CB819433CD3F}" type="presOf" srcId="{85D248CD-5F20-432D-A0C4-38DEBC75AED6}" destId="{8847DD33-27B4-47D3-B483-7CB4CC82E94C}" srcOrd="0" destOrd="0" presId="urn:microsoft.com/office/officeart/2005/8/layout/matrix2"/>
    <dgm:cxn modelId="{E4C2B170-8512-401A-BF96-845DBE854320}" type="presOf" srcId="{517EE4A4-A6C2-404F-9AB3-BB02C1CC83B2}" destId="{9590ECAD-2B6B-4E1E-9C90-10382608E6FA}" srcOrd="0" destOrd="0" presId="urn:microsoft.com/office/officeart/2005/8/layout/matrix2"/>
    <dgm:cxn modelId="{0B19B975-777E-4B06-A50D-811DB4AAB9E7}" type="presOf" srcId="{8F0657AF-47A8-4E79-9294-A5D0FD52CBC7}" destId="{0F2B995A-F664-4A0F-873C-C1B35942B397}" srcOrd="0" destOrd="0" presId="urn:microsoft.com/office/officeart/2005/8/layout/matrix2"/>
    <dgm:cxn modelId="{5685347A-8105-4CFB-8735-D2C07C9DE445}" srcId="{D29FAEAA-F393-4D65-848D-FDDE7D9AE56B}" destId="{A3425729-EA47-4CB8-B92B-A347A4A21E5A}" srcOrd="3" destOrd="0" parTransId="{987AB7FC-50DB-41D4-AF35-290CC814C298}" sibTransId="{27D1FD3B-E5A3-47CA-A592-87B2DFB371BC}"/>
    <dgm:cxn modelId="{0F8E5E90-8046-482A-B972-D951146B4ECD}" srcId="{D29FAEAA-F393-4D65-848D-FDDE7D9AE56B}" destId="{8F0657AF-47A8-4E79-9294-A5D0FD52CBC7}" srcOrd="2" destOrd="0" parTransId="{A48AE823-8579-491C-9BE2-D7C64E0D2356}" sibTransId="{4A5FB485-BA55-4800-BC3A-85E19FBC9147}"/>
    <dgm:cxn modelId="{8A73BEAF-02C0-4B9E-9CB0-86A8DD792EF7}" srcId="{D29FAEAA-F393-4D65-848D-FDDE7D9AE56B}" destId="{517EE4A4-A6C2-404F-9AB3-BB02C1CC83B2}" srcOrd="0" destOrd="0" parTransId="{F7EEF7B9-FA2A-46D0-9960-587B20B1FC54}" sibTransId="{DB442EBB-ADAA-465F-AB74-DA5751C8F443}"/>
    <dgm:cxn modelId="{2E2F88BB-DDA9-4503-A047-0E614DC6C32E}" type="presOf" srcId="{A3425729-EA47-4CB8-B92B-A347A4A21E5A}" destId="{E65E1AFF-ADD4-4763-B372-0233CE12491E}" srcOrd="0" destOrd="0" presId="urn:microsoft.com/office/officeart/2005/8/layout/matrix2"/>
    <dgm:cxn modelId="{8A84D2FF-B2AF-436E-8E98-903333A00CBD}" srcId="{D29FAEAA-F393-4D65-848D-FDDE7D9AE56B}" destId="{85D248CD-5F20-432D-A0C4-38DEBC75AED6}" srcOrd="1" destOrd="0" parTransId="{F96E7A25-1E71-439E-BA8B-97778FD6169E}" sibTransId="{77A35D25-00F4-4888-BC98-70351625FACF}"/>
    <dgm:cxn modelId="{47BF14DD-AF67-4976-B244-01B0C268035A}" type="presParOf" srcId="{426361B2-1EF2-4B73-BE35-4EBD48A9DF6F}" destId="{8728A436-A0EB-46B2-8284-C1CC6ABC8EE4}" srcOrd="0" destOrd="0" presId="urn:microsoft.com/office/officeart/2005/8/layout/matrix2"/>
    <dgm:cxn modelId="{1B2CA38E-01E6-4D7F-B2CD-8E4DA897ABC6}" type="presParOf" srcId="{426361B2-1EF2-4B73-BE35-4EBD48A9DF6F}" destId="{9590ECAD-2B6B-4E1E-9C90-10382608E6FA}" srcOrd="1" destOrd="0" presId="urn:microsoft.com/office/officeart/2005/8/layout/matrix2"/>
    <dgm:cxn modelId="{CB6857E7-A5BD-4591-8E53-1BEA6A28FC79}" type="presParOf" srcId="{426361B2-1EF2-4B73-BE35-4EBD48A9DF6F}" destId="{8847DD33-27B4-47D3-B483-7CB4CC82E94C}" srcOrd="2" destOrd="0" presId="urn:microsoft.com/office/officeart/2005/8/layout/matrix2"/>
    <dgm:cxn modelId="{4CBB3ABF-7CF4-4367-AE1E-E4F162A29F83}" type="presParOf" srcId="{426361B2-1EF2-4B73-BE35-4EBD48A9DF6F}" destId="{0F2B995A-F664-4A0F-873C-C1B35942B397}" srcOrd="3" destOrd="0" presId="urn:microsoft.com/office/officeart/2005/8/layout/matrix2"/>
    <dgm:cxn modelId="{70347345-F78D-456A-809F-3C0AC34F708E}" type="presParOf" srcId="{426361B2-1EF2-4B73-BE35-4EBD48A9DF6F}" destId="{E65E1AFF-ADD4-4763-B372-0233CE12491E}" srcOrd="4" destOrd="0" presId="urn:microsoft.com/office/officeart/2005/8/layout/matrix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00558D-B6A9-4E8D-96DD-184D068E900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EAF09DC7-7C49-48CE-8CD8-6CEACEA2C77D}">
      <dgm:prSet/>
      <dgm:spPr/>
      <dgm:t>
        <a:bodyPr/>
        <a:lstStyle/>
        <a:p>
          <a:r>
            <a:rPr lang="en-GB" b="1" i="0" dirty="0"/>
            <a:t>Early Detection Through Enhanced Screening</a:t>
          </a:r>
          <a:r>
            <a:rPr lang="en-GB" b="0" i="0" dirty="0"/>
            <a:t> </a:t>
          </a:r>
          <a:endParaRPr lang="en-US" dirty="0"/>
        </a:p>
      </dgm:t>
    </dgm:pt>
    <dgm:pt modelId="{C0141307-D07B-4455-B98C-C0C9FDA394CD}" type="parTrans" cxnId="{6360EB7A-831D-4EDE-BC1C-83C1338EDDB6}">
      <dgm:prSet/>
      <dgm:spPr/>
      <dgm:t>
        <a:bodyPr/>
        <a:lstStyle/>
        <a:p>
          <a:endParaRPr lang="en-US"/>
        </a:p>
      </dgm:t>
    </dgm:pt>
    <dgm:pt modelId="{761B4031-4E88-4EFB-AB1D-77FF61413641}" type="sibTrans" cxnId="{6360EB7A-831D-4EDE-BC1C-83C1338EDDB6}">
      <dgm:prSet/>
      <dgm:spPr/>
      <dgm:t>
        <a:bodyPr/>
        <a:lstStyle/>
        <a:p>
          <a:endParaRPr lang="en-US"/>
        </a:p>
      </dgm:t>
    </dgm:pt>
    <dgm:pt modelId="{701C0449-A1EA-46CE-BA0E-6D39842E40BA}">
      <dgm:prSet/>
      <dgm:spPr/>
      <dgm:t>
        <a:bodyPr/>
        <a:lstStyle/>
        <a:p>
          <a:endParaRPr lang="en-US" dirty="0"/>
        </a:p>
      </dgm:t>
    </dgm:pt>
    <dgm:pt modelId="{4291AFE0-F47D-4168-9D07-D54CFDED87A0}" type="parTrans" cxnId="{4DB0843D-714A-4950-966B-C5693C3C0845}">
      <dgm:prSet/>
      <dgm:spPr/>
      <dgm:t>
        <a:bodyPr/>
        <a:lstStyle/>
        <a:p>
          <a:endParaRPr lang="en-US"/>
        </a:p>
      </dgm:t>
    </dgm:pt>
    <dgm:pt modelId="{1552113C-A895-4077-94FA-B3A84FC7F065}" type="sibTrans" cxnId="{4DB0843D-714A-4950-966B-C5693C3C0845}">
      <dgm:prSet/>
      <dgm:spPr/>
      <dgm:t>
        <a:bodyPr/>
        <a:lstStyle/>
        <a:p>
          <a:endParaRPr lang="en-US"/>
        </a:p>
      </dgm:t>
    </dgm:pt>
    <dgm:pt modelId="{CAEA70B1-04FE-4B14-96DE-7EFFAF981078}">
      <dgm:prSet/>
      <dgm:spPr/>
      <dgm:t>
        <a:bodyPr/>
        <a:lstStyle/>
        <a:p>
          <a:r>
            <a:rPr lang="en-GB" b="1" i="0" dirty="0"/>
            <a:t>Post-Diagnosis Decision Support</a:t>
          </a:r>
          <a:r>
            <a:rPr lang="en-GB" b="0" i="0" dirty="0"/>
            <a:t> </a:t>
          </a:r>
          <a:endParaRPr lang="en-US" dirty="0"/>
        </a:p>
      </dgm:t>
    </dgm:pt>
    <dgm:pt modelId="{48262B67-F372-4088-811C-B44DD254BA8F}" type="parTrans" cxnId="{AD9320C0-2479-46FB-B623-2399B7EED371}">
      <dgm:prSet/>
      <dgm:spPr/>
      <dgm:t>
        <a:bodyPr/>
        <a:lstStyle/>
        <a:p>
          <a:endParaRPr lang="en-US"/>
        </a:p>
      </dgm:t>
    </dgm:pt>
    <dgm:pt modelId="{6F878B32-AFDB-4526-B49C-E519874CADC8}" type="sibTrans" cxnId="{AD9320C0-2479-46FB-B623-2399B7EED371}">
      <dgm:prSet/>
      <dgm:spPr/>
      <dgm:t>
        <a:bodyPr/>
        <a:lstStyle/>
        <a:p>
          <a:endParaRPr lang="en-US"/>
        </a:p>
      </dgm:t>
    </dgm:pt>
    <dgm:pt modelId="{D24AAE96-08C3-40E0-B0FD-5F1B6C39F2F7}">
      <dgm:prSet/>
      <dgm:spPr/>
      <dgm:t>
        <a:bodyPr/>
        <a:lstStyle/>
        <a:p>
          <a:endParaRPr lang="en-US" dirty="0"/>
        </a:p>
      </dgm:t>
    </dgm:pt>
    <dgm:pt modelId="{586BB03C-0B89-4ECA-874B-1A0774870533}" type="parTrans" cxnId="{CFC2325F-33A1-4250-9E34-71B9B46FA361}">
      <dgm:prSet/>
      <dgm:spPr/>
      <dgm:t>
        <a:bodyPr/>
        <a:lstStyle/>
        <a:p>
          <a:endParaRPr lang="en-US"/>
        </a:p>
      </dgm:t>
    </dgm:pt>
    <dgm:pt modelId="{0389EB0E-E7EA-46E5-8D2D-06F702AE2F3E}" type="sibTrans" cxnId="{CFC2325F-33A1-4250-9E34-71B9B46FA361}">
      <dgm:prSet/>
      <dgm:spPr/>
      <dgm:t>
        <a:bodyPr/>
        <a:lstStyle/>
        <a:p>
          <a:endParaRPr lang="en-US"/>
        </a:p>
      </dgm:t>
    </dgm:pt>
    <dgm:pt modelId="{755AC4E8-2781-442C-A2E4-BF10B570E228}">
      <dgm:prSet/>
      <dgm:spPr/>
      <dgm:t>
        <a:bodyPr/>
        <a:lstStyle/>
        <a:p>
          <a:r>
            <a:rPr lang="en-GB" b="1" i="0" dirty="0"/>
            <a:t>Optimized Resource Allocation Across Communities</a:t>
          </a:r>
          <a:r>
            <a:rPr lang="en-GB" b="0" i="0" dirty="0"/>
            <a:t> </a:t>
          </a:r>
          <a:endParaRPr lang="en-US" dirty="0"/>
        </a:p>
      </dgm:t>
    </dgm:pt>
    <dgm:pt modelId="{8A99B0EC-79C2-4581-B22F-B50409CA2A94}" type="parTrans" cxnId="{1E2314B4-2819-4951-86B0-62F51D5C558C}">
      <dgm:prSet/>
      <dgm:spPr/>
      <dgm:t>
        <a:bodyPr/>
        <a:lstStyle/>
        <a:p>
          <a:endParaRPr lang="en-US"/>
        </a:p>
      </dgm:t>
    </dgm:pt>
    <dgm:pt modelId="{3F09B92E-7967-4468-954B-392FD236CC78}" type="sibTrans" cxnId="{1E2314B4-2819-4951-86B0-62F51D5C558C}">
      <dgm:prSet/>
      <dgm:spPr/>
      <dgm:t>
        <a:bodyPr/>
        <a:lstStyle/>
        <a:p>
          <a:endParaRPr lang="en-US"/>
        </a:p>
      </dgm:t>
    </dgm:pt>
    <dgm:pt modelId="{98A377BB-CC71-4408-9DD9-E560E4869626}">
      <dgm:prSet/>
      <dgm:spPr/>
      <dgm:t>
        <a:bodyPr/>
        <a:lstStyle/>
        <a:p>
          <a:r>
            <a:rPr lang="en-GB" dirty="0"/>
            <a:t>By accurately stratifying risk and prioritizing high-probability cases, healthcare systems can better allocate limited resources—including diagnostic tools, specialists, and follow-up services—particularly in underserved or remote areas. This improves equity in care access and overall screening efficiency.</a:t>
          </a:r>
          <a:endParaRPr lang="en-US" dirty="0"/>
        </a:p>
      </dgm:t>
    </dgm:pt>
    <dgm:pt modelId="{0EDA9952-9A00-405D-96D0-A33C9A17DF13}" type="parTrans" cxnId="{8CFB4DA9-7938-42E0-B9F5-413DFED1FA4A}">
      <dgm:prSet/>
      <dgm:spPr/>
      <dgm:t>
        <a:bodyPr/>
        <a:lstStyle/>
        <a:p>
          <a:endParaRPr lang="en-US"/>
        </a:p>
      </dgm:t>
    </dgm:pt>
    <dgm:pt modelId="{EC1AA89C-C92F-454D-8C68-CE9661EDC2EA}" type="sibTrans" cxnId="{8CFB4DA9-7938-42E0-B9F5-413DFED1FA4A}">
      <dgm:prSet/>
      <dgm:spPr/>
      <dgm:t>
        <a:bodyPr/>
        <a:lstStyle/>
        <a:p>
          <a:endParaRPr lang="en-US"/>
        </a:p>
      </dgm:t>
    </dgm:pt>
    <dgm:pt modelId="{1B0BCA9E-7A19-4C00-9F6D-3049BDE8501C}">
      <dgm:prSet/>
      <dgm:spPr/>
      <dgm:t>
        <a:bodyPr/>
        <a:lstStyle/>
        <a:p>
          <a:r>
            <a:rPr lang="en-GB" dirty="0"/>
            <a:t>Leveraging machine learning models with high recall and F1-scores enables more accurate and earlier detection of breast cancer cases. Integrating these models into screening workflows improves diagnostic precision and reduces missed cases, encouraging trust and participation in regular screenings.</a:t>
          </a:r>
          <a:endParaRPr lang="en-AU" dirty="0"/>
        </a:p>
      </dgm:t>
    </dgm:pt>
    <dgm:pt modelId="{77A24710-2039-4BEF-95B0-1D3D2E2BAEB3}" type="parTrans" cxnId="{8E39784E-0028-4D75-97BC-D8557D1A19A6}">
      <dgm:prSet/>
      <dgm:spPr/>
      <dgm:t>
        <a:bodyPr/>
        <a:lstStyle/>
        <a:p>
          <a:endParaRPr lang="en-AU"/>
        </a:p>
      </dgm:t>
    </dgm:pt>
    <dgm:pt modelId="{8F3DCFFB-0394-461E-A873-E0A26BF27C2E}" type="sibTrans" cxnId="{8E39784E-0028-4D75-97BC-D8557D1A19A6}">
      <dgm:prSet/>
      <dgm:spPr/>
      <dgm:t>
        <a:bodyPr/>
        <a:lstStyle/>
        <a:p>
          <a:endParaRPr lang="en-AU"/>
        </a:p>
      </dgm:t>
    </dgm:pt>
    <dgm:pt modelId="{533EC074-BA61-4DD1-9D93-A6488018E102}">
      <dgm:prSet/>
      <dgm:spPr/>
      <dgm:t>
        <a:bodyPr/>
        <a:lstStyle/>
        <a:p>
          <a:r>
            <a:rPr lang="en-GB" dirty="0"/>
            <a:t>Our predictive models assist healthcare providers in identifying true positive cases with greater confidence. This supports timely and appropriate treatment or follow-up plans, reducing delays and minimizing over-treatment or unnecessary interventions.</a:t>
          </a:r>
          <a:endParaRPr lang="en-AU" dirty="0"/>
        </a:p>
      </dgm:t>
    </dgm:pt>
    <dgm:pt modelId="{CAB852C8-CA04-4C1F-B28F-72CBEF48BC89}" type="parTrans" cxnId="{86583B0F-23D1-48B3-BF5E-39E92F1B3B12}">
      <dgm:prSet/>
      <dgm:spPr/>
      <dgm:t>
        <a:bodyPr/>
        <a:lstStyle/>
        <a:p>
          <a:endParaRPr lang="en-AU"/>
        </a:p>
      </dgm:t>
    </dgm:pt>
    <dgm:pt modelId="{057AEF86-5885-440A-BF2E-ADFBB6B8D11F}" type="sibTrans" cxnId="{86583B0F-23D1-48B3-BF5E-39E92F1B3B12}">
      <dgm:prSet/>
      <dgm:spPr/>
      <dgm:t>
        <a:bodyPr/>
        <a:lstStyle/>
        <a:p>
          <a:endParaRPr lang="en-AU"/>
        </a:p>
      </dgm:t>
    </dgm:pt>
    <dgm:pt modelId="{4A962E7F-4B71-486D-826E-A1363625B8A2}">
      <dgm:prSet/>
      <dgm:spPr/>
      <dgm:t>
        <a:bodyPr/>
        <a:lstStyle/>
        <a:p>
          <a:endParaRPr lang="en-US" dirty="0"/>
        </a:p>
      </dgm:t>
    </dgm:pt>
    <dgm:pt modelId="{1600EFF9-C705-4F21-88C8-45986DD7B17E}" type="parTrans" cxnId="{05E9F9A1-EB64-459A-A9BE-D57ED37D8CA2}">
      <dgm:prSet/>
      <dgm:spPr/>
    </dgm:pt>
    <dgm:pt modelId="{6FF9895C-1D90-4B5C-BEAA-9B5B24875548}" type="sibTrans" cxnId="{05E9F9A1-EB64-459A-A9BE-D57ED37D8CA2}">
      <dgm:prSet/>
      <dgm:spPr/>
    </dgm:pt>
    <dgm:pt modelId="{7D5933E3-F2E4-4AF6-BE0E-D423411479B9}" type="pres">
      <dgm:prSet presAssocID="{C500558D-B6A9-4E8D-96DD-184D068E9009}" presName="Name0" presStyleCnt="0">
        <dgm:presLayoutVars>
          <dgm:dir/>
          <dgm:animLvl val="lvl"/>
          <dgm:resizeHandles val="exact"/>
        </dgm:presLayoutVars>
      </dgm:prSet>
      <dgm:spPr/>
    </dgm:pt>
    <dgm:pt modelId="{308D8609-1738-4921-94EE-96D7444850D4}" type="pres">
      <dgm:prSet presAssocID="{EAF09DC7-7C49-48CE-8CD8-6CEACEA2C77D}" presName="composite" presStyleCnt="0"/>
      <dgm:spPr/>
    </dgm:pt>
    <dgm:pt modelId="{815A59B1-2696-4F22-B370-B62CFFFE11A1}" type="pres">
      <dgm:prSet presAssocID="{EAF09DC7-7C49-48CE-8CD8-6CEACEA2C77D}" presName="parTx" presStyleLbl="alignNode1" presStyleIdx="0" presStyleCnt="3">
        <dgm:presLayoutVars>
          <dgm:chMax val="0"/>
          <dgm:chPref val="0"/>
          <dgm:bulletEnabled val="1"/>
        </dgm:presLayoutVars>
      </dgm:prSet>
      <dgm:spPr/>
    </dgm:pt>
    <dgm:pt modelId="{0491BE29-9342-4665-AC9A-9CC96A469F37}" type="pres">
      <dgm:prSet presAssocID="{EAF09DC7-7C49-48CE-8CD8-6CEACEA2C77D}" presName="desTx" presStyleLbl="alignAccFollowNode1" presStyleIdx="0" presStyleCnt="3">
        <dgm:presLayoutVars>
          <dgm:bulletEnabled val="1"/>
        </dgm:presLayoutVars>
      </dgm:prSet>
      <dgm:spPr/>
    </dgm:pt>
    <dgm:pt modelId="{05A2C751-394E-49F8-B080-01F23EA8C368}" type="pres">
      <dgm:prSet presAssocID="{761B4031-4E88-4EFB-AB1D-77FF61413641}" presName="space" presStyleCnt="0"/>
      <dgm:spPr/>
    </dgm:pt>
    <dgm:pt modelId="{49DE3062-54A4-4A5F-BF1A-189FA0DF140C}" type="pres">
      <dgm:prSet presAssocID="{CAEA70B1-04FE-4B14-96DE-7EFFAF981078}" presName="composite" presStyleCnt="0"/>
      <dgm:spPr/>
    </dgm:pt>
    <dgm:pt modelId="{67921A83-31CA-4230-948A-E11EBAB1FF06}" type="pres">
      <dgm:prSet presAssocID="{CAEA70B1-04FE-4B14-96DE-7EFFAF981078}" presName="parTx" presStyleLbl="alignNode1" presStyleIdx="1" presStyleCnt="3">
        <dgm:presLayoutVars>
          <dgm:chMax val="0"/>
          <dgm:chPref val="0"/>
          <dgm:bulletEnabled val="1"/>
        </dgm:presLayoutVars>
      </dgm:prSet>
      <dgm:spPr/>
    </dgm:pt>
    <dgm:pt modelId="{5D0230A3-901F-4FAB-9EA3-81CDCAC7F153}" type="pres">
      <dgm:prSet presAssocID="{CAEA70B1-04FE-4B14-96DE-7EFFAF981078}" presName="desTx" presStyleLbl="alignAccFollowNode1" presStyleIdx="1" presStyleCnt="3" custLinFactNeighborY="-1809">
        <dgm:presLayoutVars>
          <dgm:bulletEnabled val="1"/>
        </dgm:presLayoutVars>
      </dgm:prSet>
      <dgm:spPr/>
    </dgm:pt>
    <dgm:pt modelId="{57CBEE4C-C457-4C3A-9A27-B290CE89B3B0}" type="pres">
      <dgm:prSet presAssocID="{6F878B32-AFDB-4526-B49C-E519874CADC8}" presName="space" presStyleCnt="0"/>
      <dgm:spPr/>
    </dgm:pt>
    <dgm:pt modelId="{208C1442-8D42-4D57-BF93-B5FF8A1BC669}" type="pres">
      <dgm:prSet presAssocID="{755AC4E8-2781-442C-A2E4-BF10B570E228}" presName="composite" presStyleCnt="0"/>
      <dgm:spPr/>
    </dgm:pt>
    <dgm:pt modelId="{AF5A0CDE-E63F-45E5-8BE2-01EFA4359FB3}" type="pres">
      <dgm:prSet presAssocID="{755AC4E8-2781-442C-A2E4-BF10B570E228}" presName="parTx" presStyleLbl="alignNode1" presStyleIdx="2" presStyleCnt="3">
        <dgm:presLayoutVars>
          <dgm:chMax val="0"/>
          <dgm:chPref val="0"/>
          <dgm:bulletEnabled val="1"/>
        </dgm:presLayoutVars>
      </dgm:prSet>
      <dgm:spPr/>
    </dgm:pt>
    <dgm:pt modelId="{5E4511C5-4BFD-4CD5-A728-9F24967BCEE3}" type="pres">
      <dgm:prSet presAssocID="{755AC4E8-2781-442C-A2E4-BF10B570E228}" presName="desTx" presStyleLbl="alignAccFollowNode1" presStyleIdx="2" presStyleCnt="3">
        <dgm:presLayoutVars>
          <dgm:bulletEnabled val="1"/>
        </dgm:presLayoutVars>
      </dgm:prSet>
      <dgm:spPr/>
    </dgm:pt>
  </dgm:ptLst>
  <dgm:cxnLst>
    <dgm:cxn modelId="{147E4505-5821-4F3F-975B-22BFF61F52F6}" type="presOf" srcId="{701C0449-A1EA-46CE-BA0E-6D39842E40BA}" destId="{0491BE29-9342-4665-AC9A-9CC96A469F37}" srcOrd="0" destOrd="0" presId="urn:microsoft.com/office/officeart/2005/8/layout/hList1"/>
    <dgm:cxn modelId="{86583B0F-23D1-48B3-BF5E-39E92F1B3B12}" srcId="{CAEA70B1-04FE-4B14-96DE-7EFFAF981078}" destId="{533EC074-BA61-4DD1-9D93-A6488018E102}" srcOrd="1" destOrd="0" parTransId="{CAB852C8-CA04-4C1F-B28F-72CBEF48BC89}" sibTransId="{057AEF86-5885-440A-BF2E-ADFBB6B8D11F}"/>
    <dgm:cxn modelId="{C578D111-F2F8-482D-BACC-C522CF2508B5}" type="presOf" srcId="{C500558D-B6A9-4E8D-96DD-184D068E9009}" destId="{7D5933E3-F2E4-4AF6-BE0E-D423411479B9}" srcOrd="0" destOrd="0" presId="urn:microsoft.com/office/officeart/2005/8/layout/hList1"/>
    <dgm:cxn modelId="{E230F912-9303-454E-9A85-94F0F1E96FB8}" type="presOf" srcId="{CAEA70B1-04FE-4B14-96DE-7EFFAF981078}" destId="{67921A83-31CA-4230-948A-E11EBAB1FF06}" srcOrd="0" destOrd="0" presId="urn:microsoft.com/office/officeart/2005/8/layout/hList1"/>
    <dgm:cxn modelId="{62309B1E-444F-4CA2-9DC3-9CCCFC27433F}" type="presOf" srcId="{4A962E7F-4B71-486D-826E-A1363625B8A2}" destId="{5E4511C5-4BFD-4CD5-A728-9F24967BCEE3}" srcOrd="0" destOrd="0" presId="urn:microsoft.com/office/officeart/2005/8/layout/hList1"/>
    <dgm:cxn modelId="{513D4B2B-0A88-498A-864A-7F27062B6BE6}" type="presOf" srcId="{533EC074-BA61-4DD1-9D93-A6488018E102}" destId="{5D0230A3-901F-4FAB-9EA3-81CDCAC7F153}" srcOrd="0" destOrd="1" presId="urn:microsoft.com/office/officeart/2005/8/layout/hList1"/>
    <dgm:cxn modelId="{4DB0843D-714A-4950-966B-C5693C3C0845}" srcId="{EAF09DC7-7C49-48CE-8CD8-6CEACEA2C77D}" destId="{701C0449-A1EA-46CE-BA0E-6D39842E40BA}" srcOrd="0" destOrd="0" parTransId="{4291AFE0-F47D-4168-9D07-D54CFDED87A0}" sibTransId="{1552113C-A895-4077-94FA-B3A84FC7F065}"/>
    <dgm:cxn modelId="{96C0B73E-89D0-4C85-9178-3369151329D1}" type="presOf" srcId="{1B0BCA9E-7A19-4C00-9F6D-3049BDE8501C}" destId="{0491BE29-9342-4665-AC9A-9CC96A469F37}" srcOrd="0" destOrd="1" presId="urn:microsoft.com/office/officeart/2005/8/layout/hList1"/>
    <dgm:cxn modelId="{CFC2325F-33A1-4250-9E34-71B9B46FA361}" srcId="{CAEA70B1-04FE-4B14-96DE-7EFFAF981078}" destId="{D24AAE96-08C3-40E0-B0FD-5F1B6C39F2F7}" srcOrd="0" destOrd="0" parTransId="{586BB03C-0B89-4ECA-874B-1A0774870533}" sibTransId="{0389EB0E-E7EA-46E5-8D2D-06F702AE2F3E}"/>
    <dgm:cxn modelId="{8E39784E-0028-4D75-97BC-D8557D1A19A6}" srcId="{EAF09DC7-7C49-48CE-8CD8-6CEACEA2C77D}" destId="{1B0BCA9E-7A19-4C00-9F6D-3049BDE8501C}" srcOrd="1" destOrd="0" parTransId="{77A24710-2039-4BEF-95B0-1D3D2E2BAEB3}" sibTransId="{8F3DCFFB-0394-461E-A873-E0A26BF27C2E}"/>
    <dgm:cxn modelId="{BCC29953-4B68-4A9A-89BC-79AE8368E8AC}" type="presOf" srcId="{98A377BB-CC71-4408-9DD9-E560E4869626}" destId="{5E4511C5-4BFD-4CD5-A728-9F24967BCEE3}" srcOrd="0" destOrd="1" presId="urn:microsoft.com/office/officeart/2005/8/layout/hList1"/>
    <dgm:cxn modelId="{6360EB7A-831D-4EDE-BC1C-83C1338EDDB6}" srcId="{C500558D-B6A9-4E8D-96DD-184D068E9009}" destId="{EAF09DC7-7C49-48CE-8CD8-6CEACEA2C77D}" srcOrd="0" destOrd="0" parTransId="{C0141307-D07B-4455-B98C-C0C9FDA394CD}" sibTransId="{761B4031-4E88-4EFB-AB1D-77FF61413641}"/>
    <dgm:cxn modelId="{05E9F9A1-EB64-459A-A9BE-D57ED37D8CA2}" srcId="{755AC4E8-2781-442C-A2E4-BF10B570E228}" destId="{4A962E7F-4B71-486D-826E-A1363625B8A2}" srcOrd="0" destOrd="0" parTransId="{1600EFF9-C705-4F21-88C8-45986DD7B17E}" sibTransId="{6FF9895C-1D90-4B5C-BEAA-9B5B24875548}"/>
    <dgm:cxn modelId="{8CFB4DA9-7938-42E0-B9F5-413DFED1FA4A}" srcId="{755AC4E8-2781-442C-A2E4-BF10B570E228}" destId="{98A377BB-CC71-4408-9DD9-E560E4869626}" srcOrd="1" destOrd="0" parTransId="{0EDA9952-9A00-405D-96D0-A33C9A17DF13}" sibTransId="{EC1AA89C-C92F-454D-8C68-CE9661EDC2EA}"/>
    <dgm:cxn modelId="{1E2314B4-2819-4951-86B0-62F51D5C558C}" srcId="{C500558D-B6A9-4E8D-96DD-184D068E9009}" destId="{755AC4E8-2781-442C-A2E4-BF10B570E228}" srcOrd="2" destOrd="0" parTransId="{8A99B0EC-79C2-4581-B22F-B50409CA2A94}" sibTransId="{3F09B92E-7967-4468-954B-392FD236CC78}"/>
    <dgm:cxn modelId="{AD9320C0-2479-46FB-B623-2399B7EED371}" srcId="{C500558D-B6A9-4E8D-96DD-184D068E9009}" destId="{CAEA70B1-04FE-4B14-96DE-7EFFAF981078}" srcOrd="1" destOrd="0" parTransId="{48262B67-F372-4088-811C-B44DD254BA8F}" sibTransId="{6F878B32-AFDB-4526-B49C-E519874CADC8}"/>
    <dgm:cxn modelId="{B459D6D9-44D3-41B1-933F-22E8687DB51A}" type="presOf" srcId="{EAF09DC7-7C49-48CE-8CD8-6CEACEA2C77D}" destId="{815A59B1-2696-4F22-B370-B62CFFFE11A1}" srcOrd="0" destOrd="0" presId="urn:microsoft.com/office/officeart/2005/8/layout/hList1"/>
    <dgm:cxn modelId="{A42879F7-A399-4249-A53C-51C41FCBA878}" type="presOf" srcId="{755AC4E8-2781-442C-A2E4-BF10B570E228}" destId="{AF5A0CDE-E63F-45E5-8BE2-01EFA4359FB3}" srcOrd="0" destOrd="0" presId="urn:microsoft.com/office/officeart/2005/8/layout/hList1"/>
    <dgm:cxn modelId="{CAD740FB-C812-4DBA-B8F0-C41452E4EFFE}" type="presOf" srcId="{D24AAE96-08C3-40E0-B0FD-5F1B6C39F2F7}" destId="{5D0230A3-901F-4FAB-9EA3-81CDCAC7F153}" srcOrd="0" destOrd="0" presId="urn:microsoft.com/office/officeart/2005/8/layout/hList1"/>
    <dgm:cxn modelId="{02C46B83-F2EF-45F8-A465-B2CFAAECE066}" type="presParOf" srcId="{7D5933E3-F2E4-4AF6-BE0E-D423411479B9}" destId="{308D8609-1738-4921-94EE-96D7444850D4}" srcOrd="0" destOrd="0" presId="urn:microsoft.com/office/officeart/2005/8/layout/hList1"/>
    <dgm:cxn modelId="{0C3975F8-8BF6-445C-9948-3D29BFA7EAA0}" type="presParOf" srcId="{308D8609-1738-4921-94EE-96D7444850D4}" destId="{815A59B1-2696-4F22-B370-B62CFFFE11A1}" srcOrd="0" destOrd="0" presId="urn:microsoft.com/office/officeart/2005/8/layout/hList1"/>
    <dgm:cxn modelId="{0D64BA16-DC33-4B96-802C-6F707AE53B9A}" type="presParOf" srcId="{308D8609-1738-4921-94EE-96D7444850D4}" destId="{0491BE29-9342-4665-AC9A-9CC96A469F37}" srcOrd="1" destOrd="0" presId="urn:microsoft.com/office/officeart/2005/8/layout/hList1"/>
    <dgm:cxn modelId="{25514153-25C5-4DC9-8CB5-E5490DEE3243}" type="presParOf" srcId="{7D5933E3-F2E4-4AF6-BE0E-D423411479B9}" destId="{05A2C751-394E-49F8-B080-01F23EA8C368}" srcOrd="1" destOrd="0" presId="urn:microsoft.com/office/officeart/2005/8/layout/hList1"/>
    <dgm:cxn modelId="{9AAAB32B-0D2C-4F22-87CB-972ACA3EE959}" type="presParOf" srcId="{7D5933E3-F2E4-4AF6-BE0E-D423411479B9}" destId="{49DE3062-54A4-4A5F-BF1A-189FA0DF140C}" srcOrd="2" destOrd="0" presId="urn:microsoft.com/office/officeart/2005/8/layout/hList1"/>
    <dgm:cxn modelId="{11E16303-FF09-4E97-829C-4D8AFC2504F9}" type="presParOf" srcId="{49DE3062-54A4-4A5F-BF1A-189FA0DF140C}" destId="{67921A83-31CA-4230-948A-E11EBAB1FF06}" srcOrd="0" destOrd="0" presId="urn:microsoft.com/office/officeart/2005/8/layout/hList1"/>
    <dgm:cxn modelId="{F06CC4D9-B1DF-43FC-8811-49B2CB76EE25}" type="presParOf" srcId="{49DE3062-54A4-4A5F-BF1A-189FA0DF140C}" destId="{5D0230A3-901F-4FAB-9EA3-81CDCAC7F153}" srcOrd="1" destOrd="0" presId="urn:microsoft.com/office/officeart/2005/8/layout/hList1"/>
    <dgm:cxn modelId="{3DEFF86F-5A28-43B7-BAED-D36B1A3CD9EE}" type="presParOf" srcId="{7D5933E3-F2E4-4AF6-BE0E-D423411479B9}" destId="{57CBEE4C-C457-4C3A-9A27-B290CE89B3B0}" srcOrd="3" destOrd="0" presId="urn:microsoft.com/office/officeart/2005/8/layout/hList1"/>
    <dgm:cxn modelId="{A525B9EA-36E5-46D3-B2C8-808575E663F9}" type="presParOf" srcId="{7D5933E3-F2E4-4AF6-BE0E-D423411479B9}" destId="{208C1442-8D42-4D57-BF93-B5FF8A1BC669}" srcOrd="4" destOrd="0" presId="urn:microsoft.com/office/officeart/2005/8/layout/hList1"/>
    <dgm:cxn modelId="{B3FCC818-61F9-4ACF-A928-542F4A8F48E5}" type="presParOf" srcId="{208C1442-8D42-4D57-BF93-B5FF8A1BC669}" destId="{AF5A0CDE-E63F-45E5-8BE2-01EFA4359FB3}" srcOrd="0" destOrd="0" presId="urn:microsoft.com/office/officeart/2005/8/layout/hList1"/>
    <dgm:cxn modelId="{09AA1D13-86B9-4368-9A68-8557F4DDC556}" type="presParOf" srcId="{208C1442-8D42-4D57-BF93-B5FF8A1BC669}" destId="{5E4511C5-4BFD-4CD5-A728-9F24967BCEE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50656F0-61FA-4DF1-91AE-2406F8C2162F}" type="doc">
      <dgm:prSet loTypeId="urn:microsoft.com/office/officeart/2005/8/layout/hierarchy2" loCatId="hierarchy" qsTypeId="urn:microsoft.com/office/officeart/2005/8/quickstyle/simple1" qsCatId="simple" csTypeId="urn:microsoft.com/office/officeart/2005/8/colors/accent1_2" csCatId="accent1"/>
      <dgm:spPr/>
      <dgm:t>
        <a:bodyPr/>
        <a:lstStyle/>
        <a:p>
          <a:endParaRPr lang="en-US"/>
        </a:p>
      </dgm:t>
    </dgm:pt>
    <dgm:pt modelId="{0CB51118-CC7E-4B91-8327-94436F973610}">
      <dgm:prSet/>
      <dgm:spPr/>
      <dgm:t>
        <a:bodyPr/>
        <a:lstStyle/>
        <a:p>
          <a:r>
            <a:rPr lang="en-GB" b="1" dirty="0"/>
            <a:t>Model Training - using training data to fit the model by adjusting parameters.</a:t>
          </a:r>
          <a:endParaRPr lang="en-US" dirty="0"/>
        </a:p>
      </dgm:t>
    </dgm:pt>
    <dgm:pt modelId="{0C37AC8D-090B-46DA-A8C1-AA0FCAFD7CCC}" type="parTrans" cxnId="{6796D929-D958-4C4A-A880-328DD512A469}">
      <dgm:prSet/>
      <dgm:spPr/>
      <dgm:t>
        <a:bodyPr/>
        <a:lstStyle/>
        <a:p>
          <a:endParaRPr lang="en-US"/>
        </a:p>
      </dgm:t>
    </dgm:pt>
    <dgm:pt modelId="{F26E09B3-EEE0-4BE0-8C9C-53F9C2B27CBA}" type="sibTrans" cxnId="{6796D929-D958-4C4A-A880-328DD512A469}">
      <dgm:prSet/>
      <dgm:spPr/>
      <dgm:t>
        <a:bodyPr/>
        <a:lstStyle/>
        <a:p>
          <a:endParaRPr lang="en-US"/>
        </a:p>
      </dgm:t>
    </dgm:pt>
    <dgm:pt modelId="{924789D1-067D-44CE-9604-3613E512AE39}">
      <dgm:prSet/>
      <dgm:spPr/>
      <dgm:t>
        <a:bodyPr/>
        <a:lstStyle/>
        <a:p>
          <a:r>
            <a:rPr lang="en-GB" b="1" dirty="0"/>
            <a:t>Hyperparameter Tunning – Optimizing model settings to improve performance.</a:t>
          </a:r>
          <a:endParaRPr lang="en-US" dirty="0"/>
        </a:p>
      </dgm:t>
    </dgm:pt>
    <dgm:pt modelId="{5243772F-BB53-4476-8E69-3FE90BA7721E}" type="parTrans" cxnId="{7E4F92D6-22B9-43E3-9D44-BD8AAC54CB3C}">
      <dgm:prSet/>
      <dgm:spPr/>
      <dgm:t>
        <a:bodyPr/>
        <a:lstStyle/>
        <a:p>
          <a:endParaRPr lang="en-US"/>
        </a:p>
      </dgm:t>
    </dgm:pt>
    <dgm:pt modelId="{5FE7EA65-0616-40C1-831D-B957F6E0CBBA}" type="sibTrans" cxnId="{7E4F92D6-22B9-43E3-9D44-BD8AAC54CB3C}">
      <dgm:prSet/>
      <dgm:spPr/>
      <dgm:t>
        <a:bodyPr/>
        <a:lstStyle/>
        <a:p>
          <a:endParaRPr lang="en-US"/>
        </a:p>
      </dgm:t>
    </dgm:pt>
    <dgm:pt modelId="{B5291995-560D-4EEB-A8C5-A6D8C1966164}">
      <dgm:prSet/>
      <dgm:spPr/>
      <dgm:t>
        <a:bodyPr/>
        <a:lstStyle/>
        <a:p>
          <a:r>
            <a:rPr lang="en-GB" b="1"/>
            <a:t>Testing (model Evaluation) – assessing the trained model on a separate test dataset  </a:t>
          </a:r>
          <a:endParaRPr lang="en-US"/>
        </a:p>
      </dgm:t>
    </dgm:pt>
    <dgm:pt modelId="{4088D164-FA77-4080-AD01-DEB7FF2EC2BA}" type="parTrans" cxnId="{A92CCB67-DEB9-479C-8240-939AD309D1C0}">
      <dgm:prSet/>
      <dgm:spPr/>
      <dgm:t>
        <a:bodyPr/>
        <a:lstStyle/>
        <a:p>
          <a:endParaRPr lang="en-US"/>
        </a:p>
      </dgm:t>
    </dgm:pt>
    <dgm:pt modelId="{99FDC40F-60F3-4DEC-8F8F-B52CD8F05AD8}" type="sibTrans" cxnId="{A92CCB67-DEB9-479C-8240-939AD309D1C0}">
      <dgm:prSet/>
      <dgm:spPr/>
      <dgm:t>
        <a:bodyPr/>
        <a:lstStyle/>
        <a:p>
          <a:endParaRPr lang="en-US"/>
        </a:p>
      </dgm:t>
    </dgm:pt>
    <dgm:pt modelId="{7A163B91-721A-47F4-9847-1517E685BA78}">
      <dgm:prSet/>
      <dgm:spPr/>
      <dgm:t>
        <a:bodyPr/>
        <a:lstStyle/>
        <a:p>
          <a:r>
            <a:rPr lang="en-GB" b="1"/>
            <a:t>Compare model performances across specific metric in  </a:t>
          </a:r>
          <a:r>
            <a:rPr lang="en-US" b="1"/>
            <a:t>Accuracy, Precision, Recall, and F1-Scor.</a:t>
          </a:r>
          <a:endParaRPr lang="en-US"/>
        </a:p>
      </dgm:t>
    </dgm:pt>
    <dgm:pt modelId="{2D7A8A60-C1E4-4814-94A0-B6F8BD120EEA}" type="parTrans" cxnId="{22609504-7E25-4451-BB9E-E99E064F84BC}">
      <dgm:prSet/>
      <dgm:spPr/>
      <dgm:t>
        <a:bodyPr/>
        <a:lstStyle/>
        <a:p>
          <a:endParaRPr lang="en-US"/>
        </a:p>
      </dgm:t>
    </dgm:pt>
    <dgm:pt modelId="{2C451B26-02D2-469C-9A09-2ABDB7B2CAEF}" type="sibTrans" cxnId="{22609504-7E25-4451-BB9E-E99E064F84BC}">
      <dgm:prSet/>
      <dgm:spPr/>
      <dgm:t>
        <a:bodyPr/>
        <a:lstStyle/>
        <a:p>
          <a:endParaRPr lang="en-US"/>
        </a:p>
      </dgm:t>
    </dgm:pt>
    <dgm:pt modelId="{283B1486-58A1-4289-8375-BC42383BE559}">
      <dgm:prSet/>
      <dgm:spPr/>
      <dgm:t>
        <a:bodyPr/>
        <a:lstStyle/>
        <a:p>
          <a:r>
            <a:rPr lang="en-GB" b="1"/>
            <a:t>Highlight strengths and weaknesses of various models for better decision-making.</a:t>
          </a:r>
          <a:endParaRPr lang="en-US"/>
        </a:p>
      </dgm:t>
    </dgm:pt>
    <dgm:pt modelId="{8841EB5B-49A5-4282-815B-1A92C24F67F4}" type="parTrans" cxnId="{3B40D42C-F4D8-4FF9-96E7-5F071264CFD5}">
      <dgm:prSet/>
      <dgm:spPr/>
      <dgm:t>
        <a:bodyPr/>
        <a:lstStyle/>
        <a:p>
          <a:endParaRPr lang="en-US"/>
        </a:p>
      </dgm:t>
    </dgm:pt>
    <dgm:pt modelId="{BA54848D-544D-4853-A147-F5143BC16BE0}" type="sibTrans" cxnId="{3B40D42C-F4D8-4FF9-96E7-5F071264CFD5}">
      <dgm:prSet/>
      <dgm:spPr/>
      <dgm:t>
        <a:bodyPr/>
        <a:lstStyle/>
        <a:p>
          <a:endParaRPr lang="en-US"/>
        </a:p>
      </dgm:t>
    </dgm:pt>
    <dgm:pt modelId="{AA248321-3DDD-47F7-9E95-EECAD10C1B3B}">
      <dgm:prSet/>
      <dgm:spPr/>
      <dgm:t>
        <a:bodyPr/>
        <a:lstStyle/>
        <a:p>
          <a:r>
            <a:rPr lang="en-GB" b="1" dirty="0"/>
            <a:t>Identifying the best model .</a:t>
          </a:r>
          <a:endParaRPr lang="en-US" dirty="0"/>
        </a:p>
      </dgm:t>
    </dgm:pt>
    <dgm:pt modelId="{1AD4A1D0-CB31-4B62-A5C0-2DD70655043B}" type="parTrans" cxnId="{562CF858-8237-4EA1-B473-C94C7B773DA0}">
      <dgm:prSet/>
      <dgm:spPr/>
      <dgm:t>
        <a:bodyPr/>
        <a:lstStyle/>
        <a:p>
          <a:endParaRPr lang="en-US"/>
        </a:p>
      </dgm:t>
    </dgm:pt>
    <dgm:pt modelId="{4704D91B-41E1-4439-B08F-85AAA4CAB911}" type="sibTrans" cxnId="{562CF858-8237-4EA1-B473-C94C7B773DA0}">
      <dgm:prSet/>
      <dgm:spPr/>
      <dgm:t>
        <a:bodyPr/>
        <a:lstStyle/>
        <a:p>
          <a:endParaRPr lang="en-US"/>
        </a:p>
      </dgm:t>
    </dgm:pt>
    <dgm:pt modelId="{72C80DD5-96B1-42ED-8BA0-707CEB28CD5A}" type="pres">
      <dgm:prSet presAssocID="{550656F0-61FA-4DF1-91AE-2406F8C2162F}" presName="diagram" presStyleCnt="0">
        <dgm:presLayoutVars>
          <dgm:chPref val="1"/>
          <dgm:dir/>
          <dgm:animOne val="branch"/>
          <dgm:animLvl val="lvl"/>
          <dgm:resizeHandles val="exact"/>
        </dgm:presLayoutVars>
      </dgm:prSet>
      <dgm:spPr/>
    </dgm:pt>
    <dgm:pt modelId="{CA2B3183-5CB5-4607-B957-32CE09B5947D}" type="pres">
      <dgm:prSet presAssocID="{0CB51118-CC7E-4B91-8327-94436F973610}" presName="root1" presStyleCnt="0"/>
      <dgm:spPr/>
    </dgm:pt>
    <dgm:pt modelId="{40C415EF-C13C-49FA-A341-A5B1D0D34924}" type="pres">
      <dgm:prSet presAssocID="{0CB51118-CC7E-4B91-8327-94436F973610}" presName="LevelOneTextNode" presStyleLbl="node0" presStyleIdx="0" presStyleCnt="3">
        <dgm:presLayoutVars>
          <dgm:chPref val="3"/>
        </dgm:presLayoutVars>
      </dgm:prSet>
      <dgm:spPr/>
    </dgm:pt>
    <dgm:pt modelId="{57E43DEE-BA03-468F-A335-69BD5B560EA7}" type="pres">
      <dgm:prSet presAssocID="{0CB51118-CC7E-4B91-8327-94436F973610}" presName="level2hierChild" presStyleCnt="0"/>
      <dgm:spPr/>
    </dgm:pt>
    <dgm:pt modelId="{00F2200B-D5D6-4095-83A9-6D106F631E2B}" type="pres">
      <dgm:prSet presAssocID="{924789D1-067D-44CE-9604-3613E512AE39}" presName="root1" presStyleCnt="0"/>
      <dgm:spPr/>
    </dgm:pt>
    <dgm:pt modelId="{7EE486F8-A3AD-4DB2-BD2E-FCA10CB00BC0}" type="pres">
      <dgm:prSet presAssocID="{924789D1-067D-44CE-9604-3613E512AE39}" presName="LevelOneTextNode" presStyleLbl="node0" presStyleIdx="1" presStyleCnt="3">
        <dgm:presLayoutVars>
          <dgm:chPref val="3"/>
        </dgm:presLayoutVars>
      </dgm:prSet>
      <dgm:spPr/>
    </dgm:pt>
    <dgm:pt modelId="{EE5FD6DB-944A-482D-B695-C412FC58E2B6}" type="pres">
      <dgm:prSet presAssocID="{924789D1-067D-44CE-9604-3613E512AE39}" presName="level2hierChild" presStyleCnt="0"/>
      <dgm:spPr/>
    </dgm:pt>
    <dgm:pt modelId="{29DCA98F-6C17-420F-9931-074F4A6E655B}" type="pres">
      <dgm:prSet presAssocID="{B5291995-560D-4EEB-A8C5-A6D8C1966164}" presName="root1" presStyleCnt="0"/>
      <dgm:spPr/>
    </dgm:pt>
    <dgm:pt modelId="{CDF375D0-9037-4EF0-AFCC-97A50F844B53}" type="pres">
      <dgm:prSet presAssocID="{B5291995-560D-4EEB-A8C5-A6D8C1966164}" presName="LevelOneTextNode" presStyleLbl="node0" presStyleIdx="2" presStyleCnt="3">
        <dgm:presLayoutVars>
          <dgm:chPref val="3"/>
        </dgm:presLayoutVars>
      </dgm:prSet>
      <dgm:spPr/>
    </dgm:pt>
    <dgm:pt modelId="{B2A48FB0-F2B0-47C1-9E95-B0A4F4F5E39E}" type="pres">
      <dgm:prSet presAssocID="{B5291995-560D-4EEB-A8C5-A6D8C1966164}" presName="level2hierChild" presStyleCnt="0"/>
      <dgm:spPr/>
    </dgm:pt>
    <dgm:pt modelId="{EF40452A-D1ED-4981-BD19-4386DDBCDA43}" type="pres">
      <dgm:prSet presAssocID="{2D7A8A60-C1E4-4814-94A0-B6F8BD120EEA}" presName="conn2-1" presStyleLbl="parChTrans1D2" presStyleIdx="0" presStyleCnt="3"/>
      <dgm:spPr/>
    </dgm:pt>
    <dgm:pt modelId="{39EFAC73-7816-4878-AB3B-11081DD71668}" type="pres">
      <dgm:prSet presAssocID="{2D7A8A60-C1E4-4814-94A0-B6F8BD120EEA}" presName="connTx" presStyleLbl="parChTrans1D2" presStyleIdx="0" presStyleCnt="3"/>
      <dgm:spPr/>
    </dgm:pt>
    <dgm:pt modelId="{21B8B850-A784-47A8-A7C1-F18EFBA9D239}" type="pres">
      <dgm:prSet presAssocID="{7A163B91-721A-47F4-9847-1517E685BA78}" presName="root2" presStyleCnt="0"/>
      <dgm:spPr/>
    </dgm:pt>
    <dgm:pt modelId="{A5B828B9-F1D9-47B3-B626-FFC58332DB0A}" type="pres">
      <dgm:prSet presAssocID="{7A163B91-721A-47F4-9847-1517E685BA78}" presName="LevelTwoTextNode" presStyleLbl="node2" presStyleIdx="0" presStyleCnt="3">
        <dgm:presLayoutVars>
          <dgm:chPref val="3"/>
        </dgm:presLayoutVars>
      </dgm:prSet>
      <dgm:spPr/>
    </dgm:pt>
    <dgm:pt modelId="{C0536C53-BEBA-49B6-9B4B-1B38A0B5BA6C}" type="pres">
      <dgm:prSet presAssocID="{7A163B91-721A-47F4-9847-1517E685BA78}" presName="level3hierChild" presStyleCnt="0"/>
      <dgm:spPr/>
    </dgm:pt>
    <dgm:pt modelId="{41A112E3-226E-452D-BFD5-75DDD127AC6E}" type="pres">
      <dgm:prSet presAssocID="{8841EB5B-49A5-4282-815B-1A92C24F67F4}" presName="conn2-1" presStyleLbl="parChTrans1D2" presStyleIdx="1" presStyleCnt="3"/>
      <dgm:spPr/>
    </dgm:pt>
    <dgm:pt modelId="{2910D296-D478-44C3-87FE-0B4217FAD938}" type="pres">
      <dgm:prSet presAssocID="{8841EB5B-49A5-4282-815B-1A92C24F67F4}" presName="connTx" presStyleLbl="parChTrans1D2" presStyleIdx="1" presStyleCnt="3"/>
      <dgm:spPr/>
    </dgm:pt>
    <dgm:pt modelId="{BE548EDA-4219-45E5-98C9-1A4D2C30A18D}" type="pres">
      <dgm:prSet presAssocID="{283B1486-58A1-4289-8375-BC42383BE559}" presName="root2" presStyleCnt="0"/>
      <dgm:spPr/>
    </dgm:pt>
    <dgm:pt modelId="{E64B7AEE-631A-4A79-8256-6E4758DDE06F}" type="pres">
      <dgm:prSet presAssocID="{283B1486-58A1-4289-8375-BC42383BE559}" presName="LevelTwoTextNode" presStyleLbl="node2" presStyleIdx="1" presStyleCnt="3">
        <dgm:presLayoutVars>
          <dgm:chPref val="3"/>
        </dgm:presLayoutVars>
      </dgm:prSet>
      <dgm:spPr/>
    </dgm:pt>
    <dgm:pt modelId="{42BDA905-D84F-4D60-8D8E-EF9FB57174B0}" type="pres">
      <dgm:prSet presAssocID="{283B1486-58A1-4289-8375-BC42383BE559}" presName="level3hierChild" presStyleCnt="0"/>
      <dgm:spPr/>
    </dgm:pt>
    <dgm:pt modelId="{3074DADE-D1F1-47E6-B7D1-20FE617E6E7F}" type="pres">
      <dgm:prSet presAssocID="{1AD4A1D0-CB31-4B62-A5C0-2DD70655043B}" presName="conn2-1" presStyleLbl="parChTrans1D2" presStyleIdx="2" presStyleCnt="3"/>
      <dgm:spPr/>
    </dgm:pt>
    <dgm:pt modelId="{46E0F13A-FAED-49B4-9B21-EF2B93084F15}" type="pres">
      <dgm:prSet presAssocID="{1AD4A1D0-CB31-4B62-A5C0-2DD70655043B}" presName="connTx" presStyleLbl="parChTrans1D2" presStyleIdx="2" presStyleCnt="3"/>
      <dgm:spPr/>
    </dgm:pt>
    <dgm:pt modelId="{911B4853-5C62-4BC0-AA41-548B414DC664}" type="pres">
      <dgm:prSet presAssocID="{AA248321-3DDD-47F7-9E95-EECAD10C1B3B}" presName="root2" presStyleCnt="0"/>
      <dgm:spPr/>
    </dgm:pt>
    <dgm:pt modelId="{C0C6D754-98F4-4A92-90DC-C852B523FD38}" type="pres">
      <dgm:prSet presAssocID="{AA248321-3DDD-47F7-9E95-EECAD10C1B3B}" presName="LevelTwoTextNode" presStyleLbl="node2" presStyleIdx="2" presStyleCnt="3">
        <dgm:presLayoutVars>
          <dgm:chPref val="3"/>
        </dgm:presLayoutVars>
      </dgm:prSet>
      <dgm:spPr/>
    </dgm:pt>
    <dgm:pt modelId="{CFC8BA61-993D-44FD-97B5-A5E4F5792469}" type="pres">
      <dgm:prSet presAssocID="{AA248321-3DDD-47F7-9E95-EECAD10C1B3B}" presName="level3hierChild" presStyleCnt="0"/>
      <dgm:spPr/>
    </dgm:pt>
  </dgm:ptLst>
  <dgm:cxnLst>
    <dgm:cxn modelId="{22609504-7E25-4451-BB9E-E99E064F84BC}" srcId="{B5291995-560D-4EEB-A8C5-A6D8C1966164}" destId="{7A163B91-721A-47F4-9847-1517E685BA78}" srcOrd="0" destOrd="0" parTransId="{2D7A8A60-C1E4-4814-94A0-B6F8BD120EEA}" sibTransId="{2C451B26-02D2-469C-9A09-2ABDB7B2CAEF}"/>
    <dgm:cxn modelId="{6796D929-D958-4C4A-A880-328DD512A469}" srcId="{550656F0-61FA-4DF1-91AE-2406F8C2162F}" destId="{0CB51118-CC7E-4B91-8327-94436F973610}" srcOrd="0" destOrd="0" parTransId="{0C37AC8D-090B-46DA-A8C1-AA0FCAFD7CCC}" sibTransId="{F26E09B3-EEE0-4BE0-8C9C-53F9C2B27CBA}"/>
    <dgm:cxn modelId="{3B40D42C-F4D8-4FF9-96E7-5F071264CFD5}" srcId="{B5291995-560D-4EEB-A8C5-A6D8C1966164}" destId="{283B1486-58A1-4289-8375-BC42383BE559}" srcOrd="1" destOrd="0" parTransId="{8841EB5B-49A5-4282-815B-1A92C24F67F4}" sibTransId="{BA54848D-544D-4853-A147-F5143BC16BE0}"/>
    <dgm:cxn modelId="{618BE33E-4427-4F32-88D1-C5B08998FE29}" type="presOf" srcId="{B5291995-560D-4EEB-A8C5-A6D8C1966164}" destId="{CDF375D0-9037-4EF0-AFCC-97A50F844B53}" srcOrd="0" destOrd="0" presId="urn:microsoft.com/office/officeart/2005/8/layout/hierarchy2"/>
    <dgm:cxn modelId="{96D89D44-0322-405A-AF40-86963D4E0AA8}" type="presOf" srcId="{1AD4A1D0-CB31-4B62-A5C0-2DD70655043B}" destId="{46E0F13A-FAED-49B4-9B21-EF2B93084F15}" srcOrd="1" destOrd="0" presId="urn:microsoft.com/office/officeart/2005/8/layout/hierarchy2"/>
    <dgm:cxn modelId="{3FE98847-5025-47CF-B38D-F62D8517AC9C}" type="presOf" srcId="{283B1486-58A1-4289-8375-BC42383BE559}" destId="{E64B7AEE-631A-4A79-8256-6E4758DDE06F}" srcOrd="0" destOrd="0" presId="urn:microsoft.com/office/officeart/2005/8/layout/hierarchy2"/>
    <dgm:cxn modelId="{A92CCB67-DEB9-479C-8240-939AD309D1C0}" srcId="{550656F0-61FA-4DF1-91AE-2406F8C2162F}" destId="{B5291995-560D-4EEB-A8C5-A6D8C1966164}" srcOrd="2" destOrd="0" parTransId="{4088D164-FA77-4080-AD01-DEB7FF2EC2BA}" sibTransId="{99FDC40F-60F3-4DEC-8F8F-B52CD8F05AD8}"/>
    <dgm:cxn modelId="{24E8AD6C-F5DE-4B77-8FC7-6C46DA9F2787}" type="presOf" srcId="{8841EB5B-49A5-4282-815B-1A92C24F67F4}" destId="{41A112E3-226E-452D-BFD5-75DDD127AC6E}" srcOrd="0" destOrd="0" presId="urn:microsoft.com/office/officeart/2005/8/layout/hierarchy2"/>
    <dgm:cxn modelId="{8B415F58-D03B-4B92-8C20-817E3279F33A}" type="presOf" srcId="{AA248321-3DDD-47F7-9E95-EECAD10C1B3B}" destId="{C0C6D754-98F4-4A92-90DC-C852B523FD38}" srcOrd="0" destOrd="0" presId="urn:microsoft.com/office/officeart/2005/8/layout/hierarchy2"/>
    <dgm:cxn modelId="{562CF858-8237-4EA1-B473-C94C7B773DA0}" srcId="{B5291995-560D-4EEB-A8C5-A6D8C1966164}" destId="{AA248321-3DDD-47F7-9E95-EECAD10C1B3B}" srcOrd="2" destOrd="0" parTransId="{1AD4A1D0-CB31-4B62-A5C0-2DD70655043B}" sibTransId="{4704D91B-41E1-4439-B08F-85AAA4CAB911}"/>
    <dgm:cxn modelId="{98314579-BFBD-4057-933E-6B72CF3CD91F}" type="presOf" srcId="{8841EB5B-49A5-4282-815B-1A92C24F67F4}" destId="{2910D296-D478-44C3-87FE-0B4217FAD938}" srcOrd="1" destOrd="0" presId="urn:microsoft.com/office/officeart/2005/8/layout/hierarchy2"/>
    <dgm:cxn modelId="{5863C77D-D231-4CA4-A304-827373F3687B}" type="presOf" srcId="{550656F0-61FA-4DF1-91AE-2406F8C2162F}" destId="{72C80DD5-96B1-42ED-8BA0-707CEB28CD5A}" srcOrd="0" destOrd="0" presId="urn:microsoft.com/office/officeart/2005/8/layout/hierarchy2"/>
    <dgm:cxn modelId="{BA76A393-FF91-4702-82C4-B876F4DA6207}" type="presOf" srcId="{1AD4A1D0-CB31-4B62-A5C0-2DD70655043B}" destId="{3074DADE-D1F1-47E6-B7D1-20FE617E6E7F}" srcOrd="0" destOrd="0" presId="urn:microsoft.com/office/officeart/2005/8/layout/hierarchy2"/>
    <dgm:cxn modelId="{059BB398-607A-415A-B59A-D1E02972F455}" type="presOf" srcId="{2D7A8A60-C1E4-4814-94A0-B6F8BD120EEA}" destId="{39EFAC73-7816-4878-AB3B-11081DD71668}" srcOrd="1" destOrd="0" presId="urn:microsoft.com/office/officeart/2005/8/layout/hierarchy2"/>
    <dgm:cxn modelId="{84B236B2-8E33-438A-89D1-1E3D9E903CB8}" type="presOf" srcId="{2D7A8A60-C1E4-4814-94A0-B6F8BD120EEA}" destId="{EF40452A-D1ED-4981-BD19-4386DDBCDA43}" srcOrd="0" destOrd="0" presId="urn:microsoft.com/office/officeart/2005/8/layout/hierarchy2"/>
    <dgm:cxn modelId="{D465D3BF-E52A-40F4-A6A7-FFEF311C7148}" type="presOf" srcId="{924789D1-067D-44CE-9604-3613E512AE39}" destId="{7EE486F8-A3AD-4DB2-BD2E-FCA10CB00BC0}" srcOrd="0" destOrd="0" presId="urn:microsoft.com/office/officeart/2005/8/layout/hierarchy2"/>
    <dgm:cxn modelId="{32EA98C4-7DB7-4268-9369-DFA56BF4FDE6}" type="presOf" srcId="{0CB51118-CC7E-4B91-8327-94436F973610}" destId="{40C415EF-C13C-49FA-A341-A5B1D0D34924}" srcOrd="0" destOrd="0" presId="urn:microsoft.com/office/officeart/2005/8/layout/hierarchy2"/>
    <dgm:cxn modelId="{7E4F92D6-22B9-43E3-9D44-BD8AAC54CB3C}" srcId="{550656F0-61FA-4DF1-91AE-2406F8C2162F}" destId="{924789D1-067D-44CE-9604-3613E512AE39}" srcOrd="1" destOrd="0" parTransId="{5243772F-BB53-4476-8E69-3FE90BA7721E}" sibTransId="{5FE7EA65-0616-40C1-831D-B957F6E0CBBA}"/>
    <dgm:cxn modelId="{2785AED9-9FF9-4AFD-ABBE-E111B9AB8A34}" type="presOf" srcId="{7A163B91-721A-47F4-9847-1517E685BA78}" destId="{A5B828B9-F1D9-47B3-B626-FFC58332DB0A}" srcOrd="0" destOrd="0" presId="urn:microsoft.com/office/officeart/2005/8/layout/hierarchy2"/>
    <dgm:cxn modelId="{3D05D320-248B-4E4B-8C1E-0FF13617BB2E}" type="presParOf" srcId="{72C80DD5-96B1-42ED-8BA0-707CEB28CD5A}" destId="{CA2B3183-5CB5-4607-B957-32CE09B5947D}" srcOrd="0" destOrd="0" presId="urn:microsoft.com/office/officeart/2005/8/layout/hierarchy2"/>
    <dgm:cxn modelId="{A72A689F-4D69-487B-B6F8-50122C954FDE}" type="presParOf" srcId="{CA2B3183-5CB5-4607-B957-32CE09B5947D}" destId="{40C415EF-C13C-49FA-A341-A5B1D0D34924}" srcOrd="0" destOrd="0" presId="urn:microsoft.com/office/officeart/2005/8/layout/hierarchy2"/>
    <dgm:cxn modelId="{FBC196BE-4605-478A-BBAF-0D426ED22FEA}" type="presParOf" srcId="{CA2B3183-5CB5-4607-B957-32CE09B5947D}" destId="{57E43DEE-BA03-468F-A335-69BD5B560EA7}" srcOrd="1" destOrd="0" presId="urn:microsoft.com/office/officeart/2005/8/layout/hierarchy2"/>
    <dgm:cxn modelId="{A16A064E-0F4D-4664-A073-262C33C2AC16}" type="presParOf" srcId="{72C80DD5-96B1-42ED-8BA0-707CEB28CD5A}" destId="{00F2200B-D5D6-4095-83A9-6D106F631E2B}" srcOrd="1" destOrd="0" presId="urn:microsoft.com/office/officeart/2005/8/layout/hierarchy2"/>
    <dgm:cxn modelId="{9B73777B-C420-4DFD-B79A-8976F1B26679}" type="presParOf" srcId="{00F2200B-D5D6-4095-83A9-6D106F631E2B}" destId="{7EE486F8-A3AD-4DB2-BD2E-FCA10CB00BC0}" srcOrd="0" destOrd="0" presId="urn:microsoft.com/office/officeart/2005/8/layout/hierarchy2"/>
    <dgm:cxn modelId="{3DC05C70-1677-4376-A8CC-E94C029F3405}" type="presParOf" srcId="{00F2200B-D5D6-4095-83A9-6D106F631E2B}" destId="{EE5FD6DB-944A-482D-B695-C412FC58E2B6}" srcOrd="1" destOrd="0" presId="urn:microsoft.com/office/officeart/2005/8/layout/hierarchy2"/>
    <dgm:cxn modelId="{A74BA3EC-6F96-41A7-84AC-2B93F9FEC24E}" type="presParOf" srcId="{72C80DD5-96B1-42ED-8BA0-707CEB28CD5A}" destId="{29DCA98F-6C17-420F-9931-074F4A6E655B}" srcOrd="2" destOrd="0" presId="urn:microsoft.com/office/officeart/2005/8/layout/hierarchy2"/>
    <dgm:cxn modelId="{D9F0C1B1-4E6C-48BF-AEC8-08F98FC72263}" type="presParOf" srcId="{29DCA98F-6C17-420F-9931-074F4A6E655B}" destId="{CDF375D0-9037-4EF0-AFCC-97A50F844B53}" srcOrd="0" destOrd="0" presId="urn:microsoft.com/office/officeart/2005/8/layout/hierarchy2"/>
    <dgm:cxn modelId="{BE96BACA-0DCD-4AEB-8170-8057586D7C43}" type="presParOf" srcId="{29DCA98F-6C17-420F-9931-074F4A6E655B}" destId="{B2A48FB0-F2B0-47C1-9E95-B0A4F4F5E39E}" srcOrd="1" destOrd="0" presId="urn:microsoft.com/office/officeart/2005/8/layout/hierarchy2"/>
    <dgm:cxn modelId="{6554FA85-2689-409C-8981-113D74364D69}" type="presParOf" srcId="{B2A48FB0-F2B0-47C1-9E95-B0A4F4F5E39E}" destId="{EF40452A-D1ED-4981-BD19-4386DDBCDA43}" srcOrd="0" destOrd="0" presId="urn:microsoft.com/office/officeart/2005/8/layout/hierarchy2"/>
    <dgm:cxn modelId="{F45EAB0C-40AE-4ECC-92C7-E3565ABC1BB3}" type="presParOf" srcId="{EF40452A-D1ED-4981-BD19-4386DDBCDA43}" destId="{39EFAC73-7816-4878-AB3B-11081DD71668}" srcOrd="0" destOrd="0" presId="urn:microsoft.com/office/officeart/2005/8/layout/hierarchy2"/>
    <dgm:cxn modelId="{6878B46D-47B3-422F-B1A7-2FDC2EE71CC4}" type="presParOf" srcId="{B2A48FB0-F2B0-47C1-9E95-B0A4F4F5E39E}" destId="{21B8B850-A784-47A8-A7C1-F18EFBA9D239}" srcOrd="1" destOrd="0" presId="urn:microsoft.com/office/officeart/2005/8/layout/hierarchy2"/>
    <dgm:cxn modelId="{11CF2911-DC33-4558-BC50-0AFBBFC28047}" type="presParOf" srcId="{21B8B850-A784-47A8-A7C1-F18EFBA9D239}" destId="{A5B828B9-F1D9-47B3-B626-FFC58332DB0A}" srcOrd="0" destOrd="0" presId="urn:microsoft.com/office/officeart/2005/8/layout/hierarchy2"/>
    <dgm:cxn modelId="{A193156F-4675-4F82-BD57-EF16EB8A348D}" type="presParOf" srcId="{21B8B850-A784-47A8-A7C1-F18EFBA9D239}" destId="{C0536C53-BEBA-49B6-9B4B-1B38A0B5BA6C}" srcOrd="1" destOrd="0" presId="urn:microsoft.com/office/officeart/2005/8/layout/hierarchy2"/>
    <dgm:cxn modelId="{3FECC7DA-921F-4ECC-A277-47DB91E20612}" type="presParOf" srcId="{B2A48FB0-F2B0-47C1-9E95-B0A4F4F5E39E}" destId="{41A112E3-226E-452D-BFD5-75DDD127AC6E}" srcOrd="2" destOrd="0" presId="urn:microsoft.com/office/officeart/2005/8/layout/hierarchy2"/>
    <dgm:cxn modelId="{1A739B7B-1E34-489C-B8C8-CC02B82DC06D}" type="presParOf" srcId="{41A112E3-226E-452D-BFD5-75DDD127AC6E}" destId="{2910D296-D478-44C3-87FE-0B4217FAD938}" srcOrd="0" destOrd="0" presId="urn:microsoft.com/office/officeart/2005/8/layout/hierarchy2"/>
    <dgm:cxn modelId="{6F7F6B60-4DE4-430B-9B2C-2FD602B7A222}" type="presParOf" srcId="{B2A48FB0-F2B0-47C1-9E95-B0A4F4F5E39E}" destId="{BE548EDA-4219-45E5-98C9-1A4D2C30A18D}" srcOrd="3" destOrd="0" presId="urn:microsoft.com/office/officeart/2005/8/layout/hierarchy2"/>
    <dgm:cxn modelId="{E0A9B197-C908-43DB-A9EC-809480C40FE7}" type="presParOf" srcId="{BE548EDA-4219-45E5-98C9-1A4D2C30A18D}" destId="{E64B7AEE-631A-4A79-8256-6E4758DDE06F}" srcOrd="0" destOrd="0" presId="urn:microsoft.com/office/officeart/2005/8/layout/hierarchy2"/>
    <dgm:cxn modelId="{9A10DA5C-F501-4B7D-8CFE-08450ACC6422}" type="presParOf" srcId="{BE548EDA-4219-45E5-98C9-1A4D2C30A18D}" destId="{42BDA905-D84F-4D60-8D8E-EF9FB57174B0}" srcOrd="1" destOrd="0" presId="urn:microsoft.com/office/officeart/2005/8/layout/hierarchy2"/>
    <dgm:cxn modelId="{C9FE9040-CC65-4FC8-BC3F-3745F3CFE816}" type="presParOf" srcId="{B2A48FB0-F2B0-47C1-9E95-B0A4F4F5E39E}" destId="{3074DADE-D1F1-47E6-B7D1-20FE617E6E7F}" srcOrd="4" destOrd="0" presId="urn:microsoft.com/office/officeart/2005/8/layout/hierarchy2"/>
    <dgm:cxn modelId="{0152BDE5-3004-4738-B0EF-ECBAF44D6169}" type="presParOf" srcId="{3074DADE-D1F1-47E6-B7D1-20FE617E6E7F}" destId="{46E0F13A-FAED-49B4-9B21-EF2B93084F15}" srcOrd="0" destOrd="0" presId="urn:microsoft.com/office/officeart/2005/8/layout/hierarchy2"/>
    <dgm:cxn modelId="{E911A368-A12A-4CD2-AB32-181CB8198BD4}" type="presParOf" srcId="{B2A48FB0-F2B0-47C1-9E95-B0A4F4F5E39E}" destId="{911B4853-5C62-4BC0-AA41-548B414DC664}" srcOrd="5" destOrd="0" presId="urn:microsoft.com/office/officeart/2005/8/layout/hierarchy2"/>
    <dgm:cxn modelId="{CE89CC1F-FF1C-4774-A358-F432761F8BDE}" type="presParOf" srcId="{911B4853-5C62-4BC0-AA41-548B414DC664}" destId="{C0C6D754-98F4-4A92-90DC-C852B523FD38}" srcOrd="0" destOrd="0" presId="urn:microsoft.com/office/officeart/2005/8/layout/hierarchy2"/>
    <dgm:cxn modelId="{64C36938-644C-46B0-968E-60D418E34334}" type="presParOf" srcId="{911B4853-5C62-4BC0-AA41-548B414DC664}" destId="{CFC8BA61-993D-44FD-97B5-A5E4F5792469}"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4DB5B34-5AC2-42B3-B564-7913D4A4C93C}"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17F13C3C-BA02-40F9-94B3-7FF928A5771C}">
      <dgm:prSet custT="1"/>
      <dgm:spPr/>
      <dgm:t>
        <a:bodyPr/>
        <a:lstStyle/>
        <a:p>
          <a:pPr algn="just"/>
          <a:r>
            <a:rPr lang="en-US" sz="1800" b="1" i="0" baseline="0" dirty="0"/>
            <a:t>Develop a user-friendly interface for medical professionals to use the model effectively.</a:t>
          </a:r>
          <a:endParaRPr lang="en-US" sz="1800" dirty="0"/>
        </a:p>
      </dgm:t>
    </dgm:pt>
    <dgm:pt modelId="{FEB4863C-C313-44C7-902F-A58D0D33FF98}" type="parTrans" cxnId="{A86EC95C-D7F5-4259-8DA8-EBBB4633F08E}">
      <dgm:prSet/>
      <dgm:spPr/>
      <dgm:t>
        <a:bodyPr/>
        <a:lstStyle/>
        <a:p>
          <a:endParaRPr lang="en-US"/>
        </a:p>
      </dgm:t>
    </dgm:pt>
    <dgm:pt modelId="{384AA6CD-4916-4E05-822A-DBD2F704AEF8}" type="sibTrans" cxnId="{A86EC95C-D7F5-4259-8DA8-EBBB4633F08E}">
      <dgm:prSet phldrT="1" phldr="0"/>
      <dgm:spPr/>
      <dgm:t>
        <a:bodyPr/>
        <a:lstStyle/>
        <a:p>
          <a:r>
            <a:rPr lang="en-US"/>
            <a:t>1</a:t>
          </a:r>
        </a:p>
      </dgm:t>
    </dgm:pt>
    <dgm:pt modelId="{7468F540-962B-4CED-A132-39892CE2FF98}">
      <dgm:prSet custT="1"/>
      <dgm:spPr/>
      <dgm:t>
        <a:bodyPr/>
        <a:lstStyle/>
        <a:p>
          <a:pPr algn="just"/>
          <a:r>
            <a:rPr lang="en-US" sz="1800" b="1" i="0" baseline="0" dirty="0"/>
            <a:t>Monitor the model's performance in real-world settings and update it as needed</a:t>
          </a:r>
          <a:r>
            <a:rPr lang="en-US" sz="2000" b="1" i="0" baseline="0" dirty="0"/>
            <a:t>. </a:t>
          </a:r>
          <a:endParaRPr lang="en-US" sz="2000" dirty="0"/>
        </a:p>
      </dgm:t>
    </dgm:pt>
    <dgm:pt modelId="{97CB8B71-4EA1-4128-83EB-9829AB1F58AF}" type="parTrans" cxnId="{AE034CE5-851F-45FA-BA91-53DC868F2B37}">
      <dgm:prSet/>
      <dgm:spPr/>
      <dgm:t>
        <a:bodyPr/>
        <a:lstStyle/>
        <a:p>
          <a:endParaRPr lang="en-US"/>
        </a:p>
      </dgm:t>
    </dgm:pt>
    <dgm:pt modelId="{08CC6200-2BA5-4750-A0AA-51F078D219C5}" type="sibTrans" cxnId="{AE034CE5-851F-45FA-BA91-53DC868F2B37}">
      <dgm:prSet phldrT="2" phldr="0"/>
      <dgm:spPr/>
      <dgm:t>
        <a:bodyPr/>
        <a:lstStyle/>
        <a:p>
          <a:r>
            <a:rPr lang="en-US"/>
            <a:t>2</a:t>
          </a:r>
        </a:p>
      </dgm:t>
    </dgm:pt>
    <dgm:pt modelId="{8680492D-C41C-4866-861A-5510A9CDF214}">
      <dgm:prSet custT="1"/>
      <dgm:spPr/>
      <dgm:t>
        <a:bodyPr/>
        <a:lstStyle/>
        <a:p>
          <a:pPr algn="l"/>
          <a:r>
            <a:rPr lang="en-US" sz="1800" b="1" i="0" baseline="0" dirty="0"/>
            <a:t>Ensure compliance with ethical standards and data privacy regulations.</a:t>
          </a:r>
          <a:endParaRPr lang="en-US" sz="1800" dirty="0"/>
        </a:p>
      </dgm:t>
    </dgm:pt>
    <dgm:pt modelId="{85C55FA1-23BA-411C-8C8F-703C92127F09}" type="parTrans" cxnId="{1AC371E0-8637-4321-842A-9338D8E94AD4}">
      <dgm:prSet/>
      <dgm:spPr/>
      <dgm:t>
        <a:bodyPr/>
        <a:lstStyle/>
        <a:p>
          <a:endParaRPr lang="en-US"/>
        </a:p>
      </dgm:t>
    </dgm:pt>
    <dgm:pt modelId="{3D40015B-67AB-4CC2-8309-A442523F3723}" type="sibTrans" cxnId="{1AC371E0-8637-4321-842A-9338D8E94AD4}">
      <dgm:prSet phldrT="3" phldr="0"/>
      <dgm:spPr/>
      <dgm:t>
        <a:bodyPr/>
        <a:lstStyle/>
        <a:p>
          <a:r>
            <a:rPr lang="en-US"/>
            <a:t>3</a:t>
          </a:r>
        </a:p>
      </dgm:t>
    </dgm:pt>
    <dgm:pt modelId="{C14C2ECF-0BB7-43FF-AD56-A8DE70A3BCA2}" type="pres">
      <dgm:prSet presAssocID="{04DB5B34-5AC2-42B3-B564-7913D4A4C93C}" presName="Name0" presStyleCnt="0">
        <dgm:presLayoutVars>
          <dgm:animLvl val="lvl"/>
          <dgm:resizeHandles val="exact"/>
        </dgm:presLayoutVars>
      </dgm:prSet>
      <dgm:spPr/>
    </dgm:pt>
    <dgm:pt modelId="{23E51909-AF85-40E9-A07C-295DA3509407}" type="pres">
      <dgm:prSet presAssocID="{17F13C3C-BA02-40F9-94B3-7FF928A5771C}" presName="compositeNode" presStyleCnt="0">
        <dgm:presLayoutVars>
          <dgm:bulletEnabled val="1"/>
        </dgm:presLayoutVars>
      </dgm:prSet>
      <dgm:spPr/>
    </dgm:pt>
    <dgm:pt modelId="{CB22D285-A8A3-4D95-A0CD-B5D3DB4CF9F3}" type="pres">
      <dgm:prSet presAssocID="{17F13C3C-BA02-40F9-94B3-7FF928A5771C}" presName="bgRect" presStyleLbl="bgAccFollowNode1" presStyleIdx="0" presStyleCnt="3"/>
      <dgm:spPr/>
    </dgm:pt>
    <dgm:pt modelId="{4063D4E6-06A7-454B-B482-1E428129AA68}" type="pres">
      <dgm:prSet presAssocID="{384AA6CD-4916-4E05-822A-DBD2F704AEF8}" presName="sibTransNodeCircle" presStyleLbl="alignNode1" presStyleIdx="0" presStyleCnt="6">
        <dgm:presLayoutVars>
          <dgm:chMax val="0"/>
          <dgm:bulletEnabled/>
        </dgm:presLayoutVars>
      </dgm:prSet>
      <dgm:spPr/>
    </dgm:pt>
    <dgm:pt modelId="{A2EBDABB-0D00-4FBB-9B4C-F57BD2F2EFBF}" type="pres">
      <dgm:prSet presAssocID="{17F13C3C-BA02-40F9-94B3-7FF928A5771C}" presName="bottomLine" presStyleLbl="alignNode1" presStyleIdx="1" presStyleCnt="6">
        <dgm:presLayoutVars/>
      </dgm:prSet>
      <dgm:spPr/>
    </dgm:pt>
    <dgm:pt modelId="{1CB42C91-519D-4231-A0DD-1BA5AC2408A4}" type="pres">
      <dgm:prSet presAssocID="{17F13C3C-BA02-40F9-94B3-7FF928A5771C}" presName="nodeText" presStyleLbl="bgAccFollowNode1" presStyleIdx="0" presStyleCnt="3">
        <dgm:presLayoutVars>
          <dgm:bulletEnabled val="1"/>
        </dgm:presLayoutVars>
      </dgm:prSet>
      <dgm:spPr/>
    </dgm:pt>
    <dgm:pt modelId="{39BD4E82-6412-4AFA-965C-35C3D93599CA}" type="pres">
      <dgm:prSet presAssocID="{384AA6CD-4916-4E05-822A-DBD2F704AEF8}" presName="sibTrans" presStyleCnt="0"/>
      <dgm:spPr/>
    </dgm:pt>
    <dgm:pt modelId="{123BC6B3-63B3-4D0D-B08D-A1940D228EFA}" type="pres">
      <dgm:prSet presAssocID="{7468F540-962B-4CED-A132-39892CE2FF98}" presName="compositeNode" presStyleCnt="0">
        <dgm:presLayoutVars>
          <dgm:bulletEnabled val="1"/>
        </dgm:presLayoutVars>
      </dgm:prSet>
      <dgm:spPr/>
    </dgm:pt>
    <dgm:pt modelId="{7C39FC99-6162-4906-9C94-417FB1BAAC51}" type="pres">
      <dgm:prSet presAssocID="{7468F540-962B-4CED-A132-39892CE2FF98}" presName="bgRect" presStyleLbl="bgAccFollowNode1" presStyleIdx="1" presStyleCnt="3"/>
      <dgm:spPr/>
    </dgm:pt>
    <dgm:pt modelId="{7AC7DCD8-BD1E-4232-A53D-9F83DA148E5A}" type="pres">
      <dgm:prSet presAssocID="{08CC6200-2BA5-4750-A0AA-51F078D219C5}" presName="sibTransNodeCircle" presStyleLbl="alignNode1" presStyleIdx="2" presStyleCnt="6">
        <dgm:presLayoutVars>
          <dgm:chMax val="0"/>
          <dgm:bulletEnabled/>
        </dgm:presLayoutVars>
      </dgm:prSet>
      <dgm:spPr/>
    </dgm:pt>
    <dgm:pt modelId="{47F4D4E8-72CE-4E6B-BCA2-0716D8D3AF8F}" type="pres">
      <dgm:prSet presAssocID="{7468F540-962B-4CED-A132-39892CE2FF98}" presName="bottomLine" presStyleLbl="alignNode1" presStyleIdx="3" presStyleCnt="6">
        <dgm:presLayoutVars/>
      </dgm:prSet>
      <dgm:spPr/>
    </dgm:pt>
    <dgm:pt modelId="{E2623A2C-5048-4A58-BF62-305D0D521D00}" type="pres">
      <dgm:prSet presAssocID="{7468F540-962B-4CED-A132-39892CE2FF98}" presName="nodeText" presStyleLbl="bgAccFollowNode1" presStyleIdx="1" presStyleCnt="3">
        <dgm:presLayoutVars>
          <dgm:bulletEnabled val="1"/>
        </dgm:presLayoutVars>
      </dgm:prSet>
      <dgm:spPr/>
    </dgm:pt>
    <dgm:pt modelId="{14ED714B-0BB4-4525-9211-E58A0803B461}" type="pres">
      <dgm:prSet presAssocID="{08CC6200-2BA5-4750-A0AA-51F078D219C5}" presName="sibTrans" presStyleCnt="0"/>
      <dgm:spPr/>
    </dgm:pt>
    <dgm:pt modelId="{1912C3BD-0620-4EDE-8084-2E27C94FEC4B}" type="pres">
      <dgm:prSet presAssocID="{8680492D-C41C-4866-861A-5510A9CDF214}" presName="compositeNode" presStyleCnt="0">
        <dgm:presLayoutVars>
          <dgm:bulletEnabled val="1"/>
        </dgm:presLayoutVars>
      </dgm:prSet>
      <dgm:spPr/>
    </dgm:pt>
    <dgm:pt modelId="{78301214-BEAF-42F1-809D-90E439A1D630}" type="pres">
      <dgm:prSet presAssocID="{8680492D-C41C-4866-861A-5510A9CDF214}" presName="bgRect" presStyleLbl="bgAccFollowNode1" presStyleIdx="2" presStyleCnt="3"/>
      <dgm:spPr/>
    </dgm:pt>
    <dgm:pt modelId="{8FE84C38-F26C-47C6-A37A-FFD2A62CE6F1}" type="pres">
      <dgm:prSet presAssocID="{3D40015B-67AB-4CC2-8309-A442523F3723}" presName="sibTransNodeCircle" presStyleLbl="alignNode1" presStyleIdx="4" presStyleCnt="6">
        <dgm:presLayoutVars>
          <dgm:chMax val="0"/>
          <dgm:bulletEnabled/>
        </dgm:presLayoutVars>
      </dgm:prSet>
      <dgm:spPr/>
    </dgm:pt>
    <dgm:pt modelId="{AA4E243B-C218-452D-BE95-C88B1BE1F4AE}" type="pres">
      <dgm:prSet presAssocID="{8680492D-C41C-4866-861A-5510A9CDF214}" presName="bottomLine" presStyleLbl="alignNode1" presStyleIdx="5" presStyleCnt="6">
        <dgm:presLayoutVars/>
      </dgm:prSet>
      <dgm:spPr/>
    </dgm:pt>
    <dgm:pt modelId="{C74CD10F-D81A-4A6D-9ACB-F006725E31B4}" type="pres">
      <dgm:prSet presAssocID="{8680492D-C41C-4866-861A-5510A9CDF214}" presName="nodeText" presStyleLbl="bgAccFollowNode1" presStyleIdx="2" presStyleCnt="3">
        <dgm:presLayoutVars>
          <dgm:bulletEnabled val="1"/>
        </dgm:presLayoutVars>
      </dgm:prSet>
      <dgm:spPr/>
    </dgm:pt>
  </dgm:ptLst>
  <dgm:cxnLst>
    <dgm:cxn modelId="{00B0310F-988D-41CC-87A5-69917EB89A6A}" type="presOf" srcId="{384AA6CD-4916-4E05-822A-DBD2F704AEF8}" destId="{4063D4E6-06A7-454B-B482-1E428129AA68}" srcOrd="0" destOrd="0" presId="urn:microsoft.com/office/officeart/2016/7/layout/BasicLinearProcessNumbered"/>
    <dgm:cxn modelId="{70538310-E216-422A-9681-5F500045546D}" type="presOf" srcId="{7468F540-962B-4CED-A132-39892CE2FF98}" destId="{E2623A2C-5048-4A58-BF62-305D0D521D00}" srcOrd="1" destOrd="0" presId="urn:microsoft.com/office/officeart/2016/7/layout/BasicLinearProcessNumbered"/>
    <dgm:cxn modelId="{F765681E-DE97-4F36-9A0B-75D5464EA46A}" type="presOf" srcId="{8680492D-C41C-4866-861A-5510A9CDF214}" destId="{78301214-BEAF-42F1-809D-90E439A1D630}" srcOrd="0" destOrd="0" presId="urn:microsoft.com/office/officeart/2016/7/layout/BasicLinearProcessNumbered"/>
    <dgm:cxn modelId="{A86EC95C-D7F5-4259-8DA8-EBBB4633F08E}" srcId="{04DB5B34-5AC2-42B3-B564-7913D4A4C93C}" destId="{17F13C3C-BA02-40F9-94B3-7FF928A5771C}" srcOrd="0" destOrd="0" parTransId="{FEB4863C-C313-44C7-902F-A58D0D33FF98}" sibTransId="{384AA6CD-4916-4E05-822A-DBD2F704AEF8}"/>
    <dgm:cxn modelId="{8F9ED744-5E3A-4607-A8CC-3397E670FC2A}" type="presOf" srcId="{08CC6200-2BA5-4750-A0AA-51F078D219C5}" destId="{7AC7DCD8-BD1E-4232-A53D-9F83DA148E5A}" srcOrd="0" destOrd="0" presId="urn:microsoft.com/office/officeart/2016/7/layout/BasicLinearProcessNumbered"/>
    <dgm:cxn modelId="{66D1D067-F03A-4C00-883B-2A87A74E42F7}" type="presOf" srcId="{3D40015B-67AB-4CC2-8309-A442523F3723}" destId="{8FE84C38-F26C-47C6-A37A-FFD2A62CE6F1}" srcOrd="0" destOrd="0" presId="urn:microsoft.com/office/officeart/2016/7/layout/BasicLinearProcessNumbered"/>
    <dgm:cxn modelId="{B09D1E70-165B-44E0-982F-0A84749E2602}" type="presOf" srcId="{04DB5B34-5AC2-42B3-B564-7913D4A4C93C}" destId="{C14C2ECF-0BB7-43FF-AD56-A8DE70A3BCA2}" srcOrd="0" destOrd="0" presId="urn:microsoft.com/office/officeart/2016/7/layout/BasicLinearProcessNumbered"/>
    <dgm:cxn modelId="{0608159C-2372-45D3-B34B-E8DB632FAD8E}" type="presOf" srcId="{7468F540-962B-4CED-A132-39892CE2FF98}" destId="{7C39FC99-6162-4906-9C94-417FB1BAAC51}" srcOrd="0" destOrd="0" presId="urn:microsoft.com/office/officeart/2016/7/layout/BasicLinearProcessNumbered"/>
    <dgm:cxn modelId="{30546DBE-B587-4564-B977-23BE29D2DC70}" type="presOf" srcId="{17F13C3C-BA02-40F9-94B3-7FF928A5771C}" destId="{1CB42C91-519D-4231-A0DD-1BA5AC2408A4}" srcOrd="1" destOrd="0" presId="urn:microsoft.com/office/officeart/2016/7/layout/BasicLinearProcessNumbered"/>
    <dgm:cxn modelId="{1AC371E0-8637-4321-842A-9338D8E94AD4}" srcId="{04DB5B34-5AC2-42B3-B564-7913D4A4C93C}" destId="{8680492D-C41C-4866-861A-5510A9CDF214}" srcOrd="2" destOrd="0" parTransId="{85C55FA1-23BA-411C-8C8F-703C92127F09}" sibTransId="{3D40015B-67AB-4CC2-8309-A442523F3723}"/>
    <dgm:cxn modelId="{4D4FCEE0-EA4D-4B53-93B9-8E664260131D}" type="presOf" srcId="{8680492D-C41C-4866-861A-5510A9CDF214}" destId="{C74CD10F-D81A-4A6D-9ACB-F006725E31B4}" srcOrd="1" destOrd="0" presId="urn:microsoft.com/office/officeart/2016/7/layout/BasicLinearProcessNumbered"/>
    <dgm:cxn modelId="{AE034CE5-851F-45FA-BA91-53DC868F2B37}" srcId="{04DB5B34-5AC2-42B3-B564-7913D4A4C93C}" destId="{7468F540-962B-4CED-A132-39892CE2FF98}" srcOrd="1" destOrd="0" parTransId="{97CB8B71-4EA1-4128-83EB-9829AB1F58AF}" sibTransId="{08CC6200-2BA5-4750-A0AA-51F078D219C5}"/>
    <dgm:cxn modelId="{AA6AF3ED-4D62-4E62-AEB5-52821EDEECBA}" type="presOf" srcId="{17F13C3C-BA02-40F9-94B3-7FF928A5771C}" destId="{CB22D285-A8A3-4D95-A0CD-B5D3DB4CF9F3}" srcOrd="0" destOrd="0" presId="urn:microsoft.com/office/officeart/2016/7/layout/BasicLinearProcessNumbered"/>
    <dgm:cxn modelId="{DE9FA667-44FD-4F0C-8286-374274EF982D}" type="presParOf" srcId="{C14C2ECF-0BB7-43FF-AD56-A8DE70A3BCA2}" destId="{23E51909-AF85-40E9-A07C-295DA3509407}" srcOrd="0" destOrd="0" presId="urn:microsoft.com/office/officeart/2016/7/layout/BasicLinearProcessNumbered"/>
    <dgm:cxn modelId="{547279F4-5D19-496B-98FB-B2A6F89B461E}" type="presParOf" srcId="{23E51909-AF85-40E9-A07C-295DA3509407}" destId="{CB22D285-A8A3-4D95-A0CD-B5D3DB4CF9F3}" srcOrd="0" destOrd="0" presId="urn:microsoft.com/office/officeart/2016/7/layout/BasicLinearProcessNumbered"/>
    <dgm:cxn modelId="{10CA33B9-1C41-425B-8625-4950387237DB}" type="presParOf" srcId="{23E51909-AF85-40E9-A07C-295DA3509407}" destId="{4063D4E6-06A7-454B-B482-1E428129AA68}" srcOrd="1" destOrd="0" presId="urn:microsoft.com/office/officeart/2016/7/layout/BasicLinearProcessNumbered"/>
    <dgm:cxn modelId="{D3D27C00-08D2-4574-B9ED-A0BD48CE110A}" type="presParOf" srcId="{23E51909-AF85-40E9-A07C-295DA3509407}" destId="{A2EBDABB-0D00-4FBB-9B4C-F57BD2F2EFBF}" srcOrd="2" destOrd="0" presId="urn:microsoft.com/office/officeart/2016/7/layout/BasicLinearProcessNumbered"/>
    <dgm:cxn modelId="{59DDAA08-E582-40B6-A76F-52767C6DAAC6}" type="presParOf" srcId="{23E51909-AF85-40E9-A07C-295DA3509407}" destId="{1CB42C91-519D-4231-A0DD-1BA5AC2408A4}" srcOrd="3" destOrd="0" presId="urn:microsoft.com/office/officeart/2016/7/layout/BasicLinearProcessNumbered"/>
    <dgm:cxn modelId="{2B3AF039-5028-4B3A-8F11-97719D890F56}" type="presParOf" srcId="{C14C2ECF-0BB7-43FF-AD56-A8DE70A3BCA2}" destId="{39BD4E82-6412-4AFA-965C-35C3D93599CA}" srcOrd="1" destOrd="0" presId="urn:microsoft.com/office/officeart/2016/7/layout/BasicLinearProcessNumbered"/>
    <dgm:cxn modelId="{C43DAA44-0D4F-40F6-8754-B1E5FEE569B7}" type="presParOf" srcId="{C14C2ECF-0BB7-43FF-AD56-A8DE70A3BCA2}" destId="{123BC6B3-63B3-4D0D-B08D-A1940D228EFA}" srcOrd="2" destOrd="0" presId="urn:microsoft.com/office/officeart/2016/7/layout/BasicLinearProcessNumbered"/>
    <dgm:cxn modelId="{34520916-7A78-40FB-8A3E-6513755E4654}" type="presParOf" srcId="{123BC6B3-63B3-4D0D-B08D-A1940D228EFA}" destId="{7C39FC99-6162-4906-9C94-417FB1BAAC51}" srcOrd="0" destOrd="0" presId="urn:microsoft.com/office/officeart/2016/7/layout/BasicLinearProcessNumbered"/>
    <dgm:cxn modelId="{30F7B340-2C98-48FC-94EB-429C33AC41E8}" type="presParOf" srcId="{123BC6B3-63B3-4D0D-B08D-A1940D228EFA}" destId="{7AC7DCD8-BD1E-4232-A53D-9F83DA148E5A}" srcOrd="1" destOrd="0" presId="urn:microsoft.com/office/officeart/2016/7/layout/BasicLinearProcessNumbered"/>
    <dgm:cxn modelId="{1B148DE3-8E74-4230-B0A1-DAD811A7FEB1}" type="presParOf" srcId="{123BC6B3-63B3-4D0D-B08D-A1940D228EFA}" destId="{47F4D4E8-72CE-4E6B-BCA2-0716D8D3AF8F}" srcOrd="2" destOrd="0" presId="urn:microsoft.com/office/officeart/2016/7/layout/BasicLinearProcessNumbered"/>
    <dgm:cxn modelId="{D6489254-D383-4350-816B-9ADEDA064878}" type="presParOf" srcId="{123BC6B3-63B3-4D0D-B08D-A1940D228EFA}" destId="{E2623A2C-5048-4A58-BF62-305D0D521D00}" srcOrd="3" destOrd="0" presId="urn:microsoft.com/office/officeart/2016/7/layout/BasicLinearProcessNumbered"/>
    <dgm:cxn modelId="{D28959C2-49BE-41F5-858F-A563AC04A571}" type="presParOf" srcId="{C14C2ECF-0BB7-43FF-AD56-A8DE70A3BCA2}" destId="{14ED714B-0BB4-4525-9211-E58A0803B461}" srcOrd="3" destOrd="0" presId="urn:microsoft.com/office/officeart/2016/7/layout/BasicLinearProcessNumbered"/>
    <dgm:cxn modelId="{DFDA5A4B-5B3C-4755-A675-6B7DEA6FE9C3}" type="presParOf" srcId="{C14C2ECF-0BB7-43FF-AD56-A8DE70A3BCA2}" destId="{1912C3BD-0620-4EDE-8084-2E27C94FEC4B}" srcOrd="4" destOrd="0" presId="urn:microsoft.com/office/officeart/2016/7/layout/BasicLinearProcessNumbered"/>
    <dgm:cxn modelId="{A94A5339-0C73-4607-9AF6-6E9DAE882D74}" type="presParOf" srcId="{1912C3BD-0620-4EDE-8084-2E27C94FEC4B}" destId="{78301214-BEAF-42F1-809D-90E439A1D630}" srcOrd="0" destOrd="0" presId="urn:microsoft.com/office/officeart/2016/7/layout/BasicLinearProcessNumbered"/>
    <dgm:cxn modelId="{F082A856-ED27-4E20-8FAB-2184D7A212E8}" type="presParOf" srcId="{1912C3BD-0620-4EDE-8084-2E27C94FEC4B}" destId="{8FE84C38-F26C-47C6-A37A-FFD2A62CE6F1}" srcOrd="1" destOrd="0" presId="urn:microsoft.com/office/officeart/2016/7/layout/BasicLinearProcessNumbered"/>
    <dgm:cxn modelId="{5592D5EA-5886-4B69-83D2-869D2E5D1E27}" type="presParOf" srcId="{1912C3BD-0620-4EDE-8084-2E27C94FEC4B}" destId="{AA4E243B-C218-452D-BE95-C88B1BE1F4AE}" srcOrd="2" destOrd="0" presId="urn:microsoft.com/office/officeart/2016/7/layout/BasicLinearProcessNumbered"/>
    <dgm:cxn modelId="{1F771C99-6873-43B5-94B4-948D650E338C}" type="presParOf" srcId="{1912C3BD-0620-4EDE-8084-2E27C94FEC4B}" destId="{C74CD10F-D81A-4A6D-9ACB-F006725E31B4}"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0F66F6-9AF5-4C81-A951-FA7153FE296B}">
      <dsp:nvSpPr>
        <dsp:cNvPr id="0" name=""/>
        <dsp:cNvSpPr/>
      </dsp:nvSpPr>
      <dsp:spPr>
        <a:xfrm>
          <a:off x="4039"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b="1" kern="1200"/>
            <a:t>Breast Cancer</a:t>
          </a:r>
          <a:endParaRPr lang="en-US" sz="700" kern="1200"/>
        </a:p>
      </dsp:txBody>
      <dsp:txXfrm>
        <a:off x="15043" y="538669"/>
        <a:ext cx="729382" cy="353687"/>
      </dsp:txXfrm>
    </dsp:sp>
    <dsp:sp modelId="{0C86B9CE-F7C2-46A3-8DB6-290AAFEACBE2}">
      <dsp:nvSpPr>
        <dsp:cNvPr id="0" name=""/>
        <dsp:cNvSpPr/>
      </dsp:nvSpPr>
      <dsp:spPr>
        <a:xfrm>
          <a:off x="33458"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59F812-090C-4D52-9789-B8E2C3FFEDAD}">
      <dsp:nvSpPr>
        <dsp:cNvPr id="0" name=""/>
        <dsp:cNvSpPr/>
      </dsp:nvSpPr>
      <dsp:spPr>
        <a:xfrm>
          <a:off x="154317"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GB" sz="500" b="1" kern="1200"/>
            <a:t>Statistics in Australia</a:t>
          </a:r>
          <a:endParaRPr lang="en-US" sz="500" kern="1200"/>
        </a:p>
      </dsp:txBody>
      <dsp:txXfrm>
        <a:off x="165321" y="1008288"/>
        <a:ext cx="579104" cy="353687"/>
      </dsp:txXfrm>
    </dsp:sp>
    <dsp:sp modelId="{6D64F9B0-8EEA-4149-9FD8-7668B12F7FDD}">
      <dsp:nvSpPr>
        <dsp:cNvPr id="0" name=""/>
        <dsp:cNvSpPr/>
      </dsp:nvSpPr>
      <dsp:spPr>
        <a:xfrm>
          <a:off x="33458" y="903360"/>
          <a:ext cx="91440" cy="751390"/>
        </a:xfrm>
        <a:custGeom>
          <a:avLst/>
          <a:gdLst/>
          <a:ahLst/>
          <a:cxnLst/>
          <a:rect l="0" t="0" r="0" b="0"/>
          <a:pathLst>
            <a:path>
              <a:moveTo>
                <a:pt x="45720" y="0"/>
              </a:moveTo>
              <a:lnTo>
                <a:pt x="45720" y="751390"/>
              </a:lnTo>
              <a:lnTo>
                <a:pt x="120859" y="75139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0747C2-A75B-41A4-9F68-A72ADB1918D4}">
      <dsp:nvSpPr>
        <dsp:cNvPr id="0" name=""/>
        <dsp:cNvSpPr/>
      </dsp:nvSpPr>
      <dsp:spPr>
        <a:xfrm>
          <a:off x="154317" y="146690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GB" sz="500" b="1" kern="1200"/>
            <a:t>Screening and Early Diagnosis</a:t>
          </a:r>
          <a:endParaRPr lang="en-US" sz="500" kern="1200"/>
        </a:p>
      </dsp:txBody>
      <dsp:txXfrm>
        <a:off x="165321" y="1477908"/>
        <a:ext cx="579104" cy="353687"/>
      </dsp:txXfrm>
    </dsp:sp>
    <dsp:sp modelId="{441B40BB-E48C-4BF6-88AB-8688CEFE7646}">
      <dsp:nvSpPr>
        <dsp:cNvPr id="0" name=""/>
        <dsp:cNvSpPr/>
      </dsp:nvSpPr>
      <dsp:spPr>
        <a:xfrm>
          <a:off x="943278"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US" sz="700" b="1" kern="1200" dirty="0"/>
            <a:t>Diagnosis-optimized Strategy </a:t>
          </a:r>
          <a:r>
            <a:rPr lang="en-GB" sz="700" b="1" kern="1200" dirty="0"/>
            <a:t> </a:t>
          </a:r>
          <a:endParaRPr lang="en-US" sz="700" kern="1200" dirty="0"/>
        </a:p>
      </dsp:txBody>
      <dsp:txXfrm>
        <a:off x="954282" y="538669"/>
        <a:ext cx="729382" cy="353687"/>
      </dsp:txXfrm>
    </dsp:sp>
    <dsp:sp modelId="{B95C2E9E-A6FA-4F16-94B8-24E73446053D}">
      <dsp:nvSpPr>
        <dsp:cNvPr id="0" name=""/>
        <dsp:cNvSpPr/>
      </dsp:nvSpPr>
      <dsp:spPr>
        <a:xfrm>
          <a:off x="1882517"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Breast Cancer Dataset Overview</a:t>
          </a:r>
          <a:endParaRPr lang="en-US" sz="700" kern="1200"/>
        </a:p>
      </dsp:txBody>
      <dsp:txXfrm>
        <a:off x="1893521" y="538669"/>
        <a:ext cx="729382" cy="353687"/>
      </dsp:txXfrm>
    </dsp:sp>
    <dsp:sp modelId="{1AE7B9B2-1E44-4D76-A2CB-5153F9848D25}">
      <dsp:nvSpPr>
        <dsp:cNvPr id="0" name=""/>
        <dsp:cNvSpPr/>
      </dsp:nvSpPr>
      <dsp:spPr>
        <a:xfrm>
          <a:off x="1911936"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A6A2AC-B0B2-498B-A41A-4F57434951DC}">
      <dsp:nvSpPr>
        <dsp:cNvPr id="0" name=""/>
        <dsp:cNvSpPr/>
      </dsp:nvSpPr>
      <dsp:spPr>
        <a:xfrm>
          <a:off x="2032795"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US" sz="500" b="1" kern="1200"/>
            <a:t>Data  Overview</a:t>
          </a:r>
          <a:endParaRPr lang="en-US" sz="500" kern="1200"/>
        </a:p>
      </dsp:txBody>
      <dsp:txXfrm>
        <a:off x="2043799" y="1008288"/>
        <a:ext cx="579104" cy="353687"/>
      </dsp:txXfrm>
    </dsp:sp>
    <dsp:sp modelId="{B4955F11-0911-41AC-BD74-4C867EC1B0CE}">
      <dsp:nvSpPr>
        <dsp:cNvPr id="0" name=""/>
        <dsp:cNvSpPr/>
      </dsp:nvSpPr>
      <dsp:spPr>
        <a:xfrm>
          <a:off x="1911936" y="903360"/>
          <a:ext cx="91440" cy="751390"/>
        </a:xfrm>
        <a:custGeom>
          <a:avLst/>
          <a:gdLst/>
          <a:ahLst/>
          <a:cxnLst/>
          <a:rect l="0" t="0" r="0" b="0"/>
          <a:pathLst>
            <a:path>
              <a:moveTo>
                <a:pt x="45720" y="0"/>
              </a:moveTo>
              <a:lnTo>
                <a:pt x="45720" y="751390"/>
              </a:lnTo>
              <a:lnTo>
                <a:pt x="120859" y="75139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AA3185-3FC6-4941-B49F-D697B70CDE0C}">
      <dsp:nvSpPr>
        <dsp:cNvPr id="0" name=""/>
        <dsp:cNvSpPr/>
      </dsp:nvSpPr>
      <dsp:spPr>
        <a:xfrm>
          <a:off x="2032795" y="146690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US" sz="500" b="1" kern="1200"/>
            <a:t>Exploration and Cleaning </a:t>
          </a:r>
          <a:endParaRPr lang="en-US" sz="500" kern="1200"/>
        </a:p>
      </dsp:txBody>
      <dsp:txXfrm>
        <a:off x="2043799" y="1477908"/>
        <a:ext cx="579104" cy="353687"/>
      </dsp:txXfrm>
    </dsp:sp>
    <dsp:sp modelId="{6E595A31-3DF1-44AC-BC39-9FD25875C41B}">
      <dsp:nvSpPr>
        <dsp:cNvPr id="0" name=""/>
        <dsp:cNvSpPr/>
      </dsp:nvSpPr>
      <dsp:spPr>
        <a:xfrm>
          <a:off x="1911936" y="903360"/>
          <a:ext cx="91440" cy="1221010"/>
        </a:xfrm>
        <a:custGeom>
          <a:avLst/>
          <a:gdLst/>
          <a:ahLst/>
          <a:cxnLst/>
          <a:rect l="0" t="0" r="0" b="0"/>
          <a:pathLst>
            <a:path>
              <a:moveTo>
                <a:pt x="45720" y="0"/>
              </a:moveTo>
              <a:lnTo>
                <a:pt x="45720" y="1221010"/>
              </a:lnTo>
              <a:lnTo>
                <a:pt x="120859" y="122101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C1FC58-66D4-4D40-9E44-4A34DF072C8C}">
      <dsp:nvSpPr>
        <dsp:cNvPr id="0" name=""/>
        <dsp:cNvSpPr/>
      </dsp:nvSpPr>
      <dsp:spPr>
        <a:xfrm>
          <a:off x="2032795" y="1936523"/>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Data Balancing </a:t>
          </a:r>
          <a:endParaRPr lang="en-US" sz="500" kern="1200"/>
        </a:p>
      </dsp:txBody>
      <dsp:txXfrm>
        <a:off x="2043799" y="1947527"/>
        <a:ext cx="579104" cy="353687"/>
      </dsp:txXfrm>
    </dsp:sp>
    <dsp:sp modelId="{195F31F3-519A-48F5-B244-0384EF38C99E}">
      <dsp:nvSpPr>
        <dsp:cNvPr id="0" name=""/>
        <dsp:cNvSpPr/>
      </dsp:nvSpPr>
      <dsp:spPr>
        <a:xfrm>
          <a:off x="2821755"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Feature Engineering </a:t>
          </a:r>
          <a:endParaRPr lang="en-US" sz="700" kern="1200"/>
        </a:p>
      </dsp:txBody>
      <dsp:txXfrm>
        <a:off x="2832759" y="538669"/>
        <a:ext cx="729382" cy="353687"/>
      </dsp:txXfrm>
    </dsp:sp>
    <dsp:sp modelId="{C0C98A3B-038E-415E-B2E6-B9C685A47664}">
      <dsp:nvSpPr>
        <dsp:cNvPr id="0" name=""/>
        <dsp:cNvSpPr/>
      </dsp:nvSpPr>
      <dsp:spPr>
        <a:xfrm>
          <a:off x="2851174"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7866CE-78E4-493A-949A-C2F266ECEC6F}">
      <dsp:nvSpPr>
        <dsp:cNvPr id="0" name=""/>
        <dsp:cNvSpPr/>
      </dsp:nvSpPr>
      <dsp:spPr>
        <a:xfrm>
          <a:off x="2972034"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Distribution after Scaling </a:t>
          </a:r>
          <a:endParaRPr lang="en-US" sz="500" kern="1200"/>
        </a:p>
      </dsp:txBody>
      <dsp:txXfrm>
        <a:off x="2983038" y="1008288"/>
        <a:ext cx="579104" cy="353687"/>
      </dsp:txXfrm>
    </dsp:sp>
    <dsp:sp modelId="{6745980E-1D5E-418F-892B-4BA545ADFF36}">
      <dsp:nvSpPr>
        <dsp:cNvPr id="0" name=""/>
        <dsp:cNvSpPr/>
      </dsp:nvSpPr>
      <dsp:spPr>
        <a:xfrm>
          <a:off x="2851174" y="903360"/>
          <a:ext cx="91440" cy="751390"/>
        </a:xfrm>
        <a:custGeom>
          <a:avLst/>
          <a:gdLst/>
          <a:ahLst/>
          <a:cxnLst/>
          <a:rect l="0" t="0" r="0" b="0"/>
          <a:pathLst>
            <a:path>
              <a:moveTo>
                <a:pt x="45720" y="0"/>
              </a:moveTo>
              <a:lnTo>
                <a:pt x="45720" y="751390"/>
              </a:lnTo>
              <a:lnTo>
                <a:pt x="120859" y="75139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A742F2-70B0-41B6-9206-85D812756D37}">
      <dsp:nvSpPr>
        <dsp:cNvPr id="0" name=""/>
        <dsp:cNvSpPr/>
      </dsp:nvSpPr>
      <dsp:spPr>
        <a:xfrm>
          <a:off x="2972034" y="146690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Boxplot</a:t>
          </a:r>
          <a:endParaRPr lang="en-US" sz="500" kern="1200"/>
        </a:p>
      </dsp:txBody>
      <dsp:txXfrm>
        <a:off x="2983038" y="1477908"/>
        <a:ext cx="579104" cy="353687"/>
      </dsp:txXfrm>
    </dsp:sp>
    <dsp:sp modelId="{54A3E217-11D0-4D02-A5D8-1BACA0090E0E}">
      <dsp:nvSpPr>
        <dsp:cNvPr id="0" name=""/>
        <dsp:cNvSpPr/>
      </dsp:nvSpPr>
      <dsp:spPr>
        <a:xfrm>
          <a:off x="2851174" y="903360"/>
          <a:ext cx="91440" cy="1221010"/>
        </a:xfrm>
        <a:custGeom>
          <a:avLst/>
          <a:gdLst/>
          <a:ahLst/>
          <a:cxnLst/>
          <a:rect l="0" t="0" r="0" b="0"/>
          <a:pathLst>
            <a:path>
              <a:moveTo>
                <a:pt x="45720" y="0"/>
              </a:moveTo>
              <a:lnTo>
                <a:pt x="45720" y="1221010"/>
              </a:lnTo>
              <a:lnTo>
                <a:pt x="120859" y="122101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9BA05D-EF4E-453E-994F-855D884422E7}">
      <dsp:nvSpPr>
        <dsp:cNvPr id="0" name=""/>
        <dsp:cNvSpPr/>
      </dsp:nvSpPr>
      <dsp:spPr>
        <a:xfrm>
          <a:off x="2972034" y="1936523"/>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Pairplot</a:t>
          </a:r>
          <a:endParaRPr lang="en-US" sz="500" kern="1200"/>
        </a:p>
      </dsp:txBody>
      <dsp:txXfrm>
        <a:off x="2983038" y="1947527"/>
        <a:ext cx="579104" cy="353687"/>
      </dsp:txXfrm>
    </dsp:sp>
    <dsp:sp modelId="{E89F46D2-3E51-4E83-83F7-E7A3F8516D18}">
      <dsp:nvSpPr>
        <dsp:cNvPr id="0" name=""/>
        <dsp:cNvSpPr/>
      </dsp:nvSpPr>
      <dsp:spPr>
        <a:xfrm>
          <a:off x="2851174" y="903360"/>
          <a:ext cx="91440" cy="1690629"/>
        </a:xfrm>
        <a:custGeom>
          <a:avLst/>
          <a:gdLst/>
          <a:ahLst/>
          <a:cxnLst/>
          <a:rect l="0" t="0" r="0" b="0"/>
          <a:pathLst>
            <a:path>
              <a:moveTo>
                <a:pt x="45720" y="0"/>
              </a:moveTo>
              <a:lnTo>
                <a:pt x="45720" y="1690629"/>
              </a:lnTo>
              <a:lnTo>
                <a:pt x="120859" y="169062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CD3F0F-CF7D-4660-A162-36145259F096}">
      <dsp:nvSpPr>
        <dsp:cNvPr id="0" name=""/>
        <dsp:cNvSpPr/>
      </dsp:nvSpPr>
      <dsp:spPr>
        <a:xfrm>
          <a:off x="2972034" y="2406142"/>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Heatmap</a:t>
          </a:r>
          <a:endParaRPr lang="en-US" sz="500" kern="1200"/>
        </a:p>
      </dsp:txBody>
      <dsp:txXfrm>
        <a:off x="2983038" y="2417146"/>
        <a:ext cx="579104" cy="353687"/>
      </dsp:txXfrm>
    </dsp:sp>
    <dsp:sp modelId="{75B5A4C9-2B26-4C10-83C8-867F8A555B1F}">
      <dsp:nvSpPr>
        <dsp:cNvPr id="0" name=""/>
        <dsp:cNvSpPr/>
      </dsp:nvSpPr>
      <dsp:spPr>
        <a:xfrm>
          <a:off x="3760994"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Feature Selection</a:t>
          </a:r>
          <a:endParaRPr lang="en-US" sz="700" kern="1200"/>
        </a:p>
      </dsp:txBody>
      <dsp:txXfrm>
        <a:off x="3771998" y="538669"/>
        <a:ext cx="729382" cy="353687"/>
      </dsp:txXfrm>
    </dsp:sp>
    <dsp:sp modelId="{8DD40F09-2B3F-4380-B5E0-4308AE298527}">
      <dsp:nvSpPr>
        <dsp:cNvPr id="0" name=""/>
        <dsp:cNvSpPr/>
      </dsp:nvSpPr>
      <dsp:spPr>
        <a:xfrm>
          <a:off x="3790413"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7B5B95-5A34-4AC4-8E08-528CAD66FAD6}">
      <dsp:nvSpPr>
        <dsp:cNvPr id="0" name=""/>
        <dsp:cNvSpPr/>
      </dsp:nvSpPr>
      <dsp:spPr>
        <a:xfrm>
          <a:off x="3911272"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Principal Component Analysis (PCA)</a:t>
          </a:r>
          <a:endParaRPr lang="en-US" sz="500" kern="1200"/>
        </a:p>
      </dsp:txBody>
      <dsp:txXfrm>
        <a:off x="3922276" y="1008288"/>
        <a:ext cx="579104" cy="353687"/>
      </dsp:txXfrm>
    </dsp:sp>
    <dsp:sp modelId="{2B10FA0C-B15A-4E4F-9124-1A71DD666C39}">
      <dsp:nvSpPr>
        <dsp:cNvPr id="0" name=""/>
        <dsp:cNvSpPr/>
      </dsp:nvSpPr>
      <dsp:spPr>
        <a:xfrm>
          <a:off x="3790413" y="903360"/>
          <a:ext cx="91440" cy="751390"/>
        </a:xfrm>
        <a:custGeom>
          <a:avLst/>
          <a:gdLst/>
          <a:ahLst/>
          <a:cxnLst/>
          <a:rect l="0" t="0" r="0" b="0"/>
          <a:pathLst>
            <a:path>
              <a:moveTo>
                <a:pt x="45720" y="0"/>
              </a:moveTo>
              <a:lnTo>
                <a:pt x="45720" y="751390"/>
              </a:lnTo>
              <a:lnTo>
                <a:pt x="120859" y="75139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45398E-1E26-4B93-B681-0AFBB7C338EA}">
      <dsp:nvSpPr>
        <dsp:cNvPr id="0" name=""/>
        <dsp:cNvSpPr/>
      </dsp:nvSpPr>
      <dsp:spPr>
        <a:xfrm>
          <a:off x="3911272" y="146690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Forward Stepwise</a:t>
          </a:r>
          <a:endParaRPr lang="en-US" sz="500" kern="1200"/>
        </a:p>
      </dsp:txBody>
      <dsp:txXfrm>
        <a:off x="3922276" y="1477908"/>
        <a:ext cx="579104" cy="353687"/>
      </dsp:txXfrm>
    </dsp:sp>
    <dsp:sp modelId="{274499BD-6F25-4EF7-BA23-EDF0194E1BC9}">
      <dsp:nvSpPr>
        <dsp:cNvPr id="0" name=""/>
        <dsp:cNvSpPr/>
      </dsp:nvSpPr>
      <dsp:spPr>
        <a:xfrm>
          <a:off x="4700233"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Machine Learning Algorithms </a:t>
          </a:r>
          <a:endParaRPr lang="en-US" sz="700" kern="1200"/>
        </a:p>
      </dsp:txBody>
      <dsp:txXfrm>
        <a:off x="4711237" y="538669"/>
        <a:ext cx="729382" cy="353687"/>
      </dsp:txXfrm>
    </dsp:sp>
    <dsp:sp modelId="{A3B0E650-DE22-4B0A-B65C-8A6B8CEBB574}">
      <dsp:nvSpPr>
        <dsp:cNvPr id="0" name=""/>
        <dsp:cNvSpPr/>
      </dsp:nvSpPr>
      <dsp:spPr>
        <a:xfrm>
          <a:off x="4729652"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987C05-0593-4944-AD05-7F65E9055192}">
      <dsp:nvSpPr>
        <dsp:cNvPr id="0" name=""/>
        <dsp:cNvSpPr/>
      </dsp:nvSpPr>
      <dsp:spPr>
        <a:xfrm>
          <a:off x="4850511"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GB" sz="500" b="1" kern="1200"/>
            <a:t>LR, SVM, RF, and KNN</a:t>
          </a:r>
          <a:endParaRPr lang="en-US" sz="500" kern="1200"/>
        </a:p>
      </dsp:txBody>
      <dsp:txXfrm>
        <a:off x="4861515" y="1008288"/>
        <a:ext cx="579104" cy="353687"/>
      </dsp:txXfrm>
    </dsp:sp>
    <dsp:sp modelId="{6660A598-183B-4893-A8FB-4A4BEC0C966E}">
      <dsp:nvSpPr>
        <dsp:cNvPr id="0" name=""/>
        <dsp:cNvSpPr/>
      </dsp:nvSpPr>
      <dsp:spPr>
        <a:xfrm>
          <a:off x="4729652" y="903360"/>
          <a:ext cx="91440" cy="751390"/>
        </a:xfrm>
        <a:custGeom>
          <a:avLst/>
          <a:gdLst/>
          <a:ahLst/>
          <a:cxnLst/>
          <a:rect l="0" t="0" r="0" b="0"/>
          <a:pathLst>
            <a:path>
              <a:moveTo>
                <a:pt x="45720" y="0"/>
              </a:moveTo>
              <a:lnTo>
                <a:pt x="45720" y="751390"/>
              </a:lnTo>
              <a:lnTo>
                <a:pt x="120859" y="75139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511F2F-C376-4CC0-AF0F-890B6C9E1DE6}">
      <dsp:nvSpPr>
        <dsp:cNvPr id="0" name=""/>
        <dsp:cNvSpPr/>
      </dsp:nvSpPr>
      <dsp:spPr>
        <a:xfrm>
          <a:off x="4850511" y="146690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GB" sz="500" b="1" kern="1200"/>
            <a:t>Cross Validation</a:t>
          </a:r>
          <a:endParaRPr lang="en-US" sz="500" kern="1200"/>
        </a:p>
      </dsp:txBody>
      <dsp:txXfrm>
        <a:off x="4861515" y="1477908"/>
        <a:ext cx="579104" cy="353687"/>
      </dsp:txXfrm>
    </dsp:sp>
    <dsp:sp modelId="{21325CAB-1450-4515-B21D-15E1F244554B}">
      <dsp:nvSpPr>
        <dsp:cNvPr id="0" name=""/>
        <dsp:cNvSpPr/>
      </dsp:nvSpPr>
      <dsp:spPr>
        <a:xfrm>
          <a:off x="4729652" y="903360"/>
          <a:ext cx="91440" cy="1221010"/>
        </a:xfrm>
        <a:custGeom>
          <a:avLst/>
          <a:gdLst/>
          <a:ahLst/>
          <a:cxnLst/>
          <a:rect l="0" t="0" r="0" b="0"/>
          <a:pathLst>
            <a:path>
              <a:moveTo>
                <a:pt x="45720" y="0"/>
              </a:moveTo>
              <a:lnTo>
                <a:pt x="45720" y="1221010"/>
              </a:lnTo>
              <a:lnTo>
                <a:pt x="120859" y="122101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2D18DB-E94B-4771-B578-57B5ED280812}">
      <dsp:nvSpPr>
        <dsp:cNvPr id="0" name=""/>
        <dsp:cNvSpPr/>
      </dsp:nvSpPr>
      <dsp:spPr>
        <a:xfrm>
          <a:off x="4850511" y="1936523"/>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GB" sz="500" b="1" kern="1200"/>
            <a:t>Evaluation </a:t>
          </a:r>
          <a:endParaRPr lang="en-US" sz="500" kern="1200"/>
        </a:p>
      </dsp:txBody>
      <dsp:txXfrm>
        <a:off x="4861515" y="1947527"/>
        <a:ext cx="579104" cy="353687"/>
      </dsp:txXfrm>
    </dsp:sp>
    <dsp:sp modelId="{6D2E5672-8ECD-4DDA-B109-0FEC58B8EE2C}">
      <dsp:nvSpPr>
        <dsp:cNvPr id="0" name=""/>
        <dsp:cNvSpPr/>
      </dsp:nvSpPr>
      <dsp:spPr>
        <a:xfrm>
          <a:off x="4729652" y="903360"/>
          <a:ext cx="91440" cy="1690629"/>
        </a:xfrm>
        <a:custGeom>
          <a:avLst/>
          <a:gdLst/>
          <a:ahLst/>
          <a:cxnLst/>
          <a:rect l="0" t="0" r="0" b="0"/>
          <a:pathLst>
            <a:path>
              <a:moveTo>
                <a:pt x="45720" y="0"/>
              </a:moveTo>
              <a:lnTo>
                <a:pt x="45720" y="1690629"/>
              </a:lnTo>
              <a:lnTo>
                <a:pt x="120859" y="169062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C2139E-3469-4A22-AFA5-5F3C9CA024B4}">
      <dsp:nvSpPr>
        <dsp:cNvPr id="0" name=""/>
        <dsp:cNvSpPr/>
      </dsp:nvSpPr>
      <dsp:spPr>
        <a:xfrm>
          <a:off x="4850511" y="2406142"/>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US" sz="500" b="1" kern="1200"/>
            <a:t>Ensemble method </a:t>
          </a:r>
          <a:endParaRPr lang="en-US" sz="500" kern="1200"/>
        </a:p>
      </dsp:txBody>
      <dsp:txXfrm>
        <a:off x="4861515" y="2417146"/>
        <a:ext cx="579104" cy="353687"/>
      </dsp:txXfrm>
    </dsp:sp>
    <dsp:sp modelId="{792A7BED-3505-4DB6-BF14-E78E39909001}">
      <dsp:nvSpPr>
        <dsp:cNvPr id="0" name=""/>
        <dsp:cNvSpPr/>
      </dsp:nvSpPr>
      <dsp:spPr>
        <a:xfrm>
          <a:off x="4729652" y="903360"/>
          <a:ext cx="91440" cy="2160249"/>
        </a:xfrm>
        <a:custGeom>
          <a:avLst/>
          <a:gdLst/>
          <a:ahLst/>
          <a:cxnLst/>
          <a:rect l="0" t="0" r="0" b="0"/>
          <a:pathLst>
            <a:path>
              <a:moveTo>
                <a:pt x="45720" y="0"/>
              </a:moveTo>
              <a:lnTo>
                <a:pt x="45720" y="2160249"/>
              </a:lnTo>
              <a:lnTo>
                <a:pt x="120859" y="216024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5F8561-2481-4DAD-AD85-CDA659AD6076}">
      <dsp:nvSpPr>
        <dsp:cNvPr id="0" name=""/>
        <dsp:cNvSpPr/>
      </dsp:nvSpPr>
      <dsp:spPr>
        <a:xfrm>
          <a:off x="4850511" y="2875762"/>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Final Training </a:t>
          </a:r>
          <a:endParaRPr lang="en-US" sz="500" kern="1200"/>
        </a:p>
      </dsp:txBody>
      <dsp:txXfrm>
        <a:off x="4861515" y="2886766"/>
        <a:ext cx="579104" cy="353687"/>
      </dsp:txXfrm>
    </dsp:sp>
    <dsp:sp modelId="{8AB026B5-3A86-47D4-BBEB-723F97BD2A21}">
      <dsp:nvSpPr>
        <dsp:cNvPr id="0" name=""/>
        <dsp:cNvSpPr/>
      </dsp:nvSpPr>
      <dsp:spPr>
        <a:xfrm>
          <a:off x="5639471"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Model Training and Validation</a:t>
          </a:r>
          <a:endParaRPr lang="en-US" sz="700" kern="1200"/>
        </a:p>
      </dsp:txBody>
      <dsp:txXfrm>
        <a:off x="5650475" y="538669"/>
        <a:ext cx="729382" cy="353687"/>
      </dsp:txXfrm>
    </dsp:sp>
    <dsp:sp modelId="{1F350993-F260-4266-ABF2-0763F4887DDD}">
      <dsp:nvSpPr>
        <dsp:cNvPr id="0" name=""/>
        <dsp:cNvSpPr/>
      </dsp:nvSpPr>
      <dsp:spPr>
        <a:xfrm>
          <a:off x="5668891"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90CC72-CA52-4936-8D51-7C65051E92DD}">
      <dsp:nvSpPr>
        <dsp:cNvPr id="0" name=""/>
        <dsp:cNvSpPr/>
      </dsp:nvSpPr>
      <dsp:spPr>
        <a:xfrm>
          <a:off x="5789750"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Model Training, </a:t>
          </a:r>
          <a:r>
            <a:rPr lang="en-US" sz="500" b="1" kern="1200"/>
            <a:t>Hyperparameter Tunning, Testing</a:t>
          </a:r>
          <a:endParaRPr lang="en-US" sz="500" kern="1200"/>
        </a:p>
      </dsp:txBody>
      <dsp:txXfrm>
        <a:off x="5800754" y="1008288"/>
        <a:ext cx="579104" cy="353687"/>
      </dsp:txXfrm>
    </dsp:sp>
    <dsp:sp modelId="{6F59C26B-32A0-45A1-B861-B6519C5DB5E6}">
      <dsp:nvSpPr>
        <dsp:cNvPr id="0" name=""/>
        <dsp:cNvSpPr/>
      </dsp:nvSpPr>
      <dsp:spPr>
        <a:xfrm>
          <a:off x="6578710"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b="1" kern="1200"/>
            <a:t>Deployment and Monitoring</a:t>
          </a:r>
          <a:endParaRPr lang="en-US" sz="700" kern="1200"/>
        </a:p>
      </dsp:txBody>
      <dsp:txXfrm>
        <a:off x="6589714" y="538669"/>
        <a:ext cx="729382" cy="353687"/>
      </dsp:txXfrm>
    </dsp:sp>
    <dsp:sp modelId="{D6BB95A8-3DB8-4CD0-86A9-DCF2E6DFC891}">
      <dsp:nvSpPr>
        <dsp:cNvPr id="0" name=""/>
        <dsp:cNvSpPr/>
      </dsp:nvSpPr>
      <dsp:spPr>
        <a:xfrm>
          <a:off x="7517949"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Community Resource Optimization</a:t>
          </a:r>
          <a:endParaRPr lang="en-US" sz="700" kern="1200"/>
        </a:p>
      </dsp:txBody>
      <dsp:txXfrm>
        <a:off x="7528953" y="538669"/>
        <a:ext cx="729382" cy="3536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28A436-A0EB-46B2-8284-C1CC6ABC8EE4}">
      <dsp:nvSpPr>
        <dsp:cNvPr id="0" name=""/>
        <dsp:cNvSpPr/>
      </dsp:nvSpPr>
      <dsp:spPr>
        <a:xfrm>
          <a:off x="379537" y="0"/>
          <a:ext cx="4832092" cy="4832092"/>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90ECAD-2B6B-4E1E-9C90-10382608E6FA}">
      <dsp:nvSpPr>
        <dsp:cNvPr id="0" name=""/>
        <dsp:cNvSpPr/>
      </dsp:nvSpPr>
      <dsp:spPr>
        <a:xfrm>
          <a:off x="693622" y="314085"/>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i="0" kern="1200" dirty="0"/>
            <a:t>Breast cancer is the most common cancer among women in Australia and the second leading cause of cancer-related deaths after lung cancer. In 2024, an estimated 20,973 people were diagnosed, with the average age at diagnosis being 62.</a:t>
          </a:r>
          <a:endParaRPr lang="en-US" sz="1100" kern="1200" dirty="0"/>
        </a:p>
      </dsp:txBody>
      <dsp:txXfrm>
        <a:off x="787975" y="408438"/>
        <a:ext cx="1744130" cy="1744130"/>
      </dsp:txXfrm>
    </dsp:sp>
    <dsp:sp modelId="{8847DD33-27B4-47D3-B483-7CB4CC82E94C}">
      <dsp:nvSpPr>
        <dsp:cNvPr id="0" name=""/>
        <dsp:cNvSpPr/>
      </dsp:nvSpPr>
      <dsp:spPr>
        <a:xfrm>
          <a:off x="2964706" y="314085"/>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i="0" kern="1200" dirty="0"/>
            <a:t>By age 85, 1 in 8 females and 1 in 667 males in Australia are expected to be diagnosed with breast cancer. Participation in national cancer screening programs reduces mortality risk by 54%-63%.</a:t>
          </a:r>
          <a:endParaRPr lang="en-US" sz="1100" kern="1200" dirty="0"/>
        </a:p>
      </dsp:txBody>
      <dsp:txXfrm>
        <a:off x="3059059" y="408438"/>
        <a:ext cx="1744130" cy="1744130"/>
      </dsp:txXfrm>
    </dsp:sp>
    <dsp:sp modelId="{0F2B995A-F664-4A0F-873C-C1B35942B397}">
      <dsp:nvSpPr>
        <dsp:cNvPr id="0" name=""/>
        <dsp:cNvSpPr/>
      </dsp:nvSpPr>
      <dsp:spPr>
        <a:xfrm>
          <a:off x="693622" y="2585169"/>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i="0" kern="1200" dirty="0"/>
            <a:t>Breast Screen Australia (BSA) screened over 1.8 million women aged 50-74 screened in 2018–2019. Since the program’s inception, mortality rates have significantly declined from 74 deaths per 100,000 women in 1991 to 40 per 100,000 in 2018.  </a:t>
          </a:r>
          <a:endParaRPr lang="en-US" sz="1100" kern="1200" dirty="0"/>
        </a:p>
      </dsp:txBody>
      <dsp:txXfrm>
        <a:off x="787975" y="2679522"/>
        <a:ext cx="1744130" cy="1744130"/>
      </dsp:txXfrm>
    </dsp:sp>
    <dsp:sp modelId="{E65E1AFF-ADD4-4763-B372-0233CE12491E}">
      <dsp:nvSpPr>
        <dsp:cNvPr id="0" name=""/>
        <dsp:cNvSpPr/>
      </dsp:nvSpPr>
      <dsp:spPr>
        <a:xfrm>
          <a:off x="2964706" y="2585169"/>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Early detection through effective screening is crucial for improving survival outcomes in breast cancer cases.</a:t>
          </a:r>
        </a:p>
      </dsp:txBody>
      <dsp:txXfrm>
        <a:off x="3059059" y="2679522"/>
        <a:ext cx="1744130" cy="17441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5A59B1-2696-4F22-B370-B62CFFFE11A1}">
      <dsp:nvSpPr>
        <dsp:cNvPr id="0" name=""/>
        <dsp:cNvSpPr/>
      </dsp:nvSpPr>
      <dsp:spPr>
        <a:xfrm>
          <a:off x="3286" y="228274"/>
          <a:ext cx="3203971" cy="58904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b="1" i="0" kern="1200" dirty="0"/>
            <a:t>Early Detection Through Enhanced Screening</a:t>
          </a:r>
          <a:r>
            <a:rPr lang="en-GB" sz="1600" b="0" i="0" kern="1200" dirty="0"/>
            <a:t> </a:t>
          </a:r>
          <a:endParaRPr lang="en-US" sz="1600" kern="1200" dirty="0"/>
        </a:p>
      </dsp:txBody>
      <dsp:txXfrm>
        <a:off x="3286" y="228274"/>
        <a:ext cx="3203971" cy="589048"/>
      </dsp:txXfrm>
    </dsp:sp>
    <dsp:sp modelId="{0491BE29-9342-4665-AC9A-9CC96A469F37}">
      <dsp:nvSpPr>
        <dsp:cNvPr id="0" name=""/>
        <dsp:cNvSpPr/>
      </dsp:nvSpPr>
      <dsp:spPr>
        <a:xfrm>
          <a:off x="3286" y="817322"/>
          <a:ext cx="3203971" cy="29865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GB" sz="1600" kern="1200" dirty="0"/>
            <a:t>Leveraging machine learning models with high recall and F1-scores enables more accurate and earlier detection of breast cancer cases. Integrating these models into screening workflows improves diagnostic precision and reduces missed cases, encouraging trust and participation in regular screenings.</a:t>
          </a:r>
          <a:endParaRPr lang="en-AU" sz="1600" kern="1200" dirty="0"/>
        </a:p>
      </dsp:txBody>
      <dsp:txXfrm>
        <a:off x="3286" y="817322"/>
        <a:ext cx="3203971" cy="2986560"/>
      </dsp:txXfrm>
    </dsp:sp>
    <dsp:sp modelId="{67921A83-31CA-4230-948A-E11EBAB1FF06}">
      <dsp:nvSpPr>
        <dsp:cNvPr id="0" name=""/>
        <dsp:cNvSpPr/>
      </dsp:nvSpPr>
      <dsp:spPr>
        <a:xfrm>
          <a:off x="3655814" y="228274"/>
          <a:ext cx="3203971" cy="58904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b="1" i="0" kern="1200" dirty="0"/>
            <a:t>Post-Diagnosis Decision Support</a:t>
          </a:r>
          <a:r>
            <a:rPr lang="en-GB" sz="1600" b="0" i="0" kern="1200" dirty="0"/>
            <a:t> </a:t>
          </a:r>
          <a:endParaRPr lang="en-US" sz="1600" kern="1200" dirty="0"/>
        </a:p>
      </dsp:txBody>
      <dsp:txXfrm>
        <a:off x="3655814" y="228274"/>
        <a:ext cx="3203971" cy="589048"/>
      </dsp:txXfrm>
    </dsp:sp>
    <dsp:sp modelId="{5D0230A3-901F-4FAB-9EA3-81CDCAC7F153}">
      <dsp:nvSpPr>
        <dsp:cNvPr id="0" name=""/>
        <dsp:cNvSpPr/>
      </dsp:nvSpPr>
      <dsp:spPr>
        <a:xfrm>
          <a:off x="3655814" y="763295"/>
          <a:ext cx="3203971" cy="29865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GB" sz="1600" kern="1200" dirty="0"/>
            <a:t>Our predictive models assist healthcare providers in identifying true positive cases with greater confidence. This supports timely and appropriate treatment or follow-up plans, reducing delays and minimizing over-treatment or unnecessary interventions.</a:t>
          </a:r>
          <a:endParaRPr lang="en-AU" sz="1600" kern="1200" dirty="0"/>
        </a:p>
      </dsp:txBody>
      <dsp:txXfrm>
        <a:off x="3655814" y="763295"/>
        <a:ext cx="3203971" cy="2986560"/>
      </dsp:txXfrm>
    </dsp:sp>
    <dsp:sp modelId="{AF5A0CDE-E63F-45E5-8BE2-01EFA4359FB3}">
      <dsp:nvSpPr>
        <dsp:cNvPr id="0" name=""/>
        <dsp:cNvSpPr/>
      </dsp:nvSpPr>
      <dsp:spPr>
        <a:xfrm>
          <a:off x="7308342" y="228274"/>
          <a:ext cx="3203971" cy="58904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b="1" i="0" kern="1200" dirty="0"/>
            <a:t>Optimized Resource Allocation Across Communities</a:t>
          </a:r>
          <a:r>
            <a:rPr lang="en-GB" sz="1600" b="0" i="0" kern="1200" dirty="0"/>
            <a:t> </a:t>
          </a:r>
          <a:endParaRPr lang="en-US" sz="1600" kern="1200" dirty="0"/>
        </a:p>
      </dsp:txBody>
      <dsp:txXfrm>
        <a:off x="7308342" y="228274"/>
        <a:ext cx="3203971" cy="589048"/>
      </dsp:txXfrm>
    </dsp:sp>
    <dsp:sp modelId="{5E4511C5-4BFD-4CD5-A728-9F24967BCEE3}">
      <dsp:nvSpPr>
        <dsp:cNvPr id="0" name=""/>
        <dsp:cNvSpPr/>
      </dsp:nvSpPr>
      <dsp:spPr>
        <a:xfrm>
          <a:off x="7308342" y="817322"/>
          <a:ext cx="3203971" cy="29865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GB" sz="1600" kern="1200" dirty="0"/>
            <a:t>By accurately stratifying risk and prioritizing high-probability cases, healthcare systems can better allocate limited resources—including diagnostic tools, specialists, and follow-up services—particularly in underserved or remote areas. This improves equity in care access and overall screening efficiency.</a:t>
          </a:r>
          <a:endParaRPr lang="en-US" sz="1600" kern="1200" dirty="0"/>
        </a:p>
      </dsp:txBody>
      <dsp:txXfrm>
        <a:off x="7308342" y="817322"/>
        <a:ext cx="3203971" cy="29865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415EF-C13C-49FA-A341-A5B1D0D34924}">
      <dsp:nvSpPr>
        <dsp:cNvPr id="0" name=""/>
        <dsp:cNvSpPr/>
      </dsp:nvSpPr>
      <dsp:spPr>
        <a:xfrm>
          <a:off x="890615" y="1062"/>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dirty="0"/>
            <a:t>Model Training - using training data to fit the model by adjusting parameters.</a:t>
          </a:r>
          <a:endParaRPr lang="en-US" sz="1200" kern="1200" dirty="0"/>
        </a:p>
      </dsp:txBody>
      <dsp:txXfrm>
        <a:off x="919241" y="29688"/>
        <a:ext cx="1897450" cy="920099"/>
      </dsp:txXfrm>
    </dsp:sp>
    <dsp:sp modelId="{7EE486F8-A3AD-4DB2-BD2E-FCA10CB00BC0}">
      <dsp:nvSpPr>
        <dsp:cNvPr id="0" name=""/>
        <dsp:cNvSpPr/>
      </dsp:nvSpPr>
      <dsp:spPr>
        <a:xfrm>
          <a:off x="890615" y="1125016"/>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dirty="0"/>
            <a:t>Hyperparameter Tunning – Optimizing model settings to improve performance.</a:t>
          </a:r>
          <a:endParaRPr lang="en-US" sz="1200" kern="1200" dirty="0"/>
        </a:p>
      </dsp:txBody>
      <dsp:txXfrm>
        <a:off x="919241" y="1153642"/>
        <a:ext cx="1897450" cy="920099"/>
      </dsp:txXfrm>
    </dsp:sp>
    <dsp:sp modelId="{CDF375D0-9037-4EF0-AFCC-97A50F844B53}">
      <dsp:nvSpPr>
        <dsp:cNvPr id="0" name=""/>
        <dsp:cNvSpPr/>
      </dsp:nvSpPr>
      <dsp:spPr>
        <a:xfrm>
          <a:off x="890615" y="2248970"/>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a:t>Testing (model Evaluation) – assessing the trained model on a separate test dataset  </a:t>
          </a:r>
          <a:endParaRPr lang="en-US" sz="1200" kern="1200"/>
        </a:p>
      </dsp:txBody>
      <dsp:txXfrm>
        <a:off x="919241" y="2277596"/>
        <a:ext cx="1897450" cy="920099"/>
      </dsp:txXfrm>
    </dsp:sp>
    <dsp:sp modelId="{EF40452A-D1ED-4981-BD19-4386DDBCDA43}">
      <dsp:nvSpPr>
        <dsp:cNvPr id="0" name=""/>
        <dsp:cNvSpPr/>
      </dsp:nvSpPr>
      <dsp:spPr>
        <a:xfrm rot="18289469">
          <a:off x="2551676" y="2155454"/>
          <a:ext cx="1369164" cy="40429"/>
        </a:xfrm>
        <a:custGeom>
          <a:avLst/>
          <a:gdLst/>
          <a:ahLst/>
          <a:cxnLst/>
          <a:rect l="0" t="0" r="0" b="0"/>
          <a:pathLst>
            <a:path>
              <a:moveTo>
                <a:pt x="0" y="20214"/>
              </a:moveTo>
              <a:lnTo>
                <a:pt x="1369164"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02029" y="2141439"/>
        <a:ext cx="68458" cy="68458"/>
      </dsp:txXfrm>
    </dsp:sp>
    <dsp:sp modelId="{A5B828B9-F1D9-47B3-B626-FFC58332DB0A}">
      <dsp:nvSpPr>
        <dsp:cNvPr id="0" name=""/>
        <dsp:cNvSpPr/>
      </dsp:nvSpPr>
      <dsp:spPr>
        <a:xfrm>
          <a:off x="3627199" y="1125016"/>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a:t>Compare model performances across specific metric in  </a:t>
          </a:r>
          <a:r>
            <a:rPr lang="en-US" sz="1200" b="1" kern="1200"/>
            <a:t>Accuracy, Precision, Recall, and F1-Scor.</a:t>
          </a:r>
          <a:endParaRPr lang="en-US" sz="1200" kern="1200"/>
        </a:p>
      </dsp:txBody>
      <dsp:txXfrm>
        <a:off x="3655825" y="1153642"/>
        <a:ext cx="1897450" cy="920099"/>
      </dsp:txXfrm>
    </dsp:sp>
    <dsp:sp modelId="{41A112E3-226E-452D-BFD5-75DDD127AC6E}">
      <dsp:nvSpPr>
        <dsp:cNvPr id="0" name=""/>
        <dsp:cNvSpPr/>
      </dsp:nvSpPr>
      <dsp:spPr>
        <a:xfrm>
          <a:off x="2845318" y="2717431"/>
          <a:ext cx="781881" cy="40429"/>
        </a:xfrm>
        <a:custGeom>
          <a:avLst/>
          <a:gdLst/>
          <a:ahLst/>
          <a:cxnLst/>
          <a:rect l="0" t="0" r="0" b="0"/>
          <a:pathLst>
            <a:path>
              <a:moveTo>
                <a:pt x="0" y="20214"/>
              </a:moveTo>
              <a:lnTo>
                <a:pt x="781881"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16711" y="2718098"/>
        <a:ext cx="39094" cy="39094"/>
      </dsp:txXfrm>
    </dsp:sp>
    <dsp:sp modelId="{E64B7AEE-631A-4A79-8256-6E4758DDE06F}">
      <dsp:nvSpPr>
        <dsp:cNvPr id="0" name=""/>
        <dsp:cNvSpPr/>
      </dsp:nvSpPr>
      <dsp:spPr>
        <a:xfrm>
          <a:off x="3627199" y="2248970"/>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a:t>Highlight strengths and weaknesses of various models for better decision-making.</a:t>
          </a:r>
          <a:endParaRPr lang="en-US" sz="1200" kern="1200"/>
        </a:p>
      </dsp:txBody>
      <dsp:txXfrm>
        <a:off x="3655825" y="2277596"/>
        <a:ext cx="1897450" cy="920099"/>
      </dsp:txXfrm>
    </dsp:sp>
    <dsp:sp modelId="{3074DADE-D1F1-47E6-B7D1-20FE617E6E7F}">
      <dsp:nvSpPr>
        <dsp:cNvPr id="0" name=""/>
        <dsp:cNvSpPr/>
      </dsp:nvSpPr>
      <dsp:spPr>
        <a:xfrm rot="3310531">
          <a:off x="2551676" y="3279408"/>
          <a:ext cx="1369164" cy="40429"/>
        </a:xfrm>
        <a:custGeom>
          <a:avLst/>
          <a:gdLst/>
          <a:ahLst/>
          <a:cxnLst/>
          <a:rect l="0" t="0" r="0" b="0"/>
          <a:pathLst>
            <a:path>
              <a:moveTo>
                <a:pt x="0" y="20214"/>
              </a:moveTo>
              <a:lnTo>
                <a:pt x="1369164"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02029" y="3265393"/>
        <a:ext cx="68458" cy="68458"/>
      </dsp:txXfrm>
    </dsp:sp>
    <dsp:sp modelId="{C0C6D754-98F4-4A92-90DC-C852B523FD38}">
      <dsp:nvSpPr>
        <dsp:cNvPr id="0" name=""/>
        <dsp:cNvSpPr/>
      </dsp:nvSpPr>
      <dsp:spPr>
        <a:xfrm>
          <a:off x="3627199" y="3372924"/>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dirty="0"/>
            <a:t>Identifying the best model .</a:t>
          </a:r>
          <a:endParaRPr lang="en-US" sz="1200" kern="1200" dirty="0"/>
        </a:p>
      </dsp:txBody>
      <dsp:txXfrm>
        <a:off x="3655825" y="3401550"/>
        <a:ext cx="1897450" cy="9200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2D285-A8A3-4D95-A0CD-B5D3DB4CF9F3}">
      <dsp:nvSpPr>
        <dsp:cNvPr id="0" name=""/>
        <dsp:cNvSpPr/>
      </dsp:nvSpPr>
      <dsp:spPr>
        <a:xfrm>
          <a:off x="0" y="0"/>
          <a:ext cx="3286125" cy="4160837"/>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just" defTabSz="800100">
            <a:lnSpc>
              <a:spcPct val="90000"/>
            </a:lnSpc>
            <a:spcBef>
              <a:spcPct val="0"/>
            </a:spcBef>
            <a:spcAft>
              <a:spcPct val="35000"/>
            </a:spcAft>
            <a:buNone/>
          </a:pPr>
          <a:r>
            <a:rPr lang="en-US" sz="1800" b="1" i="0" kern="1200" baseline="0" dirty="0"/>
            <a:t>Develop a user-friendly interface for medical professionals to use the model effectively.</a:t>
          </a:r>
          <a:endParaRPr lang="en-US" sz="1800" kern="1200" dirty="0"/>
        </a:p>
      </dsp:txBody>
      <dsp:txXfrm>
        <a:off x="0" y="1581118"/>
        <a:ext cx="3286125" cy="2496502"/>
      </dsp:txXfrm>
    </dsp:sp>
    <dsp:sp modelId="{4063D4E6-06A7-454B-B482-1E428129AA68}">
      <dsp:nvSpPr>
        <dsp:cNvPr id="0" name=""/>
        <dsp:cNvSpPr/>
      </dsp:nvSpPr>
      <dsp:spPr>
        <a:xfrm>
          <a:off x="1018936" y="416083"/>
          <a:ext cx="1248251" cy="1248251"/>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319" tIns="12700" rIns="9731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201738" y="598885"/>
        <a:ext cx="882647" cy="882647"/>
      </dsp:txXfrm>
    </dsp:sp>
    <dsp:sp modelId="{A2EBDABB-0D00-4FBB-9B4C-F57BD2F2EFBF}">
      <dsp:nvSpPr>
        <dsp:cNvPr id="0" name=""/>
        <dsp:cNvSpPr/>
      </dsp:nvSpPr>
      <dsp:spPr>
        <a:xfrm>
          <a:off x="0" y="4160765"/>
          <a:ext cx="3286125" cy="72"/>
        </a:xfrm>
        <a:prstGeom prst="rect">
          <a:avLst/>
        </a:prstGeom>
        <a:solidFill>
          <a:schemeClr val="accent2">
            <a:hueOff val="1288723"/>
            <a:satOff val="-3699"/>
            <a:lumOff val="-5922"/>
            <a:alphaOff val="0"/>
          </a:schemeClr>
        </a:solidFill>
        <a:ln w="19050" cap="flat" cmpd="sng" algn="ctr">
          <a:solidFill>
            <a:schemeClr val="accent2">
              <a:hueOff val="1288723"/>
              <a:satOff val="-3699"/>
              <a:lumOff val="-5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39FC99-6162-4906-9C94-417FB1BAAC51}">
      <dsp:nvSpPr>
        <dsp:cNvPr id="0" name=""/>
        <dsp:cNvSpPr/>
      </dsp:nvSpPr>
      <dsp:spPr>
        <a:xfrm>
          <a:off x="3614737" y="0"/>
          <a:ext cx="3286125" cy="4160837"/>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just" defTabSz="800100">
            <a:lnSpc>
              <a:spcPct val="90000"/>
            </a:lnSpc>
            <a:spcBef>
              <a:spcPct val="0"/>
            </a:spcBef>
            <a:spcAft>
              <a:spcPct val="35000"/>
            </a:spcAft>
            <a:buNone/>
          </a:pPr>
          <a:r>
            <a:rPr lang="en-US" sz="1800" b="1" i="0" kern="1200" baseline="0" dirty="0"/>
            <a:t>Monitor the model's performance in real-world settings and update it as needed</a:t>
          </a:r>
          <a:r>
            <a:rPr lang="en-US" sz="2000" b="1" i="0" kern="1200" baseline="0" dirty="0"/>
            <a:t>. </a:t>
          </a:r>
          <a:endParaRPr lang="en-US" sz="2000" kern="1200" dirty="0"/>
        </a:p>
      </dsp:txBody>
      <dsp:txXfrm>
        <a:off x="3614737" y="1581118"/>
        <a:ext cx="3286125" cy="2496502"/>
      </dsp:txXfrm>
    </dsp:sp>
    <dsp:sp modelId="{7AC7DCD8-BD1E-4232-A53D-9F83DA148E5A}">
      <dsp:nvSpPr>
        <dsp:cNvPr id="0" name=""/>
        <dsp:cNvSpPr/>
      </dsp:nvSpPr>
      <dsp:spPr>
        <a:xfrm>
          <a:off x="4633674" y="416083"/>
          <a:ext cx="1248251" cy="1248251"/>
        </a:xfrm>
        <a:prstGeom prst="ellipse">
          <a:avLst/>
        </a:prstGeom>
        <a:solidFill>
          <a:schemeClr val="accent2">
            <a:hueOff val="2577445"/>
            <a:satOff val="-7397"/>
            <a:lumOff val="-11844"/>
            <a:alphaOff val="0"/>
          </a:schemeClr>
        </a:solidFill>
        <a:ln w="19050" cap="flat" cmpd="sng" algn="ctr">
          <a:solidFill>
            <a:schemeClr val="accent2">
              <a:hueOff val="2577445"/>
              <a:satOff val="-7397"/>
              <a:lumOff val="-118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319" tIns="12700" rIns="9731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816476" y="598885"/>
        <a:ext cx="882647" cy="882647"/>
      </dsp:txXfrm>
    </dsp:sp>
    <dsp:sp modelId="{47F4D4E8-72CE-4E6B-BCA2-0716D8D3AF8F}">
      <dsp:nvSpPr>
        <dsp:cNvPr id="0" name=""/>
        <dsp:cNvSpPr/>
      </dsp:nvSpPr>
      <dsp:spPr>
        <a:xfrm>
          <a:off x="3614737" y="4160765"/>
          <a:ext cx="3286125" cy="72"/>
        </a:xfrm>
        <a:prstGeom prst="rect">
          <a:avLst/>
        </a:prstGeom>
        <a:solidFill>
          <a:schemeClr val="accent2">
            <a:hueOff val="3866169"/>
            <a:satOff val="-11096"/>
            <a:lumOff val="-17765"/>
            <a:alphaOff val="0"/>
          </a:schemeClr>
        </a:solidFill>
        <a:ln w="19050" cap="flat" cmpd="sng" algn="ctr">
          <a:solidFill>
            <a:schemeClr val="accent2">
              <a:hueOff val="3866169"/>
              <a:satOff val="-11096"/>
              <a:lumOff val="-17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301214-BEAF-42F1-809D-90E439A1D630}">
      <dsp:nvSpPr>
        <dsp:cNvPr id="0" name=""/>
        <dsp:cNvSpPr/>
      </dsp:nvSpPr>
      <dsp:spPr>
        <a:xfrm>
          <a:off x="7229475" y="0"/>
          <a:ext cx="3286125" cy="4160837"/>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800100">
            <a:lnSpc>
              <a:spcPct val="90000"/>
            </a:lnSpc>
            <a:spcBef>
              <a:spcPct val="0"/>
            </a:spcBef>
            <a:spcAft>
              <a:spcPct val="35000"/>
            </a:spcAft>
            <a:buNone/>
          </a:pPr>
          <a:r>
            <a:rPr lang="en-US" sz="1800" b="1" i="0" kern="1200" baseline="0" dirty="0"/>
            <a:t>Ensure compliance with ethical standards and data privacy regulations.</a:t>
          </a:r>
          <a:endParaRPr lang="en-US" sz="1800" kern="1200" dirty="0"/>
        </a:p>
      </dsp:txBody>
      <dsp:txXfrm>
        <a:off x="7229475" y="1581118"/>
        <a:ext cx="3286125" cy="2496502"/>
      </dsp:txXfrm>
    </dsp:sp>
    <dsp:sp modelId="{8FE84C38-F26C-47C6-A37A-FFD2A62CE6F1}">
      <dsp:nvSpPr>
        <dsp:cNvPr id="0" name=""/>
        <dsp:cNvSpPr/>
      </dsp:nvSpPr>
      <dsp:spPr>
        <a:xfrm>
          <a:off x="8248411" y="416083"/>
          <a:ext cx="1248251" cy="1248251"/>
        </a:xfrm>
        <a:prstGeom prst="ellipse">
          <a:avLst/>
        </a:prstGeom>
        <a:solidFill>
          <a:schemeClr val="accent2">
            <a:hueOff val="5154891"/>
            <a:satOff val="-14794"/>
            <a:lumOff val="-23687"/>
            <a:alphaOff val="0"/>
          </a:schemeClr>
        </a:solidFill>
        <a:ln w="19050" cap="flat" cmpd="sng" algn="ctr">
          <a:solidFill>
            <a:schemeClr val="accent2">
              <a:hueOff val="5154891"/>
              <a:satOff val="-14794"/>
              <a:lumOff val="-2368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319" tIns="12700" rIns="97319"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431213" y="598885"/>
        <a:ext cx="882647" cy="882647"/>
      </dsp:txXfrm>
    </dsp:sp>
    <dsp:sp modelId="{AA4E243B-C218-452D-BE95-C88B1BE1F4AE}">
      <dsp:nvSpPr>
        <dsp:cNvPr id="0" name=""/>
        <dsp:cNvSpPr/>
      </dsp:nvSpPr>
      <dsp:spPr>
        <a:xfrm>
          <a:off x="7229475" y="4160765"/>
          <a:ext cx="3286125" cy="72"/>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134D25-8D78-467C-9B26-679AE7179824}" type="datetimeFigureOut">
              <a:rPr lang="en-AU" smtClean="0"/>
              <a:t>6/04/2025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DFBFE-BC1B-429B-801D-CD05D57BCE53}" type="slidenum">
              <a:rPr lang="en-AU" smtClean="0"/>
              <a:t>‹#›</a:t>
            </a:fld>
            <a:endParaRPr lang="en-AU"/>
          </a:p>
        </p:txBody>
      </p:sp>
    </p:spTree>
    <p:extLst>
      <p:ext uri="{BB962C8B-B14F-4D97-AF65-F5344CB8AC3E}">
        <p14:creationId xmlns:p14="http://schemas.microsoft.com/office/powerpoint/2010/main" val="1559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3</a:t>
            </a:fld>
            <a:endParaRPr lang="en-AU"/>
          </a:p>
        </p:txBody>
      </p:sp>
    </p:spTree>
    <p:extLst>
      <p:ext uri="{BB962C8B-B14F-4D97-AF65-F5344CB8AC3E}">
        <p14:creationId xmlns:p14="http://schemas.microsoft.com/office/powerpoint/2010/main" val="2275948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Breast cancer is the most diagnosed cancer among women in Australia.</a:t>
            </a:r>
            <a:br>
              <a:rPr lang="en-GB" dirty="0"/>
            </a:br>
            <a:r>
              <a:rPr lang="en-GB" dirty="0"/>
              <a:t>With early diagnosis, survival rates significantly increase.</a:t>
            </a:r>
            <a:br>
              <a:rPr lang="en-GB" dirty="0"/>
            </a:br>
            <a:r>
              <a:rPr lang="en-GB" dirty="0"/>
              <a:t>This highlights the need for tools that support timely and accurate diagnosis—something ML can help with.</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4</a:t>
            </a:fld>
            <a:endParaRPr lang="en-AU"/>
          </a:p>
        </p:txBody>
      </p:sp>
    </p:spTree>
    <p:extLst>
      <p:ext uri="{BB962C8B-B14F-4D97-AF65-F5344CB8AC3E}">
        <p14:creationId xmlns:p14="http://schemas.microsoft.com/office/powerpoint/2010/main" val="3411883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contribute to the National Preventive Health Strategy’s goal of increasing breast cancer screening rates to </a:t>
            </a:r>
            <a:r>
              <a:rPr lang="en-GB" b="1" dirty="0"/>
              <a:t>at least 65% by 2025</a:t>
            </a:r>
            <a:r>
              <a:rPr lang="en-GB" dirty="0"/>
              <a:t>, our machine learning initiative focuses on a </a:t>
            </a:r>
            <a:r>
              <a:rPr lang="en-GB" b="1" dirty="0"/>
              <a:t>diagnosis-optimized strategy</a:t>
            </a:r>
            <a:r>
              <a:rPr lang="en-GB" dirty="0"/>
              <a:t> with three key pillars:</a:t>
            </a:r>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5</a:t>
            </a:fld>
            <a:endParaRPr lang="en-AU"/>
          </a:p>
        </p:txBody>
      </p:sp>
    </p:spTree>
    <p:extLst>
      <p:ext uri="{BB962C8B-B14F-4D97-AF65-F5344CB8AC3E}">
        <p14:creationId xmlns:p14="http://schemas.microsoft.com/office/powerpoint/2010/main" val="1886179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89522-2745-9CC1-ECBF-8D789DEA0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AA13F-496F-3B4A-92C8-F878B4F73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308E5-AC02-2B7C-BC29-6937C0E11031}"/>
              </a:ext>
            </a:extLst>
          </p:cNvPr>
          <p:cNvSpPr>
            <a:spLocks noGrp="1"/>
          </p:cNvSpPr>
          <p:nvPr>
            <p:ph type="body" idx="1"/>
          </p:nvPr>
        </p:nvSpPr>
        <p:spPr/>
        <p:txBody>
          <a:bodyPr/>
          <a:lstStyle/>
          <a:p>
            <a:r>
              <a:rPr lang="en-US" b="1" dirty="0"/>
              <a:t>Why We Scale the Data</a:t>
            </a:r>
            <a:endParaRPr lang="en-US" dirty="0"/>
          </a:p>
          <a:p>
            <a:r>
              <a:rPr lang="en-US" dirty="0"/>
              <a:t>“We apply </a:t>
            </a:r>
            <a:r>
              <a:rPr lang="en-US" b="1" dirty="0"/>
              <a:t>Standard Scaling</a:t>
            </a:r>
            <a:r>
              <a:rPr lang="en-US" dirty="0"/>
              <a:t> to ensure that all features contribute equally to machine learning models. It adjusts each feature to have a </a:t>
            </a:r>
            <a:r>
              <a:rPr lang="en-US" b="1" dirty="0"/>
              <a:t>mean of 0</a:t>
            </a:r>
            <a:r>
              <a:rPr lang="en-US" dirty="0"/>
              <a:t> and a </a:t>
            </a:r>
            <a:r>
              <a:rPr lang="en-US" b="1" dirty="0"/>
              <a:t>standard deviation of 1</a:t>
            </a:r>
            <a:r>
              <a:rPr lang="en-US" dirty="0"/>
              <a:t>.”</a:t>
            </a:r>
          </a:p>
          <a:p>
            <a:pPr marL="285750" indent="-285750">
              <a:buFont typeface="Arial"/>
              <a:buChar char="•"/>
            </a:pPr>
            <a:r>
              <a:rPr lang="en-US" dirty="0"/>
              <a:t>Some features (like “area” or “radius”) have larger numerical ranges.</a:t>
            </a:r>
          </a:p>
          <a:p>
            <a:pPr marL="285750" indent="-285750">
              <a:buFont typeface="Arial"/>
              <a:buChar char="•"/>
            </a:pPr>
            <a:r>
              <a:rPr lang="en-US" dirty="0"/>
              <a:t>Algorithms like KNN, SVM, logistic regression, and PCA are sensitive to feature scale.</a:t>
            </a:r>
          </a:p>
          <a:p>
            <a:r>
              <a:rPr lang="en-US" b="1"/>
              <a:t>Interpreting the Distribution Plots</a:t>
            </a:r>
            <a:endParaRPr lang="en-US"/>
          </a:p>
          <a:p>
            <a:r>
              <a:rPr lang="en-US"/>
              <a:t>“After scaling, we plotted the distribution of each feature. This helps us understand the shape of the data, spot outliers, and detect skewness or multi-modal behavior.”</a:t>
            </a:r>
          </a:p>
          <a:p>
            <a:r>
              <a:rPr lang="en-US" b="1"/>
              <a:t>What to highlight from the plot:</a:t>
            </a:r>
            <a:endParaRPr lang="en-US"/>
          </a:p>
          <a:p>
            <a:pPr marL="171450" indent="-171450">
              <a:buFont typeface="Arial"/>
              <a:buChar char="•"/>
            </a:pPr>
            <a:r>
              <a:rPr lang="en-US"/>
              <a:t>Most features are </a:t>
            </a:r>
            <a:r>
              <a:rPr lang="en-US" b="1"/>
              <a:t>roughly bell-shaped</a:t>
            </a:r>
            <a:r>
              <a:rPr lang="en-US"/>
              <a:t> (normal distribution), especially after scaling.</a:t>
            </a:r>
          </a:p>
          <a:p>
            <a:pPr marL="171450" indent="-171450">
              <a:buFont typeface="Arial"/>
              <a:buChar char="•"/>
            </a:pPr>
            <a:r>
              <a:rPr lang="en-US"/>
              <a:t>Some features may still show </a:t>
            </a:r>
            <a:r>
              <a:rPr lang="en-US" b="1"/>
              <a:t>skewness</a:t>
            </a:r>
            <a:r>
              <a:rPr lang="en-US"/>
              <a:t> (e.g., positive or negative tails).</a:t>
            </a:r>
          </a:p>
          <a:p>
            <a:pPr marL="171450" indent="-171450">
              <a:buFont typeface="Arial"/>
              <a:buChar char="•"/>
            </a:pPr>
            <a:r>
              <a:rPr lang="en-US"/>
              <a:t>There are a few features that appear </a:t>
            </a:r>
            <a:r>
              <a:rPr lang="en-US" b="1"/>
              <a:t>bimodal</a:t>
            </a:r>
            <a:r>
              <a:rPr lang="en-US"/>
              <a:t>—which may reflect </a:t>
            </a:r>
            <a:r>
              <a:rPr lang="en-US" b="1"/>
              <a:t>differences between malignant and benign classes</a:t>
            </a:r>
            <a:r>
              <a:rPr lang="en-US"/>
              <a:t>.</a:t>
            </a:r>
          </a:p>
          <a:p>
            <a:r>
              <a:rPr lang="en-US" dirty="0"/>
              <a:t>"Even after scaling, some features still show interesting distribution patterns. This might suggest that they are highly discriminative between cancerous and non-cancerous cases."</a:t>
            </a:r>
          </a:p>
          <a:p>
            <a:pPr>
              <a:buFont typeface="Arial"/>
            </a:pPr>
            <a:endParaRPr lang="en-US" dirty="0">
              <a:latin typeface="Aptos"/>
              <a:ea typeface="Calibri"/>
              <a:cs typeface="Calibri"/>
            </a:endParaRPr>
          </a:p>
          <a:p>
            <a:r>
              <a:rPr lang="en-US" dirty="0"/>
              <a:t>“Understanding the distribution of features gives us intuition about which variables might be more informative. For instance, features with more variation or bimodality can be great predictors.”</a:t>
            </a:r>
          </a:p>
          <a:p>
            <a:endParaRPr lang="en-US" dirty="0"/>
          </a:p>
          <a:p>
            <a:pPr marL="171450" indent="-171450">
              <a:buFont typeface="Arial"/>
              <a:buChar char="•"/>
            </a:pPr>
            <a:r>
              <a:rPr lang="en-US" b="1" dirty="0"/>
              <a:t>Skewed features</a:t>
            </a:r>
            <a:r>
              <a:rPr lang="en-US" dirty="0"/>
              <a:t> might still show long tails → these may need further transformation (like log scaling).</a:t>
            </a:r>
          </a:p>
          <a:p>
            <a:pPr marL="171450" indent="-171450">
              <a:buFont typeface="Arial"/>
              <a:buChar char="•"/>
            </a:pPr>
            <a:r>
              <a:rPr lang="en-US" b="1" dirty="0"/>
              <a:t>Bimodal features</a:t>
            </a:r>
            <a:r>
              <a:rPr lang="en-US" dirty="0"/>
              <a:t> might be </a:t>
            </a:r>
            <a:r>
              <a:rPr lang="en-US" b="1" dirty="0"/>
              <a:t>very informative</a:t>
            </a:r>
            <a:r>
              <a:rPr lang="en-US" dirty="0"/>
              <a:t> for classification — they're showing clear differences between the two tumor types!</a:t>
            </a:r>
          </a:p>
          <a:p>
            <a:endParaRPr lang="en-US" dirty="0"/>
          </a:p>
        </p:txBody>
      </p:sp>
      <p:sp>
        <p:nvSpPr>
          <p:cNvPr id="4" name="Slide Number Placeholder 3">
            <a:extLst>
              <a:ext uri="{FF2B5EF4-FFF2-40B4-BE49-F238E27FC236}">
                <a16:creationId xmlns:a16="http://schemas.microsoft.com/office/drawing/2014/main" id="{E36E849A-2A47-132F-C2EA-CEB097B6D328}"/>
              </a:ext>
            </a:extLst>
          </p:cNvPr>
          <p:cNvSpPr>
            <a:spLocks noGrp="1"/>
          </p:cNvSpPr>
          <p:nvPr>
            <p:ph type="sldNum" sz="quarter" idx="5"/>
          </p:nvPr>
        </p:nvSpPr>
        <p:spPr/>
        <p:txBody>
          <a:bodyPr/>
          <a:lstStyle/>
          <a:p>
            <a:fld id="{99EDFBFE-BC1B-429B-801D-CD05D57BCE53}" type="slidenum">
              <a:rPr lang="en-AU" smtClean="0"/>
              <a:t>6</a:t>
            </a:fld>
            <a:endParaRPr lang="en-AU"/>
          </a:p>
        </p:txBody>
      </p:sp>
    </p:spTree>
    <p:extLst>
      <p:ext uri="{BB962C8B-B14F-4D97-AF65-F5344CB8AC3E}">
        <p14:creationId xmlns:p14="http://schemas.microsoft.com/office/powerpoint/2010/main" val="2427977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C103D-C921-F9D1-91D7-406EF3E1B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3DC0D-E0BC-7FD1-F42C-AE93D0DD2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14E44C-2DA9-01EC-644B-A982A239CA62}"/>
              </a:ext>
            </a:extLst>
          </p:cNvPr>
          <p:cNvSpPr>
            <a:spLocks noGrp="1"/>
          </p:cNvSpPr>
          <p:nvPr>
            <p:ph type="body" idx="1"/>
          </p:nvPr>
        </p:nvSpPr>
        <p:spPr/>
        <p:txBody>
          <a:bodyPr/>
          <a:lstStyle/>
          <a:p>
            <a:r>
              <a:rPr lang="en-US" b="1" dirty="0"/>
              <a:t>Why We Scale the Data</a:t>
            </a:r>
            <a:endParaRPr lang="en-US" dirty="0"/>
          </a:p>
          <a:p>
            <a:r>
              <a:rPr lang="en-US" dirty="0"/>
              <a:t>“We apply </a:t>
            </a:r>
            <a:r>
              <a:rPr lang="en-US" b="1" dirty="0"/>
              <a:t>Standard Scaling</a:t>
            </a:r>
            <a:r>
              <a:rPr lang="en-US" dirty="0"/>
              <a:t> to ensure that all features contribute equally to machine learning models. It adjusts each feature to have a </a:t>
            </a:r>
            <a:r>
              <a:rPr lang="en-US" b="1" dirty="0"/>
              <a:t>mean of 0</a:t>
            </a:r>
            <a:r>
              <a:rPr lang="en-US" dirty="0"/>
              <a:t> and a </a:t>
            </a:r>
            <a:r>
              <a:rPr lang="en-US" b="1" dirty="0"/>
              <a:t>standard deviation of 1</a:t>
            </a:r>
            <a:r>
              <a:rPr lang="en-US" dirty="0"/>
              <a:t>.”</a:t>
            </a:r>
          </a:p>
          <a:p>
            <a:pPr marL="285750" indent="-285750">
              <a:buFont typeface="Arial"/>
              <a:buChar char="•"/>
            </a:pPr>
            <a:r>
              <a:rPr lang="en-US" dirty="0"/>
              <a:t>Some features (like “area” or “radius”) have larger numerical ranges.</a:t>
            </a:r>
          </a:p>
          <a:p>
            <a:pPr marL="285750" indent="-285750">
              <a:buFont typeface="Arial"/>
              <a:buChar char="•"/>
            </a:pPr>
            <a:r>
              <a:rPr lang="en-US" dirty="0"/>
              <a:t>Algorithms like KNN, SVM, logistic regression, and PCA are sensitive to feature scale.</a:t>
            </a:r>
          </a:p>
          <a:p>
            <a:r>
              <a:rPr lang="en-US" b="1"/>
              <a:t>Interpreting the Distribution Plots</a:t>
            </a:r>
            <a:endParaRPr lang="en-US"/>
          </a:p>
          <a:p>
            <a:r>
              <a:rPr lang="en-US"/>
              <a:t>“After scaling, we plotted the distribution of each feature. This helps us understand the shape of the data, spot outliers, and detect skewness or multi-modal behavior.”</a:t>
            </a:r>
          </a:p>
          <a:p>
            <a:r>
              <a:rPr lang="en-US" b="1"/>
              <a:t>What to highlight from the plot:</a:t>
            </a:r>
            <a:endParaRPr lang="en-US"/>
          </a:p>
          <a:p>
            <a:pPr marL="171450" indent="-171450">
              <a:buFont typeface="Arial"/>
              <a:buChar char="•"/>
            </a:pPr>
            <a:r>
              <a:rPr lang="en-US"/>
              <a:t>Most features are </a:t>
            </a:r>
            <a:r>
              <a:rPr lang="en-US" b="1"/>
              <a:t>roughly bell-shaped</a:t>
            </a:r>
            <a:r>
              <a:rPr lang="en-US"/>
              <a:t> (normal distribution), especially after scaling.</a:t>
            </a:r>
          </a:p>
          <a:p>
            <a:pPr marL="171450" indent="-171450">
              <a:buFont typeface="Arial"/>
              <a:buChar char="•"/>
            </a:pPr>
            <a:r>
              <a:rPr lang="en-US"/>
              <a:t>Some features may still show </a:t>
            </a:r>
            <a:r>
              <a:rPr lang="en-US" b="1"/>
              <a:t>skewness</a:t>
            </a:r>
            <a:r>
              <a:rPr lang="en-US"/>
              <a:t> (e.g., positive or negative tails).</a:t>
            </a:r>
          </a:p>
          <a:p>
            <a:pPr marL="171450" indent="-171450">
              <a:buFont typeface="Arial"/>
              <a:buChar char="•"/>
            </a:pPr>
            <a:r>
              <a:rPr lang="en-US"/>
              <a:t>There are a few features that appear </a:t>
            </a:r>
            <a:r>
              <a:rPr lang="en-US" b="1"/>
              <a:t>bimodal</a:t>
            </a:r>
            <a:r>
              <a:rPr lang="en-US"/>
              <a:t>—which may reflect </a:t>
            </a:r>
            <a:r>
              <a:rPr lang="en-US" b="1"/>
              <a:t>differences between malignant and benign classes</a:t>
            </a:r>
            <a:r>
              <a:rPr lang="en-US"/>
              <a:t>.</a:t>
            </a:r>
          </a:p>
          <a:p>
            <a:r>
              <a:rPr lang="en-US" dirty="0"/>
              <a:t>"Even after scaling, some features still show interesting distribution patterns. This might suggest that they are highly discriminative between cancerous and non-cancerous cases."</a:t>
            </a:r>
          </a:p>
          <a:p>
            <a:pPr>
              <a:buFont typeface="Arial"/>
            </a:pPr>
            <a:endParaRPr lang="en-US" dirty="0">
              <a:latin typeface="Aptos"/>
              <a:ea typeface="Calibri"/>
              <a:cs typeface="Calibri"/>
            </a:endParaRPr>
          </a:p>
          <a:p>
            <a:r>
              <a:rPr lang="en-US" dirty="0"/>
              <a:t>“Understanding the distribution of features gives us intuition about which variables might be more informative. For instance, features with more variation or bimodality can be great predictors.”</a:t>
            </a:r>
          </a:p>
          <a:p>
            <a:endParaRPr lang="en-US" dirty="0"/>
          </a:p>
          <a:p>
            <a:pPr marL="171450" indent="-171450">
              <a:buFont typeface="Arial"/>
              <a:buChar char="•"/>
            </a:pPr>
            <a:r>
              <a:rPr lang="en-US" b="1" dirty="0"/>
              <a:t>Skewed features</a:t>
            </a:r>
            <a:r>
              <a:rPr lang="en-US" dirty="0"/>
              <a:t> might still show long tails → these may need further transformation (like log scaling).</a:t>
            </a:r>
          </a:p>
          <a:p>
            <a:pPr marL="171450" indent="-171450">
              <a:buFont typeface="Arial"/>
              <a:buChar char="•"/>
            </a:pPr>
            <a:r>
              <a:rPr lang="en-US" b="1" dirty="0"/>
              <a:t>Bimodal features</a:t>
            </a:r>
            <a:r>
              <a:rPr lang="en-US" dirty="0"/>
              <a:t> might be </a:t>
            </a:r>
            <a:r>
              <a:rPr lang="en-US" b="1" dirty="0"/>
              <a:t>very informative</a:t>
            </a:r>
            <a:r>
              <a:rPr lang="en-US" dirty="0"/>
              <a:t> for classification — they're showing clear differences between the two tumor types!</a:t>
            </a:r>
          </a:p>
          <a:p>
            <a:endParaRPr lang="en-US" dirty="0"/>
          </a:p>
        </p:txBody>
      </p:sp>
      <p:sp>
        <p:nvSpPr>
          <p:cNvPr id="4" name="Slide Number Placeholder 3">
            <a:extLst>
              <a:ext uri="{FF2B5EF4-FFF2-40B4-BE49-F238E27FC236}">
                <a16:creationId xmlns:a16="http://schemas.microsoft.com/office/drawing/2014/main" id="{43C96902-DE84-4808-4978-9ABCDFDB9D9A}"/>
              </a:ext>
            </a:extLst>
          </p:cNvPr>
          <p:cNvSpPr>
            <a:spLocks noGrp="1"/>
          </p:cNvSpPr>
          <p:nvPr>
            <p:ph type="sldNum" sz="quarter" idx="5"/>
          </p:nvPr>
        </p:nvSpPr>
        <p:spPr/>
        <p:txBody>
          <a:bodyPr/>
          <a:lstStyle/>
          <a:p>
            <a:fld id="{99EDFBFE-BC1B-429B-801D-CD05D57BCE53}" type="slidenum">
              <a:rPr lang="en-AU" smtClean="0"/>
              <a:t>7</a:t>
            </a:fld>
            <a:endParaRPr lang="en-AU"/>
          </a:p>
        </p:txBody>
      </p:sp>
    </p:spTree>
    <p:extLst>
      <p:ext uri="{BB962C8B-B14F-4D97-AF65-F5344CB8AC3E}">
        <p14:creationId xmlns:p14="http://schemas.microsoft.com/office/powerpoint/2010/main" val="1633935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555555"/>
                </a:solidFill>
                <a:effectLst/>
                <a:latin typeface="Helvetica Neue" panose="02000503000000020004" pitchFamily="2" charset="0"/>
              </a:rPr>
              <a:t>Synthetic Minority Over-sampling Technique (SMOTE)</a:t>
            </a:r>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8</a:t>
            </a:fld>
            <a:endParaRPr lang="en-AU"/>
          </a:p>
        </p:txBody>
      </p:sp>
    </p:spTree>
    <p:extLst>
      <p:ext uri="{BB962C8B-B14F-4D97-AF65-F5344CB8AC3E}">
        <p14:creationId xmlns:p14="http://schemas.microsoft.com/office/powerpoint/2010/main" val="3863917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explored the feature distributions using boxplots, </a:t>
            </a:r>
            <a:r>
              <a:rPr lang="en-GB" dirty="0" err="1"/>
              <a:t>pairplots</a:t>
            </a:r>
            <a:r>
              <a:rPr lang="en-GB" dirty="0"/>
              <a:t>, and heatmaps to detect outliers and correlations.</a:t>
            </a:r>
          </a:p>
          <a:p>
            <a:r>
              <a:rPr lang="en-GB" dirty="0"/>
              <a:t>This helped us spot redundant features and identify which ones carried the most predictive power.</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9</a:t>
            </a:fld>
            <a:endParaRPr lang="en-AU"/>
          </a:p>
        </p:txBody>
      </p:sp>
    </p:spTree>
    <p:extLst>
      <p:ext uri="{BB962C8B-B14F-4D97-AF65-F5344CB8AC3E}">
        <p14:creationId xmlns:p14="http://schemas.microsoft.com/office/powerpoint/2010/main" val="2523695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B11CD-B2C1-ACF7-3071-C8AFD2E36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6DB5EB-942D-4AF4-96EF-DCEE11196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59264-4B9C-B72E-EDEC-D183202BD791}"/>
              </a:ext>
            </a:extLst>
          </p:cNvPr>
          <p:cNvSpPr>
            <a:spLocks noGrp="1"/>
          </p:cNvSpPr>
          <p:nvPr>
            <p:ph type="body" idx="1"/>
          </p:nvPr>
        </p:nvSpPr>
        <p:spPr/>
        <p:txBody>
          <a:bodyPr/>
          <a:lstStyle/>
          <a:p>
            <a:r>
              <a:rPr lang="en-US" b="1" dirty="0"/>
              <a:t>Why We Scale the Data</a:t>
            </a:r>
            <a:endParaRPr lang="en-US" dirty="0"/>
          </a:p>
          <a:p>
            <a:r>
              <a:rPr lang="en-US" dirty="0"/>
              <a:t>“We apply </a:t>
            </a:r>
            <a:r>
              <a:rPr lang="en-US" b="1" dirty="0"/>
              <a:t>Standard Scaling</a:t>
            </a:r>
            <a:r>
              <a:rPr lang="en-US" dirty="0"/>
              <a:t> to ensure that all features contribute equally to machine learning models. It adjusts each feature to have a </a:t>
            </a:r>
            <a:r>
              <a:rPr lang="en-US" b="1" dirty="0"/>
              <a:t>mean of 0</a:t>
            </a:r>
            <a:r>
              <a:rPr lang="en-US" dirty="0"/>
              <a:t> and a </a:t>
            </a:r>
            <a:r>
              <a:rPr lang="en-US" b="1" dirty="0"/>
              <a:t>standard deviation of 1</a:t>
            </a:r>
            <a:r>
              <a:rPr lang="en-US" dirty="0"/>
              <a:t>.”</a:t>
            </a:r>
          </a:p>
          <a:p>
            <a:pPr marL="285750" indent="-285750">
              <a:buFont typeface="Arial"/>
              <a:buChar char="•"/>
            </a:pPr>
            <a:r>
              <a:rPr lang="en-US" dirty="0"/>
              <a:t>Some features (like “area” or “radius”) have larger numerical ranges.</a:t>
            </a:r>
          </a:p>
          <a:p>
            <a:pPr marL="285750" indent="-285750">
              <a:buFont typeface="Arial"/>
              <a:buChar char="•"/>
            </a:pPr>
            <a:r>
              <a:rPr lang="en-US" dirty="0"/>
              <a:t>Algorithms like KNN, SVM, logistic regression, and PCA are sensitive to feature scale.</a:t>
            </a:r>
          </a:p>
          <a:p>
            <a:r>
              <a:rPr lang="en-US" b="1"/>
              <a:t>Interpreting the Distribution Plots</a:t>
            </a:r>
            <a:endParaRPr lang="en-US"/>
          </a:p>
          <a:p>
            <a:r>
              <a:rPr lang="en-US"/>
              <a:t>“After scaling, we plotted the distribution of each feature. This helps us understand the shape of the data, spot outliers, and detect skewness or multi-modal behavior.”</a:t>
            </a:r>
          </a:p>
          <a:p>
            <a:r>
              <a:rPr lang="en-US" b="1"/>
              <a:t>What to highlight from the plot:</a:t>
            </a:r>
            <a:endParaRPr lang="en-US"/>
          </a:p>
          <a:p>
            <a:pPr marL="171450" indent="-171450">
              <a:buFont typeface="Arial"/>
              <a:buChar char="•"/>
            </a:pPr>
            <a:r>
              <a:rPr lang="en-US"/>
              <a:t>Most features are </a:t>
            </a:r>
            <a:r>
              <a:rPr lang="en-US" b="1"/>
              <a:t>roughly bell-shaped</a:t>
            </a:r>
            <a:r>
              <a:rPr lang="en-US"/>
              <a:t> (normal distribution), especially after scaling.</a:t>
            </a:r>
          </a:p>
          <a:p>
            <a:pPr marL="171450" indent="-171450">
              <a:buFont typeface="Arial"/>
              <a:buChar char="•"/>
            </a:pPr>
            <a:r>
              <a:rPr lang="en-US"/>
              <a:t>Some features may still show </a:t>
            </a:r>
            <a:r>
              <a:rPr lang="en-US" b="1"/>
              <a:t>skewness</a:t>
            </a:r>
            <a:r>
              <a:rPr lang="en-US"/>
              <a:t> (e.g., positive or negative tails).</a:t>
            </a:r>
          </a:p>
          <a:p>
            <a:pPr marL="171450" indent="-171450">
              <a:buFont typeface="Arial"/>
              <a:buChar char="•"/>
            </a:pPr>
            <a:r>
              <a:rPr lang="en-US"/>
              <a:t>There are a few features that appear </a:t>
            </a:r>
            <a:r>
              <a:rPr lang="en-US" b="1"/>
              <a:t>bimodal</a:t>
            </a:r>
            <a:r>
              <a:rPr lang="en-US"/>
              <a:t>—which may reflect </a:t>
            </a:r>
            <a:r>
              <a:rPr lang="en-US" b="1"/>
              <a:t>differences between malignant and benign classes</a:t>
            </a:r>
            <a:r>
              <a:rPr lang="en-US"/>
              <a:t>.</a:t>
            </a:r>
          </a:p>
          <a:p>
            <a:r>
              <a:rPr lang="en-US" dirty="0"/>
              <a:t>"Even after scaling, some features still show interesting distribution patterns. This might suggest that they are highly discriminative between cancerous and non-cancerous cases."</a:t>
            </a:r>
          </a:p>
          <a:p>
            <a:pPr>
              <a:buFont typeface="Arial"/>
            </a:pPr>
            <a:endParaRPr lang="en-US" dirty="0">
              <a:latin typeface="Aptos"/>
              <a:ea typeface="Calibri"/>
              <a:cs typeface="Calibri"/>
            </a:endParaRPr>
          </a:p>
          <a:p>
            <a:r>
              <a:rPr lang="en-US" dirty="0"/>
              <a:t>“Understanding the distribution of features gives us intuition about which variables might be more informative. For instance, features with more variation or bimodality can be great predictors.”</a:t>
            </a:r>
          </a:p>
          <a:p>
            <a:endParaRPr lang="en-US" dirty="0"/>
          </a:p>
          <a:p>
            <a:pPr marL="171450" indent="-171450">
              <a:buFont typeface="Arial"/>
              <a:buChar char="•"/>
            </a:pPr>
            <a:r>
              <a:rPr lang="en-US" b="1" dirty="0"/>
              <a:t>Skewed features</a:t>
            </a:r>
            <a:r>
              <a:rPr lang="en-US" dirty="0"/>
              <a:t> might still show long tails → these may need further transformation (like log scaling).</a:t>
            </a:r>
          </a:p>
          <a:p>
            <a:pPr marL="171450" indent="-171450">
              <a:buFont typeface="Arial"/>
              <a:buChar char="•"/>
            </a:pPr>
            <a:r>
              <a:rPr lang="en-US" b="1" dirty="0"/>
              <a:t>Bimodal features</a:t>
            </a:r>
            <a:r>
              <a:rPr lang="en-US" dirty="0"/>
              <a:t> might be </a:t>
            </a:r>
            <a:r>
              <a:rPr lang="en-US" b="1" dirty="0"/>
              <a:t>very informative</a:t>
            </a:r>
            <a:r>
              <a:rPr lang="en-US" dirty="0"/>
              <a:t> for classification — they're showing clear differences between the two tumor types!</a:t>
            </a:r>
          </a:p>
          <a:p>
            <a:endParaRPr lang="en-US" dirty="0"/>
          </a:p>
        </p:txBody>
      </p:sp>
      <p:sp>
        <p:nvSpPr>
          <p:cNvPr id="4" name="Slide Number Placeholder 3">
            <a:extLst>
              <a:ext uri="{FF2B5EF4-FFF2-40B4-BE49-F238E27FC236}">
                <a16:creationId xmlns:a16="http://schemas.microsoft.com/office/drawing/2014/main" id="{EBF828C1-A122-2084-441C-46E5F94F5DB4}"/>
              </a:ext>
            </a:extLst>
          </p:cNvPr>
          <p:cNvSpPr>
            <a:spLocks noGrp="1"/>
          </p:cNvSpPr>
          <p:nvPr>
            <p:ph type="sldNum" sz="quarter" idx="5"/>
          </p:nvPr>
        </p:nvSpPr>
        <p:spPr/>
        <p:txBody>
          <a:bodyPr/>
          <a:lstStyle/>
          <a:p>
            <a:fld id="{99EDFBFE-BC1B-429B-801D-CD05D57BCE53}" type="slidenum">
              <a:rPr lang="en-AU" smtClean="0"/>
              <a:t>10</a:t>
            </a:fld>
            <a:endParaRPr lang="en-AU"/>
          </a:p>
        </p:txBody>
      </p:sp>
    </p:spTree>
    <p:extLst>
      <p:ext uri="{BB962C8B-B14F-4D97-AF65-F5344CB8AC3E}">
        <p14:creationId xmlns:p14="http://schemas.microsoft.com/office/powerpoint/2010/main" val="2768238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We Scale the Data</a:t>
            </a:r>
            <a:endParaRPr lang="en-US" dirty="0"/>
          </a:p>
          <a:p>
            <a:r>
              <a:rPr lang="en-US" dirty="0"/>
              <a:t>“We apply </a:t>
            </a:r>
            <a:r>
              <a:rPr lang="en-US" b="1" dirty="0"/>
              <a:t>Standard Scaling</a:t>
            </a:r>
            <a:r>
              <a:rPr lang="en-US" dirty="0"/>
              <a:t> to ensure that all features contribute equally to machine learning models. It adjusts each feature to have a </a:t>
            </a:r>
            <a:r>
              <a:rPr lang="en-US" b="1" dirty="0"/>
              <a:t>mean of 0</a:t>
            </a:r>
            <a:r>
              <a:rPr lang="en-US" dirty="0"/>
              <a:t> and a </a:t>
            </a:r>
            <a:r>
              <a:rPr lang="en-US" b="1" dirty="0"/>
              <a:t>standard deviation of 1</a:t>
            </a:r>
            <a:r>
              <a:rPr lang="en-US" dirty="0"/>
              <a:t>.”</a:t>
            </a:r>
          </a:p>
          <a:p>
            <a:pPr marL="285750" indent="-285750">
              <a:buFont typeface="Arial"/>
              <a:buChar char="•"/>
            </a:pPr>
            <a:r>
              <a:rPr lang="en-US" dirty="0"/>
              <a:t>Some features (like “area” or “radius”) have larger numerical ranges.</a:t>
            </a:r>
          </a:p>
          <a:p>
            <a:pPr marL="285750" indent="-285750">
              <a:buFont typeface="Arial"/>
              <a:buChar char="•"/>
            </a:pPr>
            <a:r>
              <a:rPr lang="en-US" dirty="0"/>
              <a:t>Algorithms like KNN, SVM, logistic regression, and PCA are sensitive to feature scale.</a:t>
            </a:r>
          </a:p>
          <a:p>
            <a:r>
              <a:rPr lang="en-US" b="1" dirty="0"/>
              <a:t>Interpreting the Distribution Plots</a:t>
            </a:r>
            <a:endParaRPr lang="en-US" dirty="0"/>
          </a:p>
          <a:p>
            <a:r>
              <a:rPr lang="en-US" dirty="0"/>
              <a:t>“After scaling, we plotted the distribution of each feature. This helps us understand the shape of the data, spot outliers, and detect skewness or multi-modal behavior.”</a:t>
            </a:r>
          </a:p>
          <a:p>
            <a:r>
              <a:rPr lang="en-US" b="1" dirty="0"/>
              <a:t>What to highlight from the plot:</a:t>
            </a:r>
            <a:endParaRPr lang="en-US" dirty="0"/>
          </a:p>
          <a:p>
            <a:pPr marL="171450" indent="-171450">
              <a:buFont typeface="Arial"/>
              <a:buChar char="•"/>
            </a:pPr>
            <a:r>
              <a:rPr lang="en-US" dirty="0"/>
              <a:t>Most features are </a:t>
            </a:r>
            <a:r>
              <a:rPr lang="en-US" b="1" dirty="0"/>
              <a:t>roughly bell-shaped</a:t>
            </a:r>
            <a:r>
              <a:rPr lang="en-US" dirty="0"/>
              <a:t> (normal distribution), especially after scaling.</a:t>
            </a:r>
          </a:p>
          <a:p>
            <a:pPr marL="171450" indent="-171450">
              <a:buFont typeface="Arial"/>
              <a:buChar char="•"/>
            </a:pPr>
            <a:r>
              <a:rPr lang="en-US" dirty="0"/>
              <a:t>Some features may still show </a:t>
            </a:r>
            <a:r>
              <a:rPr lang="en-US" b="1" dirty="0"/>
              <a:t>skewness</a:t>
            </a:r>
            <a:r>
              <a:rPr lang="en-US" dirty="0"/>
              <a:t> (e.g., positive or negative tails).</a:t>
            </a:r>
          </a:p>
          <a:p>
            <a:pPr marL="171450" indent="-171450">
              <a:buFont typeface="Arial"/>
              <a:buChar char="•"/>
            </a:pPr>
            <a:r>
              <a:rPr lang="en-US" dirty="0"/>
              <a:t>There are a few features that appear </a:t>
            </a:r>
            <a:r>
              <a:rPr lang="en-US" b="1" dirty="0"/>
              <a:t>bimodal</a:t>
            </a:r>
            <a:r>
              <a:rPr lang="en-US" dirty="0"/>
              <a:t>—which may reflect </a:t>
            </a:r>
            <a:r>
              <a:rPr lang="en-US" b="1" dirty="0"/>
              <a:t>differences between malignant and benign classes</a:t>
            </a:r>
            <a:r>
              <a:rPr lang="en-US" dirty="0"/>
              <a:t>.</a:t>
            </a:r>
          </a:p>
          <a:p>
            <a:r>
              <a:rPr lang="en-US" dirty="0"/>
              <a:t>"Even after scaling, some features still show interesting distribution patterns. This might suggest that they are highly discriminative between cancerous and non-cancerous cases."</a:t>
            </a:r>
          </a:p>
          <a:p>
            <a:pPr>
              <a:buFont typeface="Arial"/>
            </a:pPr>
            <a:endParaRPr lang="en-US" dirty="0">
              <a:latin typeface="Aptos"/>
              <a:ea typeface="Calibri"/>
              <a:cs typeface="Calibri"/>
            </a:endParaRPr>
          </a:p>
          <a:p>
            <a:r>
              <a:rPr lang="en-US" dirty="0"/>
              <a:t>“Understanding the distribution of features gives us intuition about which variables might be more informative. For instance, features with more variation or bimodality can be great predictors.”</a:t>
            </a:r>
          </a:p>
          <a:p>
            <a:endParaRPr lang="en-US" dirty="0"/>
          </a:p>
          <a:p>
            <a:pPr marL="171450" indent="-171450">
              <a:buFont typeface="Arial"/>
              <a:buChar char="•"/>
            </a:pPr>
            <a:r>
              <a:rPr lang="en-US" b="1" dirty="0"/>
              <a:t>Skewed features</a:t>
            </a:r>
            <a:r>
              <a:rPr lang="en-US" dirty="0"/>
              <a:t> might still show long tails → these may need further transformation (like log scaling).</a:t>
            </a:r>
          </a:p>
          <a:p>
            <a:pPr marL="171450" indent="-171450">
              <a:buFont typeface="Arial"/>
              <a:buChar char="•"/>
            </a:pPr>
            <a:r>
              <a:rPr lang="en-US" b="1" dirty="0"/>
              <a:t>Bimodal features</a:t>
            </a:r>
            <a:r>
              <a:rPr lang="en-US" dirty="0"/>
              <a:t> might be </a:t>
            </a:r>
            <a:r>
              <a:rPr lang="en-US" b="1" dirty="0"/>
              <a:t>very informative</a:t>
            </a:r>
            <a:r>
              <a:rPr lang="en-US" dirty="0"/>
              <a:t> for classification — they're showing clear differences between the two tumor types!</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11</a:t>
            </a:fld>
            <a:endParaRPr lang="en-AU"/>
          </a:p>
        </p:txBody>
      </p:sp>
    </p:spTree>
    <p:extLst>
      <p:ext uri="{BB962C8B-B14F-4D97-AF65-F5344CB8AC3E}">
        <p14:creationId xmlns:p14="http://schemas.microsoft.com/office/powerpoint/2010/main" val="1041292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boxplot</a:t>
            </a:r>
            <a:r>
              <a:rPr lang="en-US" dirty="0"/>
              <a:t> (a.k.a. box-and-whisker plot) summarizes the distribution of a dataset and highlights potential </a:t>
            </a:r>
            <a:r>
              <a:rPr lang="en-US" b="1" dirty="0"/>
              <a:t>outliers</a:t>
            </a:r>
            <a:r>
              <a:rPr lang="en-US" dirty="0"/>
              <a:t>.</a:t>
            </a:r>
          </a:p>
          <a:p>
            <a:endParaRPr lang="en-US" dirty="0"/>
          </a:p>
          <a:p>
            <a:r>
              <a:rPr lang="en-US" dirty="0"/>
              <a:t>"The dots beyond the whiskers are statistical outliers. In medical data, these could represent tumors with significantly larger size or unusual properties. While they might be true values, it’s essential to consider them carefully—they could skew the model or contain important clinical insights."</a:t>
            </a:r>
          </a:p>
          <a:p>
            <a:endParaRPr lang="en-US" dirty="0"/>
          </a:p>
          <a:p>
            <a:pPr marL="171450" indent="-171450">
              <a:buFont typeface="Arial"/>
              <a:buChar char="•"/>
            </a:pPr>
            <a:r>
              <a:rPr lang="en-US" b="1" dirty="0"/>
              <a:t>Keep them</a:t>
            </a:r>
            <a:r>
              <a:rPr lang="en-US" dirty="0"/>
              <a:t>: if they’re valid and meaningful (e.g., aggressive tumors).</a:t>
            </a:r>
          </a:p>
          <a:p>
            <a:pPr marL="171450" indent="-171450">
              <a:buFont typeface="Arial"/>
              <a:buChar char="•"/>
            </a:pPr>
            <a:r>
              <a:rPr lang="en-US" b="1" dirty="0"/>
              <a:t>Transform</a:t>
            </a:r>
            <a:r>
              <a:rPr lang="en-US" dirty="0"/>
              <a:t>: to reduce their impact (e.g., use log-scaling).</a:t>
            </a:r>
          </a:p>
          <a:p>
            <a:pPr marL="171450" indent="-171450">
              <a:buFont typeface="Arial"/>
              <a:buChar char="•"/>
            </a:pPr>
            <a:r>
              <a:rPr lang="en-US" b="1" dirty="0"/>
              <a:t>Remove</a:t>
            </a:r>
            <a:r>
              <a:rPr lang="en-US" dirty="0"/>
              <a:t>: only if they are likely errors or extremely rare cases.</a:t>
            </a:r>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12</a:t>
            </a:fld>
            <a:endParaRPr lang="en-AU"/>
          </a:p>
        </p:txBody>
      </p:sp>
    </p:spTree>
    <p:extLst>
      <p:ext uri="{BB962C8B-B14F-4D97-AF65-F5344CB8AC3E}">
        <p14:creationId xmlns:p14="http://schemas.microsoft.com/office/powerpoint/2010/main" val="36148675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pairplot</a:t>
            </a:r>
            <a:r>
              <a:rPr lang="en-US" dirty="0"/>
              <a:t> shows pairwise scatter plots for different features, with the points color-coded by whether the tumor is benign or malignant.</a:t>
            </a:r>
          </a:p>
          <a:p>
            <a:endParaRPr lang="en-US" dirty="0"/>
          </a:p>
          <a:p>
            <a:r>
              <a:rPr lang="en-US" dirty="0"/>
              <a:t>"Before applying any machine learning models, it's important to understand the relationships between features. One powerful way to do that is using a </a:t>
            </a:r>
            <a:r>
              <a:rPr lang="en-US" dirty="0" err="1"/>
              <a:t>pairplot</a:t>
            </a:r>
            <a:r>
              <a:rPr lang="en-US" dirty="0"/>
              <a:t>. It helps us see patterns, correlations, and potential for separating classes."</a:t>
            </a:r>
          </a:p>
          <a:p>
            <a:r>
              <a:rPr lang="en-US" dirty="0"/>
              <a:t>"This is a </a:t>
            </a:r>
            <a:r>
              <a:rPr lang="en-US" dirty="0" err="1"/>
              <a:t>pairplot</a:t>
            </a:r>
            <a:r>
              <a:rPr lang="en-US" dirty="0"/>
              <a:t> showing selected features from the breast cancer dataset. Each point represents a sample. The diagonal shows the distribution of individual features, while the off-diagonals show scatterplots between two features, colored by class (benign or malignant)."</a:t>
            </a:r>
          </a:p>
          <a:p>
            <a:endParaRPr lang="en-US" dirty="0"/>
          </a:p>
          <a:p>
            <a:pPr marL="171450" indent="-171450">
              <a:buFont typeface="Arial"/>
              <a:buChar char="•"/>
            </a:pPr>
            <a:r>
              <a:rPr lang="en-US" b="1" dirty="0"/>
              <a:t>Class Separation</a:t>
            </a:r>
            <a:endParaRPr lang="en-US" dirty="0"/>
          </a:p>
          <a:p>
            <a:r>
              <a:rPr lang="en-US" dirty="0"/>
              <a:t>"We can observe that some feature pairs show clear separation between classes. For example, mean radius vs. mean texture shows two distinct clusters. This tells us that these features are useful for classification."</a:t>
            </a:r>
          </a:p>
          <a:p>
            <a:pPr marL="171450" indent="-171450">
              <a:buFont typeface="Arial"/>
              <a:buChar char="•"/>
            </a:pPr>
            <a:r>
              <a:rPr lang="en-US" b="1" dirty="0"/>
              <a:t>Correlated Features</a:t>
            </a:r>
            <a:endParaRPr lang="en-US" dirty="0"/>
          </a:p>
          <a:p>
            <a:r>
              <a:rPr lang="en-US" dirty="0"/>
              <a:t>"Some scatterplots show a strong linear trend, like mean area and mean radius. This suggests they’re highly correlated. We might consider removing one to reduce redundancy or applying dimensionality reduction techniques like PCA."</a:t>
            </a:r>
          </a:p>
          <a:p>
            <a:endParaRPr lang="en-US" dirty="0"/>
          </a:p>
          <a:p>
            <a:r>
              <a:rPr lang="en-US" dirty="0"/>
              <a:t>This visual insight helps guide feature selection. We can choose features that best separate the classes and drop or transform features that are highly correlated or skewed. This can improve model performance and reduce overfitting."</a:t>
            </a:r>
          </a:p>
          <a:p>
            <a:endParaRPr lang="en-US" dirty="0"/>
          </a:p>
          <a:p>
            <a:r>
              <a:rPr lang="en-US" dirty="0"/>
              <a:t>"I’ve selected these four features from the dataset: mean radius, mean texture, mean perimeter, and mean smoothness. These were chosen to highlight class separation and correlation patterns. For instance, we can see that mean radius and mean perimeter are strongly correlated, which is common since larger tumors tend to have larger perimeters."</a:t>
            </a:r>
          </a:p>
          <a:p>
            <a:r>
              <a:rPr lang="en-US" dirty="0"/>
              <a:t>"Notice how malignant and benign cases often cluster separately, especially along the mean radius and mean texture axes. That tells us these features will be valuable for classification."</a:t>
            </a:r>
          </a:p>
          <a:p>
            <a:endParaRPr lang="en-US" dirty="0"/>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13</a:t>
            </a:fld>
            <a:endParaRPr lang="en-AU"/>
          </a:p>
        </p:txBody>
      </p:sp>
    </p:spTree>
    <p:extLst>
      <p:ext uri="{BB962C8B-B14F-4D97-AF65-F5344CB8AC3E}">
        <p14:creationId xmlns:p14="http://schemas.microsoft.com/office/powerpoint/2010/main" val="3954033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GB" b="1" i="0" dirty="0">
                <a:effectLst/>
                <a:latin typeface="system-ui"/>
              </a:rPr>
              <a:t>Dropping Highly Correlated Features &gt; (0.9 ???)</a:t>
            </a:r>
          </a:p>
          <a:p>
            <a:pPr algn="l">
              <a:buFont typeface="+mj-lt"/>
              <a:buAutoNum type="arabicPeriod"/>
            </a:pPr>
            <a:r>
              <a:rPr lang="en-GB" b="1" i="0" dirty="0">
                <a:effectLst/>
                <a:latin typeface="system-ui"/>
              </a:rPr>
              <a:t>Avoid Multicollinearity:</a:t>
            </a:r>
            <a:endParaRPr lang="en-GB" b="0" i="0" dirty="0">
              <a:effectLst/>
              <a:latin typeface="system-ui"/>
            </a:endParaRPr>
          </a:p>
          <a:p>
            <a:pPr lvl="1"/>
            <a:r>
              <a:rPr lang="en-GB" b="0" i="0" dirty="0">
                <a:effectLst/>
                <a:latin typeface="system-ui"/>
              </a:rPr>
              <a:t>Highly correlated features can lead to multicollinearity, where two or more features provide redundant information.</a:t>
            </a:r>
          </a:p>
          <a:p>
            <a:pPr lvl="1"/>
            <a:r>
              <a:rPr lang="en-GB" b="0" i="0" dirty="0">
                <a:effectLst/>
                <a:latin typeface="system-ui"/>
              </a:rPr>
              <a:t>This makes it difficult for the model to distinguish their individual effects on the target variable, leading to unreliable coefficient estimates in models like linear regression and logistic regression.</a:t>
            </a:r>
          </a:p>
          <a:p>
            <a:pPr algn="l">
              <a:buFont typeface="+mj-lt"/>
              <a:buAutoNum type="arabicPeriod"/>
            </a:pPr>
            <a:r>
              <a:rPr lang="en-GB" b="1" i="0" dirty="0">
                <a:effectLst/>
                <a:latin typeface="system-ui"/>
              </a:rPr>
              <a:t>Improve Model Performance:</a:t>
            </a:r>
            <a:endParaRPr lang="en-GB" b="0" i="0" dirty="0">
              <a:effectLst/>
              <a:latin typeface="system-ui"/>
            </a:endParaRPr>
          </a:p>
          <a:p>
            <a:pPr lvl="1" algn="l"/>
            <a:r>
              <a:rPr lang="en-GB" b="0" i="0" dirty="0">
                <a:effectLst/>
                <a:latin typeface="system-ui"/>
              </a:rPr>
              <a:t>Removing redundant features helps the model generalize better and avoid overfitting, especially in tree-based models and deep learning.</a:t>
            </a:r>
          </a:p>
          <a:p>
            <a:pPr algn="l">
              <a:buFont typeface="+mj-lt"/>
              <a:buAutoNum type="arabicPeriod"/>
            </a:pPr>
            <a:r>
              <a:rPr lang="en-GB" b="1" i="0" dirty="0">
                <a:effectLst/>
                <a:latin typeface="system-ui"/>
              </a:rPr>
              <a:t>Reduce Overhead &amp; Training Time:</a:t>
            </a:r>
            <a:endParaRPr lang="en-GB" b="0" i="0" dirty="0">
              <a:effectLst/>
              <a:latin typeface="system-ui"/>
            </a:endParaRPr>
          </a:p>
          <a:p>
            <a:pPr lvl="1" algn="l"/>
            <a:r>
              <a:rPr lang="en-GB" b="0" i="0" dirty="0">
                <a:effectLst/>
                <a:latin typeface="system-ui"/>
              </a:rPr>
              <a:t>Fewer features mean lower computational cost, faster model training, and less memory usage.</a:t>
            </a:r>
          </a:p>
          <a:p>
            <a:pPr lvl="1" algn="l"/>
            <a:r>
              <a:rPr lang="en-GB" b="0" i="0" dirty="0">
                <a:effectLst/>
                <a:latin typeface="system-ui"/>
              </a:rPr>
              <a:t>Simplifies the model and speeds up inference.</a:t>
            </a:r>
          </a:p>
          <a:p>
            <a:pPr algn="l">
              <a:buFont typeface="+mj-lt"/>
              <a:buAutoNum type="arabicPeriod"/>
            </a:pPr>
            <a:r>
              <a:rPr lang="en-GB" b="1" i="0" dirty="0">
                <a:effectLst/>
                <a:latin typeface="system-ui"/>
              </a:rPr>
              <a:t>Enhance Interpretability:</a:t>
            </a:r>
            <a:endParaRPr lang="en-GB" b="0" i="0" dirty="0">
              <a:effectLst/>
              <a:latin typeface="system-ui"/>
            </a:endParaRPr>
          </a:p>
          <a:p>
            <a:pPr lvl="1" algn="l"/>
            <a:r>
              <a:rPr lang="en-GB" b="0" i="0" dirty="0">
                <a:effectLst/>
                <a:latin typeface="system-ui"/>
              </a:rPr>
              <a:t>Reducing redundant features makes it easier to analyse feature importance and understand the impact of different variables.</a:t>
            </a:r>
          </a:p>
          <a:p>
            <a:pPr algn="l">
              <a:buFont typeface="+mj-lt"/>
              <a:buAutoNum type="arabicPeriod"/>
            </a:pPr>
            <a:r>
              <a:rPr lang="en-GB" b="1" i="0" dirty="0">
                <a:effectLst/>
                <a:latin typeface="system-ui"/>
              </a:rPr>
              <a:t>Prevent Data Leakage &amp; Overfitting:</a:t>
            </a:r>
            <a:endParaRPr lang="en-GB" b="0" i="0" dirty="0">
              <a:effectLst/>
              <a:latin typeface="system-ui"/>
            </a:endParaRPr>
          </a:p>
          <a:p>
            <a:pPr lvl="1" algn="l"/>
            <a:r>
              <a:rPr lang="en-GB" b="0" i="0" dirty="0">
                <a:effectLst/>
                <a:latin typeface="system-ui"/>
              </a:rPr>
              <a:t>Highly correlated features may lead to data leakage, where a feature indirectly reveals information about the target variable.</a:t>
            </a:r>
          </a:p>
          <a:p>
            <a:pPr lvl="1" algn="l"/>
            <a:r>
              <a:rPr lang="en-GB" b="0" i="0" dirty="0">
                <a:effectLst/>
                <a:latin typeface="system-ui"/>
              </a:rPr>
              <a:t>Removing them ensures a more robust model.</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14</a:t>
            </a:fld>
            <a:endParaRPr lang="en-AU"/>
          </a:p>
        </p:txBody>
      </p:sp>
    </p:spTree>
    <p:extLst>
      <p:ext uri="{BB962C8B-B14F-4D97-AF65-F5344CB8AC3E}">
        <p14:creationId xmlns:p14="http://schemas.microsoft.com/office/powerpoint/2010/main" val="3223766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heatmap is a visual representation of the correlation matrix. Each cell shows the correlation coefficient between a pair of features, ranging from -1 to 1. A value close to 1 means strong positive correlation, -1 means strong negative correlation, and 0 means no correlation."</a:t>
            </a:r>
          </a:p>
          <a:p>
            <a:endParaRPr lang="en-US" dirty="0"/>
          </a:p>
          <a:p>
            <a:r>
              <a:rPr lang="en-US" dirty="0"/>
              <a:t>"We use a heatmap to quickly identify highly correlated features. If two features are strongly correlated, they might provide redundant information to the model. This can lead to overfitting or unnecessarily complex models."</a:t>
            </a:r>
          </a:p>
          <a:p>
            <a:endParaRPr lang="en-US" dirty="0"/>
          </a:p>
          <a:p>
            <a:r>
              <a:rPr lang="en-US" dirty="0"/>
              <a:t>"In this heatmap, we can see that mean radius, mean perimeter, and mean area are very highly correlated — the values are close to 1. That makes sense — larger tumors tend to have bigger radius, perimeter, and area. So, instead of keeping all three, we might choose one or apply dimensionality reduction like PCA."</a:t>
            </a:r>
          </a:p>
          <a:p>
            <a:r>
              <a:rPr lang="en-US" dirty="0"/>
              <a:t>"We can also spot some features with low or negative correlation to others, which could add unique information to the model."</a:t>
            </a:r>
          </a:p>
          <a:p>
            <a:r>
              <a:rPr lang="en-US" dirty="0"/>
              <a:t>"By identifying these relationships visually, we can make smarter choices about which features to keep, combine, or drop."</a:t>
            </a:r>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15</a:t>
            </a:fld>
            <a:endParaRPr lang="en-AU"/>
          </a:p>
        </p:txBody>
      </p:sp>
    </p:spTree>
    <p:extLst>
      <p:ext uri="{BB962C8B-B14F-4D97-AF65-F5344CB8AC3E}">
        <p14:creationId xmlns:p14="http://schemas.microsoft.com/office/powerpoint/2010/main" val="1372553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"Principal Component Analysis, or PCA, is a technique used to reduce the number of features while preserving as much variance (or information) in the data as possible. It transforms the original features into new, uncorrelated components called principal components."</a:t>
            </a:r>
          </a:p>
          <a:p>
            <a:endParaRPr lang="en-US" dirty="0"/>
          </a:p>
          <a:p>
            <a:r>
              <a:rPr lang="en-US" dirty="0"/>
              <a:t>"In datasets like the breast cancer dataset, many features are correlated, which means they provide overlapping information. PCA helps us combine these correlated features into fewer components that still capture most of the data’s structure. This makes models faster, simpler, and often more accurate."</a:t>
            </a:r>
          </a:p>
          <a:p>
            <a:endParaRPr lang="en-US" dirty="0"/>
          </a:p>
          <a:p>
            <a:pPr marL="171450" indent="-171450">
              <a:buFont typeface="Arial"/>
              <a:buChar char="•"/>
            </a:pPr>
            <a:r>
              <a:rPr lang="en-US" b="1" dirty="0"/>
              <a:t>Cumulative Explained Variance:</a:t>
            </a:r>
            <a:r>
              <a:rPr lang="en-US" dirty="0"/>
              <a:t> Each principal component explains a portion of the total variance in the data. The cumulative explained variance is the sum of the variance explained by each component up to a certain point.</a:t>
            </a:r>
          </a:p>
          <a:p>
            <a:endParaRPr lang="en-US" dirty="0"/>
          </a:p>
          <a:p>
            <a:r>
              <a:rPr lang="en-US" dirty="0"/>
              <a:t>To achieve 95% cumulative explained variance, you select the minimum number of principal components needed such that their combined explained variance is at least 95%. These selected components represent the most important information in the data.</a:t>
            </a:r>
          </a:p>
          <a:p>
            <a:endParaRPr lang="en-US" dirty="0"/>
          </a:p>
          <a:p>
            <a:r>
              <a:rPr lang="en-US" dirty="0"/>
              <a:t>Features explaining 95% variance: ['mean concave points', 'mean fractal dimension', 'texture error', 'worst texture', 'mean smoothness', 'worst symmetry', 'worst fractal dimension', 'smoothness error', 'concavity error', 'mean symmetry']</a:t>
            </a:r>
          </a:p>
          <a:p>
            <a:r>
              <a:rPr lang="en-US" dirty="0"/>
              <a:t>Selected Features (emphasizing recall): ['mean concave points', 'mean fractal dimension', 'texture error', 'worst texture', 'mean smoothness', 'worst symmetry', 'worst fractal dimension', 'smoothness error', 'concavity error', 'mean symmetry']
</a:t>
            </a:r>
          </a:p>
          <a:p>
            <a:br>
              <a:rPr lang="en-US" dirty="0"/>
            </a:br>
            <a:endParaRPr lang="en-US" dirty="0"/>
          </a:p>
          <a:p>
            <a:br>
              <a:rPr lang="en-US" dirty="0"/>
            </a:br>
            <a:endParaRPr lang="en-US" dirty="0"/>
          </a:p>
          <a:p>
            <a:br>
              <a:rPr lang="en-US" dirty="0">
                <a:cs typeface="+mn-lt"/>
              </a:rPr>
            </a:br>
            <a:endParaRPr lang="en-US"/>
          </a:p>
          <a:p>
            <a:endParaRPr lang="en-US" dirty="0"/>
          </a:p>
          <a:p>
            <a:br>
              <a:rPr lang="en-US" dirty="0"/>
            </a:br>
            <a:endParaRPr lang="en-US" dirty="0"/>
          </a:p>
          <a:p>
            <a:endParaRPr lang="en-US" dirty="0"/>
          </a:p>
          <a:p>
            <a:r>
              <a:rPr lang="en-US" dirty="0"/>
              <a:t> The goal is to reduce features without losing too much valuable information. Aiming for 95% cumulative explained variance ensures that the reduced dataset still represents the original data well.
</a:t>
            </a:r>
          </a:p>
          <a:p>
            <a:br>
              <a:rPr lang="en-US" dirty="0"/>
            </a:br>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16</a:t>
            </a:fld>
            <a:endParaRPr lang="en-AU"/>
          </a:p>
        </p:txBody>
      </p:sp>
    </p:spTree>
    <p:extLst>
      <p:ext uri="{BB962C8B-B14F-4D97-AF65-F5344CB8AC3E}">
        <p14:creationId xmlns:p14="http://schemas.microsoft.com/office/powerpoint/2010/main" val="1410409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FADD8-1EA8-9A54-0939-95F8D9214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5FAA8-5CF6-F167-9D93-AEDA643EC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33082-A681-D8A8-42B7-9EDBD8DF400A}"/>
              </a:ext>
            </a:extLst>
          </p:cNvPr>
          <p:cNvSpPr>
            <a:spLocks noGrp="1"/>
          </p:cNvSpPr>
          <p:nvPr>
            <p:ph type="body" idx="1"/>
          </p:nvPr>
        </p:nvSpPr>
        <p:spPr/>
        <p:txBody>
          <a:bodyPr/>
          <a:lstStyle/>
          <a:p>
            <a:pPr marL="171450" indent="-171450">
              <a:buFont typeface="Arial"/>
              <a:buChar char="•"/>
            </a:pPr>
            <a:r>
              <a:rPr lang="en-US" dirty="0"/>
              <a:t>SFS is a greedy search algorithm that selects a subset of features by iteratively adding or removing features based on their performance in a model.</a:t>
            </a:r>
          </a:p>
          <a:p>
            <a:pPr marL="171450" indent="-171450">
              <a:buFont typeface="Arial"/>
              <a:buChar char="•"/>
            </a:pPr>
            <a:r>
              <a:rPr lang="en-US" dirty="0"/>
              <a:t>Here, I used </a:t>
            </a:r>
            <a:r>
              <a:rPr lang="en-US" b="1" dirty="0"/>
              <a:t>forward selection</a:t>
            </a:r>
            <a:r>
              <a:rPr lang="en-US" dirty="0"/>
              <a:t>, which starts with no features and adds one at a time based on their contribution to model performance.</a:t>
            </a:r>
          </a:p>
          <a:p>
            <a:endParaRPr lang="en-US" dirty="0"/>
          </a:p>
          <a:p>
            <a:r>
              <a:rPr lang="en-US" dirty="0"/>
              <a:t>SFS is a simple yet effective technique for selecting the best subset of features, especially when the feature space is large, and you want to avoid overfitting by using only the most important features.
</a:t>
            </a:r>
          </a:p>
          <a:p>
            <a:r>
              <a:rPr lang="en-US" dirty="0"/>
              <a:t>Selected Features: [</a:t>
            </a:r>
            <a:r>
              <a:rPr lang="en-US" dirty="0" err="1"/>
              <a:t>np.str</a:t>
            </a:r>
            <a:r>
              <a:rPr lang="en-US" dirty="0"/>
              <a:t>_('mean concavity'), </a:t>
            </a:r>
            <a:r>
              <a:rPr lang="en-US" dirty="0" err="1"/>
              <a:t>np.str</a:t>
            </a:r>
            <a:r>
              <a:rPr lang="en-US" dirty="0"/>
              <a:t>_('mean fractal dimension'), </a:t>
            </a:r>
            <a:r>
              <a:rPr lang="en-US" dirty="0" err="1"/>
              <a:t>np.str</a:t>
            </a:r>
            <a:r>
              <a:rPr lang="en-US" dirty="0"/>
              <a:t>_('texture error'), </a:t>
            </a:r>
            <a:r>
              <a:rPr lang="en-US" dirty="0" err="1"/>
              <a:t>np.str</a:t>
            </a:r>
            <a:r>
              <a:rPr lang="en-US" dirty="0"/>
              <a:t>_('smoothness error'), </a:t>
            </a:r>
            <a:r>
              <a:rPr lang="en-US" dirty="0" err="1"/>
              <a:t>np.str</a:t>
            </a:r>
            <a:r>
              <a:rPr lang="en-US" dirty="0"/>
              <a:t>_('symmetry error'), </a:t>
            </a:r>
            <a:r>
              <a:rPr lang="en-US" dirty="0" err="1"/>
              <a:t>np.str</a:t>
            </a:r>
            <a:r>
              <a:rPr lang="en-US" dirty="0"/>
              <a:t>_('worst texture'), </a:t>
            </a:r>
            <a:r>
              <a:rPr lang="en-US" dirty="0" err="1"/>
              <a:t>np.str</a:t>
            </a:r>
            <a:r>
              <a:rPr lang="en-US" dirty="0"/>
              <a:t>_('worst area'), </a:t>
            </a:r>
            <a:r>
              <a:rPr lang="en-US" dirty="0" err="1"/>
              <a:t>np.str</a:t>
            </a:r>
            <a:r>
              <a:rPr lang="en-US" dirty="0"/>
              <a:t>_('worst smoothness'), </a:t>
            </a:r>
            <a:r>
              <a:rPr lang="en-US" dirty="0" err="1"/>
              <a:t>np.str</a:t>
            </a:r>
            <a:r>
              <a:rPr lang="en-US" dirty="0"/>
              <a:t>_('worst compactness'), </a:t>
            </a:r>
            <a:r>
              <a:rPr lang="en-US" dirty="0" err="1"/>
              <a:t>np.str</a:t>
            </a:r>
            <a:r>
              <a:rPr lang="en-US" dirty="0"/>
              <a:t>_('worst concavity')]
</a:t>
            </a:r>
          </a:p>
          <a:p>
            <a:br>
              <a:rPr lang="en-US" dirty="0"/>
            </a:br>
            <a:endParaRPr lang="en-US" dirty="0"/>
          </a:p>
          <a:p>
            <a:br>
              <a:rPr lang="en-US" dirty="0"/>
            </a:br>
            <a:endParaRPr lang="en-US" dirty="0"/>
          </a:p>
          <a:p>
            <a:br>
              <a:rPr lang="en-US" dirty="0">
                <a:cs typeface="+mn-lt"/>
              </a:rPr>
            </a:br>
            <a:endParaRPr lang="en-US"/>
          </a:p>
          <a:p>
            <a:endParaRPr lang="en-US" dirty="0"/>
          </a:p>
          <a:p>
            <a:br>
              <a:rPr lang="en-US" dirty="0"/>
            </a:br>
            <a:endParaRPr lang="en-US" dirty="0"/>
          </a:p>
          <a:p>
            <a:endParaRPr lang="en-US" dirty="0"/>
          </a:p>
          <a:p>
            <a:r>
              <a:rPr lang="en-US" dirty="0"/>
              <a:t> The goal is to reduce features without losing too much valuable information. Aiming for 95% cumulative explained variance ensures that the reduced dataset still represents the original data well.
</a:t>
            </a:r>
          </a:p>
          <a:p>
            <a:br>
              <a:rPr lang="en-US" dirty="0"/>
            </a:br>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E983B39-7497-9D86-2276-393E494207E0}"/>
              </a:ext>
            </a:extLst>
          </p:cNvPr>
          <p:cNvSpPr>
            <a:spLocks noGrp="1"/>
          </p:cNvSpPr>
          <p:nvPr>
            <p:ph type="sldNum" sz="quarter" idx="5"/>
          </p:nvPr>
        </p:nvSpPr>
        <p:spPr/>
        <p:txBody>
          <a:bodyPr/>
          <a:lstStyle/>
          <a:p>
            <a:fld id="{99EDFBFE-BC1B-429B-801D-CD05D57BCE53}" type="slidenum">
              <a:rPr lang="en-AU" smtClean="0"/>
              <a:t>17</a:t>
            </a:fld>
            <a:endParaRPr lang="en-AU"/>
          </a:p>
        </p:txBody>
      </p:sp>
    </p:spTree>
    <p:extLst>
      <p:ext uri="{BB962C8B-B14F-4D97-AF65-F5344CB8AC3E}">
        <p14:creationId xmlns:p14="http://schemas.microsoft.com/office/powerpoint/2010/main" val="30335862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Logistic Regression (LR)</a:t>
            </a:r>
          </a:p>
          <a:p>
            <a:pPr>
              <a:buFont typeface="Arial" panose="020B0604020202020204" pitchFamily="34" charset="0"/>
              <a:buChar char="•"/>
            </a:pPr>
            <a:r>
              <a:rPr lang="en-GB" b="1" dirty="0"/>
              <a:t>Simple &amp; Interpretable</a:t>
            </a:r>
            <a:r>
              <a:rPr lang="en-GB" dirty="0"/>
              <a:t>: Good baseline model for binary classification like benign vs. malignant.</a:t>
            </a:r>
          </a:p>
          <a:p>
            <a:pPr>
              <a:buFont typeface="Arial" panose="020B0604020202020204" pitchFamily="34" charset="0"/>
              <a:buChar char="•"/>
            </a:pPr>
            <a:r>
              <a:rPr lang="en-GB" b="1" dirty="0"/>
              <a:t>Fast training</a:t>
            </a:r>
            <a:r>
              <a:rPr lang="en-GB" dirty="0"/>
              <a:t> and works well when the relationship between the features and target is roughly linear.</a:t>
            </a:r>
          </a:p>
          <a:p>
            <a:pPr>
              <a:buFont typeface="Arial" panose="020B0604020202020204" pitchFamily="34" charset="0"/>
              <a:buChar char="•"/>
            </a:pPr>
            <a:r>
              <a:rPr lang="en-GB" dirty="0"/>
              <a:t>Provides </a:t>
            </a:r>
            <a:r>
              <a:rPr lang="en-GB" b="1" dirty="0"/>
              <a:t>probabilities</a:t>
            </a:r>
            <a:r>
              <a:rPr lang="en-GB" dirty="0"/>
              <a:t>, which can help interpret model confidence.</a:t>
            </a:r>
          </a:p>
          <a:p>
            <a:pPr>
              <a:buNone/>
            </a:pPr>
            <a:endParaRPr lang="en-GB" b="1" dirty="0"/>
          </a:p>
          <a:p>
            <a:pPr>
              <a:buNone/>
            </a:pPr>
            <a:r>
              <a:rPr lang="en-GB" b="1" dirty="0"/>
              <a:t>Random Forest (RF)</a:t>
            </a:r>
          </a:p>
          <a:p>
            <a:pPr>
              <a:buFont typeface="Arial" panose="020B0604020202020204" pitchFamily="34" charset="0"/>
              <a:buChar char="•"/>
            </a:pPr>
            <a:r>
              <a:rPr lang="en-GB" b="1" dirty="0"/>
              <a:t>Powerful &amp; robust</a:t>
            </a:r>
            <a:r>
              <a:rPr lang="en-GB" dirty="0"/>
              <a:t>: Handles non-linear relationships and feature interactions well.</a:t>
            </a:r>
          </a:p>
          <a:p>
            <a:pPr>
              <a:buFont typeface="Arial" panose="020B0604020202020204" pitchFamily="34" charset="0"/>
              <a:buChar char="•"/>
            </a:pPr>
            <a:r>
              <a:rPr lang="en-GB" b="1" dirty="0"/>
              <a:t>Reduces overfitting</a:t>
            </a:r>
            <a:r>
              <a:rPr lang="en-GB" dirty="0"/>
              <a:t> by averaging multiple decision trees.</a:t>
            </a:r>
          </a:p>
          <a:p>
            <a:pPr>
              <a:buFont typeface="Arial" panose="020B0604020202020204" pitchFamily="34" charset="0"/>
              <a:buChar char="•"/>
            </a:pPr>
            <a:r>
              <a:rPr lang="en-GB" dirty="0"/>
              <a:t>Good for </a:t>
            </a:r>
            <a:r>
              <a:rPr lang="en-GB" b="1" dirty="0"/>
              <a:t>handling noise</a:t>
            </a:r>
            <a:r>
              <a:rPr lang="en-GB" dirty="0"/>
              <a:t> and </a:t>
            </a:r>
            <a:r>
              <a:rPr lang="en-GB" b="1" dirty="0"/>
              <a:t>feature importance analysis</a:t>
            </a:r>
            <a:r>
              <a:rPr lang="en-GB" dirty="0"/>
              <a:t>.</a:t>
            </a:r>
          </a:p>
          <a:p>
            <a:pPr>
              <a:buNone/>
            </a:pPr>
            <a:endParaRPr lang="en-GB" sz="1200" b="1" dirty="0"/>
          </a:p>
          <a:p>
            <a:pPr>
              <a:buNone/>
            </a:pPr>
            <a:r>
              <a:rPr lang="en-GB" sz="1200" b="1" dirty="0"/>
              <a:t>Support Vector Machine (SVM)</a:t>
            </a:r>
          </a:p>
          <a:p>
            <a:pPr>
              <a:buFont typeface="Arial" panose="020B0604020202020204" pitchFamily="34" charset="0"/>
              <a:buChar char="•"/>
            </a:pPr>
            <a:r>
              <a:rPr lang="en-GB" sz="1200" dirty="0"/>
              <a:t>Great for </a:t>
            </a:r>
            <a:r>
              <a:rPr lang="en-GB" sz="1200" b="1" dirty="0"/>
              <a:t>high-dimensional spaces</a:t>
            </a:r>
            <a:r>
              <a:rPr lang="en-GB" sz="1200" dirty="0"/>
              <a:t> like this dataset with 30 features.</a:t>
            </a:r>
          </a:p>
          <a:p>
            <a:pPr>
              <a:buFont typeface="Arial" panose="020B0604020202020204" pitchFamily="34" charset="0"/>
              <a:buChar char="•"/>
            </a:pPr>
            <a:r>
              <a:rPr lang="en-GB" sz="1200" b="1" dirty="0"/>
              <a:t>Maximizes margin</a:t>
            </a:r>
            <a:r>
              <a:rPr lang="en-GB" sz="1200" dirty="0"/>
              <a:t> between classes, which often leads to high accuracy.</a:t>
            </a:r>
          </a:p>
          <a:p>
            <a:pPr>
              <a:buFont typeface="Arial" panose="020B0604020202020204" pitchFamily="34" charset="0"/>
              <a:buChar char="•"/>
            </a:pPr>
            <a:r>
              <a:rPr lang="en-GB" sz="1200" dirty="0"/>
              <a:t>Effective when the classes are </a:t>
            </a:r>
            <a:r>
              <a:rPr lang="en-GB" sz="1200" b="1" dirty="0"/>
              <a:t>well-separated</a:t>
            </a:r>
            <a:r>
              <a:rPr lang="en-GB" sz="1200" dirty="0"/>
              <a:t>.</a:t>
            </a:r>
          </a:p>
          <a:p>
            <a:pPr marL="0" indent="0">
              <a:buNone/>
            </a:pPr>
            <a:endParaRPr lang="en-GB" sz="1200" dirty="0"/>
          </a:p>
          <a:p>
            <a:pPr>
              <a:buNone/>
            </a:pPr>
            <a:r>
              <a:rPr lang="en-GB" sz="1200" b="1" dirty="0"/>
              <a:t>K-Nearest </a:t>
            </a:r>
            <a:r>
              <a:rPr lang="en-GB" sz="1200" b="1" dirty="0" err="1"/>
              <a:t>Neighbors</a:t>
            </a:r>
            <a:r>
              <a:rPr lang="en-GB" sz="1200" b="1" dirty="0"/>
              <a:t> (KNN)</a:t>
            </a:r>
          </a:p>
          <a:p>
            <a:pPr>
              <a:buFont typeface="Arial" panose="020B0604020202020204" pitchFamily="34" charset="0"/>
              <a:buChar char="•"/>
            </a:pPr>
            <a:r>
              <a:rPr lang="en-GB" sz="1200" b="1" dirty="0"/>
              <a:t>Simple and non-parametric</a:t>
            </a:r>
            <a:r>
              <a:rPr lang="en-GB" sz="1200" dirty="0"/>
              <a:t>: Makes no assumption about the data distribution.</a:t>
            </a:r>
          </a:p>
          <a:p>
            <a:pPr>
              <a:buFont typeface="Arial" panose="020B0604020202020204" pitchFamily="34" charset="0"/>
              <a:buChar char="•"/>
            </a:pPr>
            <a:r>
              <a:rPr lang="en-GB" sz="1200" dirty="0"/>
              <a:t>Classification is based purely on </a:t>
            </a:r>
            <a:r>
              <a:rPr lang="en-GB" sz="1200" b="1" dirty="0"/>
              <a:t>similarity</a:t>
            </a:r>
            <a:r>
              <a:rPr lang="en-GB" sz="1200" dirty="0"/>
              <a:t> (distance), which works well in structured datasets.</a:t>
            </a:r>
          </a:p>
          <a:p>
            <a:pPr>
              <a:buFont typeface="Arial" panose="020B0604020202020204" pitchFamily="34" charset="0"/>
              <a:buChar char="•"/>
            </a:pPr>
            <a:r>
              <a:rPr lang="en-GB" sz="1200" dirty="0"/>
              <a:t>Useful as a comparison with more complex models.</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18</a:t>
            </a:fld>
            <a:endParaRPr lang="en-AU"/>
          </a:p>
        </p:txBody>
      </p:sp>
    </p:spTree>
    <p:extLst>
      <p:ext uri="{BB962C8B-B14F-4D97-AF65-F5344CB8AC3E}">
        <p14:creationId xmlns:p14="http://schemas.microsoft.com/office/powerpoint/2010/main" val="1421013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For recall optimization</a:t>
            </a:r>
            <a:r>
              <a:rPr lang="en-US" dirty="0"/>
              <a:t>, </a:t>
            </a:r>
            <a:r>
              <a:rPr lang="en-US" b="1" dirty="0"/>
              <a:t>SFS</a:t>
            </a:r>
            <a:r>
              <a:rPr lang="en-US" dirty="0"/>
              <a:t> is likely to perform better since it is tailored for selecting features that maximize recall, whereas PCA + RFE might lose some important details by focusing on components rather than individual features.</a:t>
            </a:r>
          </a:p>
          <a:p>
            <a:endParaRPr lang="en-US" dirty="0"/>
          </a:p>
          <a:p>
            <a:r>
              <a:rPr lang="en-US"/>
              <a:t>As you can see from the output, the highest mean recall score (approximately 0.976) was achieved when using a cross-validation fold of </a:t>
            </a:r>
            <a:r>
              <a:rPr lang="en-US" b="1"/>
              <a:t>3</a:t>
            </a:r>
            <a:r>
              <a:rPr lang="en-US"/>
              <a:t>.</a:t>
            </a:r>
          </a:p>
          <a:p>
            <a:endParaRPr lang="en-US" dirty="0"/>
          </a:p>
          <a:p>
            <a:pPr marL="171450" indent="-171450">
              <a:buFont typeface="Arial"/>
              <a:buChar char="•"/>
            </a:pPr>
            <a:r>
              <a:rPr lang="en-US"/>
              <a:t>While </a:t>
            </a:r>
            <a:r>
              <a:rPr lang="en-US" b="1"/>
              <a:t>cv=3</a:t>
            </a:r>
            <a:r>
              <a:rPr lang="en-US"/>
              <a:t> gives a perfect recall score, you should consider the stability and generalisation ability of the model. A slight drop in recall from </a:t>
            </a:r>
            <a:r>
              <a:rPr lang="en-US" b="1"/>
              <a:t>cv=3</a:t>
            </a:r>
            <a:r>
              <a:rPr lang="en-US"/>
              <a:t> to </a:t>
            </a:r>
            <a:r>
              <a:rPr lang="en-US" b="1"/>
              <a:t>cv=5</a:t>
            </a:r>
            <a:r>
              <a:rPr lang="en-US"/>
              <a:t> or </a:t>
            </a:r>
            <a:r>
              <a:rPr lang="en-US" b="1"/>
              <a:t>cv=10</a:t>
            </a:r>
            <a:r>
              <a:rPr lang="en-US"/>
              <a:t> (which is still very high) suggests that the model is more robust with more folds.</a:t>
            </a:r>
          </a:p>
          <a:p>
            <a:pPr marL="171450" indent="-171450">
              <a:buFont typeface="Arial"/>
              <a:buChar char="•"/>
            </a:pPr>
            <a:r>
              <a:rPr lang="en-US" b="1"/>
              <a:t>cv=5</a:t>
            </a:r>
            <a:r>
              <a:rPr lang="en-US"/>
              <a:t> and </a:t>
            </a:r>
            <a:r>
              <a:rPr lang="en-US" b="1"/>
              <a:t>cv=10</a:t>
            </a:r>
            <a:r>
              <a:rPr lang="en-US"/>
              <a:t> should be preferred for most use cases, especially in real-world applications, because they provide more stable results and reduce the likelihood of overfitting.</a:t>
            </a:r>
          </a:p>
          <a:p>
            <a:pPr marL="171450" indent="-171450">
              <a:buFont typeface="Arial"/>
              <a:buChar char="•"/>
            </a:pPr>
            <a:endParaRPr lang="en-US" dirty="0"/>
          </a:p>
          <a:p>
            <a:pPr marL="171450" indent="-171450">
              <a:buFont typeface="Arial"/>
              <a:buChar char="•"/>
            </a:pPr>
            <a:r>
              <a:rPr lang="en-US" b="1"/>
              <a:t>cv=5</a:t>
            </a:r>
            <a:r>
              <a:rPr lang="en-US"/>
              <a:t> or </a:t>
            </a:r>
            <a:r>
              <a:rPr lang="en-US" b="1"/>
              <a:t>cv=10</a:t>
            </a:r>
            <a:r>
              <a:rPr lang="en-US"/>
              <a:t> would likely be better choices for final model selection, as they provide more reliable estimates of the model's performance on unseen data. </a:t>
            </a:r>
            <a:r>
              <a:rPr lang="en-US" b="1"/>
              <a:t>cv=3</a:t>
            </a:r>
            <a:r>
              <a:rPr lang="en-US"/>
              <a:t> could be used as a quick test, but it shouldn't be relied on for selecting the final model.</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19</a:t>
            </a:fld>
            <a:endParaRPr lang="en-AU"/>
          </a:p>
        </p:txBody>
      </p:sp>
    </p:spTree>
    <p:extLst>
      <p:ext uri="{BB962C8B-B14F-4D97-AF65-F5344CB8AC3E}">
        <p14:creationId xmlns:p14="http://schemas.microsoft.com/office/powerpoint/2010/main" val="3641686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00" dirty="0">
                <a:effectLst/>
                <a:latin typeface="Aptos" panose="020B0004020202020204" pitchFamily="34" charset="0"/>
                <a:ea typeface="PMingLiU" panose="02020500000000000000" pitchFamily="18" charset="-120"/>
                <a:cs typeface="Times New Roman" panose="02020603050405020304" pitchFamily="18" charset="0"/>
              </a:rPr>
              <a:t>Accuracy can be misleading if classes are imbalanced. </a:t>
            </a:r>
            <a:r>
              <a:rPr lang="en-AU" sz="1800" i="1" kern="100" dirty="0">
                <a:effectLst/>
                <a:latin typeface="Aptos" panose="020B0004020202020204" pitchFamily="34" charset="0"/>
                <a:ea typeface="PMingLiU" panose="02020500000000000000" pitchFamily="18" charset="-120"/>
                <a:cs typeface="Times New Roman" panose="02020603050405020304" pitchFamily="18" charset="0"/>
              </a:rPr>
              <a:t>In this project, since benign cases are more common, a model could be “accurate” just by predicting most samples as benign—but that’s dangerous. Therefore, we take True positive rate into the consideration, </a:t>
            </a:r>
            <a:r>
              <a:rPr lang="en-AU" sz="1800" kern="100" dirty="0">
                <a:effectLst/>
                <a:latin typeface="Aptos" panose="020B0004020202020204" pitchFamily="34" charset="0"/>
                <a:ea typeface="PMingLiU" panose="02020500000000000000" pitchFamily="18" charset="-120"/>
                <a:cs typeface="Times New Roman" panose="02020603050405020304" pitchFamily="18" charset="0"/>
              </a:rPr>
              <a:t>High recall = low false negatives. </a:t>
            </a:r>
            <a:r>
              <a:rPr lang="en-AU" sz="1800" i="1" kern="100" dirty="0">
                <a:effectLst/>
                <a:latin typeface="Aptos" panose="020B0004020202020204" pitchFamily="34" charset="0"/>
                <a:ea typeface="PMingLiU" panose="02020500000000000000" pitchFamily="18" charset="-120"/>
                <a:cs typeface="Times New Roman" panose="02020603050405020304" pitchFamily="18" charset="0"/>
              </a:rPr>
              <a:t>This is critical for cancer detection—we don't want to miss a real case of cancer. </a:t>
            </a:r>
            <a:r>
              <a:rPr lang="en-GB" sz="2800" dirty="0"/>
              <a:t>A model with slightly lower accuracy but high recall is </a:t>
            </a:r>
            <a:r>
              <a:rPr lang="en-GB" sz="2800" b="1" dirty="0"/>
              <a:t>better for patient safety</a:t>
            </a:r>
            <a:r>
              <a:rPr lang="en-GB" sz="2800" dirty="0"/>
              <a:t> than one that misses malignant cases.</a:t>
            </a:r>
            <a:endParaRPr lang="en-AU" sz="1800" kern="100" dirty="0">
              <a:effectLst/>
              <a:latin typeface="Aptos" panose="020B0004020202020204" pitchFamily="34" charset="0"/>
              <a:ea typeface="PMingLiU" panose="02020500000000000000" pitchFamily="18" charset="-120"/>
              <a:cs typeface="Times New Roman" panose="02020603050405020304" pitchFamily="18" charset="0"/>
            </a:endParaRP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20</a:t>
            </a:fld>
            <a:endParaRPr lang="en-AU"/>
          </a:p>
        </p:txBody>
      </p:sp>
    </p:spTree>
    <p:extLst>
      <p:ext uri="{BB962C8B-B14F-4D97-AF65-F5344CB8AC3E}">
        <p14:creationId xmlns:p14="http://schemas.microsoft.com/office/powerpoint/2010/main" val="730690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We also explored ensemble techniques:</a:t>
            </a:r>
          </a:p>
          <a:p>
            <a:pPr>
              <a:buFont typeface="Arial" panose="020B0604020202020204" pitchFamily="34" charset="0"/>
              <a:buChar char="•"/>
            </a:pPr>
            <a:r>
              <a:rPr lang="en-GB" dirty="0"/>
              <a:t>Boosting, which builds models sequentially to fix errors from the previous ones</a:t>
            </a:r>
          </a:p>
          <a:p>
            <a:pPr>
              <a:buFont typeface="Arial" panose="020B0604020202020204" pitchFamily="34" charset="0"/>
              <a:buChar char="•"/>
            </a:pPr>
            <a:r>
              <a:rPr lang="en-GB" dirty="0"/>
              <a:t>Bagging, which builds models in parallel and averages them to reduce variance</a:t>
            </a:r>
            <a:br>
              <a:rPr lang="en-GB" dirty="0"/>
            </a:br>
            <a:r>
              <a:rPr lang="en-GB" dirty="0"/>
              <a:t>Both helped improve the stability and performance of our models.</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21</a:t>
            </a:fld>
            <a:endParaRPr lang="en-AU"/>
          </a:p>
        </p:txBody>
      </p:sp>
    </p:spTree>
    <p:extLst>
      <p:ext uri="{BB962C8B-B14F-4D97-AF65-F5344CB8AC3E}">
        <p14:creationId xmlns:p14="http://schemas.microsoft.com/office/powerpoint/2010/main" val="3068004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Based on overall performance metrics, especially recall and Accuracy, to ensure effectiveness in detecting malignant cases. After training, hyperparameter tuning, and testing. Final model parameters were used to evaluate performance on test data, then apply in </a:t>
            </a:r>
            <a:r>
              <a:rPr lang="en-US" sz="1200" b="0" i="0" baseline="0" dirty="0"/>
              <a:t>real-world settings.</a:t>
            </a:r>
            <a:endParaRPr lang="en-AU" b="0" dirty="0"/>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22</a:t>
            </a:fld>
            <a:endParaRPr lang="en-AU"/>
          </a:p>
        </p:txBody>
      </p:sp>
    </p:spTree>
    <p:extLst>
      <p:ext uri="{BB962C8B-B14F-4D97-AF65-F5344CB8AC3E}">
        <p14:creationId xmlns:p14="http://schemas.microsoft.com/office/powerpoint/2010/main" val="38037649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using final model parameters to evaluate performance on test data, then apply in </a:t>
            </a:r>
            <a:r>
              <a:rPr lang="en-US" sz="1800" b="0" i="0" baseline="0" dirty="0"/>
              <a:t>real-world settings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kern="100" baseline="0" dirty="0">
              <a:effectLst/>
              <a:latin typeface="Aptos" panose="020B0004020202020204" pitchFamily="34" charset="0"/>
              <a:ea typeface="PMingLiU" panose="02020500000000000000" pitchFamily="18"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00" baseline="0" dirty="0">
                <a:effectLst/>
                <a:latin typeface="Aptos" panose="020B0004020202020204" pitchFamily="34" charset="0"/>
                <a:ea typeface="PMingLiU" panose="02020500000000000000" pitchFamily="18" charset="-120"/>
                <a:cs typeface="Times New Roman" panose="02020603050405020304" pitchFamily="18" charset="0"/>
              </a:rPr>
              <a:t>Meanwhile, t</a:t>
            </a:r>
            <a:r>
              <a:rPr lang="en-AU" sz="1800" kern="100" dirty="0">
                <a:effectLst/>
                <a:latin typeface="Aptos" panose="020B0004020202020204" pitchFamily="34" charset="0"/>
                <a:ea typeface="PMingLiU" panose="02020500000000000000" pitchFamily="18" charset="-120"/>
                <a:cs typeface="Times New Roman" panose="02020603050405020304" pitchFamily="18" charset="0"/>
              </a:rPr>
              <a:t>o ethically and effectively improve breast cancer screening and diagnosis: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Monitor diagnostic models in real-world settings and regularly update them to maintain accuracy and fairness.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Use predictive analytics to prioritize high-risk individuals for follow-up and early intervention.</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Deploy AI tools and screening programs in underserved communities to enhance access to early diagnosis.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Implement ethics-based guidelines to minimize harm, support informed decision-making, and ensure equitable care across diverse populations.</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23</a:t>
            </a:fld>
            <a:endParaRPr lang="en-AU"/>
          </a:p>
        </p:txBody>
      </p:sp>
    </p:spTree>
    <p:extLst>
      <p:ext uri="{BB962C8B-B14F-4D97-AF65-F5344CB8AC3E}">
        <p14:creationId xmlns:p14="http://schemas.microsoft.com/office/powerpoint/2010/main" val="12411962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en-GB" sz="2800" dirty="0"/>
              <a:t>By embedding machine learning into clinical workflows, we advance a proactive, data-driven approach to cancer prevention and care to contribute to the National Preventive Health Strategy. </a:t>
            </a:r>
          </a:p>
          <a:p>
            <a:pPr>
              <a:lnSpc>
                <a:spcPct val="115000"/>
              </a:lnSpc>
              <a:spcAft>
                <a:spcPts val="800"/>
              </a:spcAft>
              <a:buNone/>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This model can help optimize healthcare resources: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Prioritize high-risk patients for follow-ups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Deploy in underserved communities to improve access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Enhance early diagnosis</a:t>
            </a:r>
          </a:p>
        </p:txBody>
      </p:sp>
      <p:sp>
        <p:nvSpPr>
          <p:cNvPr id="4" name="Slide Number Placeholder 3"/>
          <p:cNvSpPr>
            <a:spLocks noGrp="1"/>
          </p:cNvSpPr>
          <p:nvPr>
            <p:ph type="sldNum" sz="quarter" idx="5"/>
          </p:nvPr>
        </p:nvSpPr>
        <p:spPr/>
        <p:txBody>
          <a:bodyPr/>
          <a:lstStyle/>
          <a:p>
            <a:fld id="{99EDFBFE-BC1B-429B-801D-CD05D57BCE53}" type="slidenum">
              <a:rPr lang="en-AU" smtClean="0"/>
              <a:t>24</a:t>
            </a:fld>
            <a:endParaRPr lang="en-AU"/>
          </a:p>
        </p:txBody>
      </p:sp>
    </p:spTree>
    <p:extLst>
      <p:ext uri="{BB962C8B-B14F-4D97-AF65-F5344CB8AC3E}">
        <p14:creationId xmlns:p14="http://schemas.microsoft.com/office/powerpoint/2010/main" val="773672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D4BA2-B1FE-1C5A-9B68-83D34EC348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B8C16EA-4B33-88AB-3693-FE2261C8AB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18C8BE7F-EC7F-ABD3-5E9F-719C2B4A8FE5}"/>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1CC73337-57DE-024C-0231-6CEB51A1FFF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A14A905-75D9-486A-84DD-028B7CF1B96A}"/>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1602548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D592E-4DDD-F676-06BE-B3A8CEB26B3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A902A8A-A008-55E3-F1B2-D246740F89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3893173-8301-C06B-E271-230304BE456B}"/>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EA4801FA-ACED-C651-8A77-DC3D5D2AAC1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4B5E85-2716-0109-2583-C65785D5FD5A}"/>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4196772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31F1-FE78-CB98-84C1-A17EEA6387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CA4CB79-9905-2983-3454-1D45E574FD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2BB53D-B09C-B33B-B141-452EA0E7012E}"/>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4DDEF97E-91ED-31C1-4E2D-E215FB46AA3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C9E9968-4350-8E23-C45E-28D02387C8C1}"/>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1691883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7BDC0-3052-FF25-5B2B-6CC58E33350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39C159F-4194-CDC4-BF3B-1B78349BC1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A74CFAC-61E6-F0A6-A541-6C9BDD9AA6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583D5FA-17C1-987E-E98F-5CB98CF48FB1}"/>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6" name="Footer Placeholder 5">
            <a:extLst>
              <a:ext uri="{FF2B5EF4-FFF2-40B4-BE49-F238E27FC236}">
                <a16:creationId xmlns:a16="http://schemas.microsoft.com/office/drawing/2014/main" id="{CB3D6AAA-421F-D0F5-0ECA-E7854E0795B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BF9B58-8EDC-C1C2-B290-AA26E78654AD}"/>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4258171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B376-1449-21C7-68DF-DC931C33FBB0}"/>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AAC5F39-6579-ECFD-5056-A659C0B858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CB8C70-591B-53D3-7295-C38121B30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C5F54D0-0C7F-34BD-E370-6A2AEF449C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967744-0655-B3E6-5740-5F0B619A06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0D0DC57-5F2A-0177-6F22-DF52446127F1}"/>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8" name="Footer Placeholder 7">
            <a:extLst>
              <a:ext uri="{FF2B5EF4-FFF2-40B4-BE49-F238E27FC236}">
                <a16:creationId xmlns:a16="http://schemas.microsoft.com/office/drawing/2014/main" id="{8FB0D330-B2E5-AC84-058C-89F9CC658A6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040AA5C2-26BC-CF79-BDF4-A6885F16FB1F}"/>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1859002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EC10-E384-97B7-8AC5-2436855907B4}"/>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9F430C3-5440-5038-909E-D5BE8B70F08C}"/>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4" name="Footer Placeholder 3">
            <a:extLst>
              <a:ext uri="{FF2B5EF4-FFF2-40B4-BE49-F238E27FC236}">
                <a16:creationId xmlns:a16="http://schemas.microsoft.com/office/drawing/2014/main" id="{6105A56A-B6D7-44AE-02A8-D0ED7FC5630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EC27475-DD0B-0C57-BBD2-3A8EBAB166B6}"/>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3162910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C7824A-D726-D4FE-2909-1425F5DD3E46}"/>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3" name="Footer Placeholder 2">
            <a:extLst>
              <a:ext uri="{FF2B5EF4-FFF2-40B4-BE49-F238E27FC236}">
                <a16:creationId xmlns:a16="http://schemas.microsoft.com/office/drawing/2014/main" id="{8FE95A8C-0B86-51FA-BEBD-FB97793620E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DDEEB36-9671-12A0-A269-9E93C95A9D84}"/>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3614659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81E0-CE20-995D-6F72-F957BDBC18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606A797D-728B-ABB3-6C37-7B9A591696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1A2F35C-F2A1-7C9B-301E-02232ED6B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CC0DB1-9278-7A6E-EF43-6AF133EF8437}"/>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6" name="Footer Placeholder 5">
            <a:extLst>
              <a:ext uri="{FF2B5EF4-FFF2-40B4-BE49-F238E27FC236}">
                <a16:creationId xmlns:a16="http://schemas.microsoft.com/office/drawing/2014/main" id="{A9149315-9834-6794-2638-CEB90D3E2FF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0909F18-DEA3-21AF-FD87-FF1C56C53AC4}"/>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420720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FEB52-45F2-B84E-A02B-10D2879DC3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605895D-230A-C82E-D9B1-6B0082FD24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EDD9F453-F446-D9E0-0180-2E9ABAD68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16C5F-5B4F-10EE-1551-9820DF973753}"/>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6" name="Footer Placeholder 5">
            <a:extLst>
              <a:ext uri="{FF2B5EF4-FFF2-40B4-BE49-F238E27FC236}">
                <a16:creationId xmlns:a16="http://schemas.microsoft.com/office/drawing/2014/main" id="{13A43038-53EE-CA81-E3EF-479F458F49B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2C28B10-8E17-8C1A-867B-29FA77B6E362}"/>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534627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B1742-802E-C93D-F80B-DD9CD3370F3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D99B4BF-B8DE-3A63-11FD-1388813ED9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35F1817-A359-143F-2CB4-4297E6FB3D49}"/>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B6C98068-F7D9-1C31-27AB-D011A61F6E6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D3DE563-396D-0B1C-4587-4FFFB60A6D59}"/>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590412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1F8B02-A4C2-C92D-6FFA-36D12DF3BE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321F7A7-FFD4-1BAD-E052-BB86499E66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840BBF4-70D1-5C35-C417-416D9B78AB49}"/>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7380F0FD-B9D2-6B91-1A1D-DAF2C50393F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EF2483C-982F-585E-5D03-A3C37DE7D4DD}"/>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2773006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989D1B-A08B-C2C3-0681-28BE128F9F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DCA51EE-40F9-0723-17E6-1CCC1BF0F4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7EFAD47-29E0-31B9-2DF0-E4E7F3E224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DFBF8BE5-B604-0E0D-1715-0D980D6B5F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718B92AE-9A05-B75F-02C1-4DA909F025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B3E9DE-F27B-480B-A2AF-BE47683704D3}" type="slidenum">
              <a:rPr lang="en-AU" smtClean="0"/>
              <a:t>‹#›</a:t>
            </a:fld>
            <a:endParaRPr lang="en-AU"/>
          </a:p>
        </p:txBody>
      </p:sp>
    </p:spTree>
    <p:extLst>
      <p:ext uri="{BB962C8B-B14F-4D97-AF65-F5344CB8AC3E}">
        <p14:creationId xmlns:p14="http://schemas.microsoft.com/office/powerpoint/2010/main" val="2112914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2.png"/><Relationship Id="rId7" Type="http://schemas.openxmlformats.org/officeDocument/2006/relationships/diagramColors" Target="../diagrams/colors4.xm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a:extLst>
              <a:ext uri="{FF2B5EF4-FFF2-40B4-BE49-F238E27FC236}">
                <a16:creationId xmlns:a16="http://schemas.microsoft.com/office/drawing/2014/main" id="{EB0E633B-514F-D9F0-3DDF-9B406444000E}"/>
              </a:ext>
            </a:extLst>
          </p:cNvPr>
          <p:cNvPicPr>
            <a:picLocks noChangeAspect="1"/>
          </p:cNvPicPr>
          <p:nvPr/>
        </p:nvPicPr>
        <p:blipFill>
          <a:blip r:embed="rId2"/>
          <a:srcRect r="1" b="13820"/>
          <a:stretch/>
        </p:blipFill>
        <p:spPr>
          <a:xfrm>
            <a:off x="-1241782" y="0"/>
            <a:ext cx="9947062" cy="6857990"/>
          </a:xfrm>
          <a:prstGeom prst="rect">
            <a:avLst/>
          </a:prstGeom>
        </p:spPr>
      </p:pic>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13" name="Freeform: Shape 12">
            <a:extLst>
              <a:ext uri="{FF2B5EF4-FFF2-40B4-BE49-F238E27FC236}">
                <a16:creationId xmlns:a16="http://schemas.microsoft.com/office/drawing/2014/main" id="{F9EC3F91-A75C-4F74-867E-E4C28C135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226" y="0"/>
            <a:ext cx="5043774" cy="6858000"/>
          </a:xfrm>
          <a:custGeom>
            <a:avLst/>
            <a:gdLst>
              <a:gd name="connsiteX0" fmla="*/ 1648981 w 5043774"/>
              <a:gd name="connsiteY0" fmla="*/ 0 h 6858000"/>
              <a:gd name="connsiteX1" fmla="*/ 2759699 w 5043774"/>
              <a:gd name="connsiteY1" fmla="*/ 0 h 6858000"/>
              <a:gd name="connsiteX2" fmla="*/ 3379301 w 5043774"/>
              <a:gd name="connsiteY2" fmla="*/ 0 h 6858000"/>
              <a:gd name="connsiteX3" fmla="*/ 3552342 w 5043774"/>
              <a:gd name="connsiteY3" fmla="*/ 0 h 6858000"/>
              <a:gd name="connsiteX4" fmla="*/ 4617166 w 5043774"/>
              <a:gd name="connsiteY4" fmla="*/ 0 h 6858000"/>
              <a:gd name="connsiteX5" fmla="*/ 4786130 w 5043774"/>
              <a:gd name="connsiteY5" fmla="*/ 0 h 6858000"/>
              <a:gd name="connsiteX6" fmla="*/ 4980168 w 5043774"/>
              <a:gd name="connsiteY6" fmla="*/ 0 h 6858000"/>
              <a:gd name="connsiteX7" fmla="*/ 5043774 w 5043774"/>
              <a:gd name="connsiteY7" fmla="*/ 0 h 6858000"/>
              <a:gd name="connsiteX8" fmla="*/ 5043774 w 5043774"/>
              <a:gd name="connsiteY8" fmla="*/ 6858000 h 6858000"/>
              <a:gd name="connsiteX9" fmla="*/ 4980168 w 5043774"/>
              <a:gd name="connsiteY9" fmla="*/ 6858000 h 6858000"/>
              <a:gd name="connsiteX10" fmla="*/ 4786130 w 5043774"/>
              <a:gd name="connsiteY10" fmla="*/ 6858000 h 6858000"/>
              <a:gd name="connsiteX11" fmla="*/ 4617166 w 5043774"/>
              <a:gd name="connsiteY11" fmla="*/ 6858000 h 6858000"/>
              <a:gd name="connsiteX12" fmla="*/ 3552342 w 5043774"/>
              <a:gd name="connsiteY12" fmla="*/ 6858000 h 6858000"/>
              <a:gd name="connsiteX13" fmla="*/ 3379301 w 5043774"/>
              <a:gd name="connsiteY13" fmla="*/ 6858000 h 6858000"/>
              <a:gd name="connsiteX14" fmla="*/ 2759699 w 5043774"/>
              <a:gd name="connsiteY14" fmla="*/ 6858000 h 6858000"/>
              <a:gd name="connsiteX15" fmla="*/ 2542782 w 5043774"/>
              <a:gd name="connsiteY15" fmla="*/ 6858000 h 6858000"/>
              <a:gd name="connsiteX16" fmla="*/ 2429239 w 5043774"/>
              <a:gd name="connsiteY16" fmla="*/ 6780599 h 6858000"/>
              <a:gd name="connsiteX17" fmla="*/ 1904328 w 5043774"/>
              <a:gd name="connsiteY17" fmla="*/ 6374814 h 6858000"/>
              <a:gd name="connsiteX18" fmla="*/ 0 w 5043774"/>
              <a:gd name="connsiteY18" fmla="*/ 3621656 h 6858000"/>
              <a:gd name="connsiteX19" fmla="*/ 1626503 w 5043774"/>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43774" h="6858000">
                <a:moveTo>
                  <a:pt x="1648981" y="0"/>
                </a:moveTo>
                <a:lnTo>
                  <a:pt x="2759699" y="0"/>
                </a:lnTo>
                <a:lnTo>
                  <a:pt x="3379301" y="0"/>
                </a:lnTo>
                <a:lnTo>
                  <a:pt x="3552342" y="0"/>
                </a:lnTo>
                <a:lnTo>
                  <a:pt x="4617166" y="0"/>
                </a:lnTo>
                <a:lnTo>
                  <a:pt x="4786130" y="0"/>
                </a:lnTo>
                <a:lnTo>
                  <a:pt x="4980168" y="0"/>
                </a:lnTo>
                <a:lnTo>
                  <a:pt x="5043774" y="0"/>
                </a:lnTo>
                <a:lnTo>
                  <a:pt x="5043774" y="6858000"/>
                </a:lnTo>
                <a:lnTo>
                  <a:pt x="4980168" y="6858000"/>
                </a:lnTo>
                <a:lnTo>
                  <a:pt x="4786130" y="6858000"/>
                </a:lnTo>
                <a:lnTo>
                  <a:pt x="4617166" y="6858000"/>
                </a:lnTo>
                <a:lnTo>
                  <a:pt x="3552342" y="6858000"/>
                </a:lnTo>
                <a:lnTo>
                  <a:pt x="3379301" y="6858000"/>
                </a:lnTo>
                <a:lnTo>
                  <a:pt x="2759699" y="6858000"/>
                </a:lnTo>
                <a:lnTo>
                  <a:pt x="2542782" y="6858000"/>
                </a:lnTo>
                <a:lnTo>
                  <a:pt x="2429239" y="6780599"/>
                </a:lnTo>
                <a:cubicBezTo>
                  <a:pt x="2252641" y="6653108"/>
                  <a:pt x="2079285" y="6515397"/>
                  <a:pt x="1904328" y="6374814"/>
                </a:cubicBezTo>
                <a:cubicBezTo>
                  <a:pt x="943579" y="5602839"/>
                  <a:pt x="0" y="4969131"/>
                  <a:pt x="0" y="3621656"/>
                </a:cubicBezTo>
                <a:cubicBezTo>
                  <a:pt x="0" y="2093192"/>
                  <a:pt x="582912" y="754641"/>
                  <a:pt x="1626503" y="14997"/>
                </a:cubicBezTo>
                <a:close/>
              </a:path>
            </a:pathLst>
          </a:cu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Meiryo"/>
            </a:endParaRPr>
          </a:p>
        </p:txBody>
      </p:sp>
      <p:sp>
        <p:nvSpPr>
          <p:cNvPr id="15" name="Freeform: Shape 14">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9701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B78835F-BA27-4115-A4C3-342AA7C6FAC8}"/>
              </a:ext>
            </a:extLst>
          </p:cNvPr>
          <p:cNvSpPr>
            <a:spLocks noGrp="1"/>
          </p:cNvSpPr>
          <p:nvPr>
            <p:ph type="ctrTitle"/>
          </p:nvPr>
        </p:nvSpPr>
        <p:spPr>
          <a:xfrm>
            <a:off x="8046720" y="1045597"/>
            <a:ext cx="3633746" cy="1588422"/>
          </a:xfrm>
        </p:spPr>
        <p:txBody>
          <a:bodyPr vert="horz" lIns="91440" tIns="45720" rIns="91440" bIns="45720" rtlCol="0" anchor="b">
            <a:normAutofit/>
          </a:bodyPr>
          <a:lstStyle/>
          <a:p>
            <a:pPr algn="l"/>
            <a:r>
              <a:rPr lang="en-US" sz="2500" b="1" dirty="0"/>
              <a:t>Machine Learning for Breast Cancer Diagnosis: </a:t>
            </a:r>
            <a:br>
              <a:rPr lang="en-US" sz="2500" b="1" dirty="0"/>
            </a:br>
            <a:r>
              <a:rPr lang="en-US" sz="2500" b="1" dirty="0"/>
              <a:t>A Data-Driven Approach</a:t>
            </a:r>
          </a:p>
        </p:txBody>
      </p:sp>
      <p:sp>
        <p:nvSpPr>
          <p:cNvPr id="3" name="Subtitle 2">
            <a:extLst>
              <a:ext uri="{FF2B5EF4-FFF2-40B4-BE49-F238E27FC236}">
                <a16:creationId xmlns:a16="http://schemas.microsoft.com/office/drawing/2014/main" id="{AC39A5D9-9A53-08C8-55E6-BEF7709DE68E}"/>
              </a:ext>
            </a:extLst>
          </p:cNvPr>
          <p:cNvSpPr>
            <a:spLocks noGrp="1"/>
          </p:cNvSpPr>
          <p:nvPr>
            <p:ph type="subTitle" idx="1"/>
          </p:nvPr>
        </p:nvSpPr>
        <p:spPr>
          <a:xfrm>
            <a:off x="8046719" y="2722729"/>
            <a:ext cx="3633747" cy="2700062"/>
          </a:xfrm>
        </p:spPr>
        <p:txBody>
          <a:bodyPr vert="horz" lIns="91440" tIns="45720" rIns="91440" bIns="45720" rtlCol="0">
            <a:normAutofit/>
          </a:bodyPr>
          <a:lstStyle/>
          <a:p>
            <a:pPr algn="l"/>
            <a:r>
              <a:rPr lang="en-US" sz="2000" b="1" dirty="0"/>
              <a:t>Enhancing diagnosis with data-driven methods</a:t>
            </a:r>
          </a:p>
          <a:p>
            <a:pPr indent="-228600" algn="l">
              <a:buFont typeface="Arial" panose="020B0604020202020204" pitchFamily="34" charset="0"/>
              <a:buChar char="•"/>
            </a:pPr>
            <a:r>
              <a:rPr lang="en-US" sz="2000" b="1" dirty="0" err="1"/>
              <a:t>Jonghun</a:t>
            </a:r>
            <a:r>
              <a:rPr lang="en-US" sz="2000" b="1" dirty="0"/>
              <a:t> Park</a:t>
            </a:r>
          </a:p>
          <a:p>
            <a:pPr indent="-228600" algn="l">
              <a:buFont typeface="Arial" panose="020B0604020202020204" pitchFamily="34" charset="0"/>
              <a:buChar char="•"/>
            </a:pPr>
            <a:r>
              <a:rPr lang="en-US" sz="2000" b="1" dirty="0"/>
              <a:t>Xiao Zhong</a:t>
            </a:r>
          </a:p>
          <a:p>
            <a:pPr indent="-228600" algn="l">
              <a:buFont typeface="Arial" panose="020B0604020202020204" pitchFamily="34" charset="0"/>
              <a:buChar char="•"/>
            </a:pPr>
            <a:r>
              <a:rPr lang="en-US" sz="2000" b="1" dirty="0"/>
              <a:t>Tang Yip</a:t>
            </a:r>
          </a:p>
          <a:p>
            <a:pPr indent="-228600" algn="l">
              <a:buFont typeface="Arial" panose="020B0604020202020204" pitchFamily="34" charset="0"/>
              <a:buChar char="•"/>
            </a:pPr>
            <a:endParaRPr lang="en-US" sz="2000" dirty="0"/>
          </a:p>
        </p:txBody>
      </p:sp>
    </p:spTree>
    <p:extLst>
      <p:ext uri="{BB962C8B-B14F-4D97-AF65-F5344CB8AC3E}">
        <p14:creationId xmlns:p14="http://schemas.microsoft.com/office/powerpoint/2010/main" val="25927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C1FB78-C312-0465-0804-37A8C6283F59}"/>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86C90DBE-45F0-2EA4-BF30-D3C58FDD2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80401E90-DC5E-8E35-392E-366F51CBD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643467"/>
            <a:ext cx="10905066" cy="5562249"/>
          </a:xfrm>
          <a:custGeom>
            <a:avLst/>
            <a:gdLst>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8506 w 11243827"/>
              <a:gd name="connsiteY105" fmla="*/ 5632788 h 5641173"/>
              <a:gd name="connsiteX106" fmla="*/ 7912803 w 11243827"/>
              <a:gd name="connsiteY106" fmla="*/ 5629702 h 5641173"/>
              <a:gd name="connsiteX107" fmla="*/ 7890915 w 11243827"/>
              <a:gd name="connsiteY107" fmla="*/ 5612272 h 5641173"/>
              <a:gd name="connsiteX108" fmla="*/ 7727691 w 11243827"/>
              <a:gd name="connsiteY108" fmla="*/ 5621064 h 5641173"/>
              <a:gd name="connsiteX109" fmla="*/ 7685998 w 11243827"/>
              <a:gd name="connsiteY109" fmla="*/ 5615564 h 5641173"/>
              <a:gd name="connsiteX110" fmla="*/ 7649302 w 11243827"/>
              <a:gd name="connsiteY110" fmla="*/ 5626541 h 5641173"/>
              <a:gd name="connsiteX111" fmla="*/ 7634083 w 11243827"/>
              <a:gd name="connsiteY111" fmla="*/ 5620862 h 5641173"/>
              <a:gd name="connsiteX112" fmla="*/ 7631455 w 11243827"/>
              <a:gd name="connsiteY112" fmla="*/ 5619708 h 5641173"/>
              <a:gd name="connsiteX113" fmla="*/ 7620952 w 11243827"/>
              <a:gd name="connsiteY113" fmla="*/ 5618872 h 5641173"/>
              <a:gd name="connsiteX114" fmla="*/ 7617992 w 11243827"/>
              <a:gd name="connsiteY114" fmla="*/ 5613914 h 5641173"/>
              <a:gd name="connsiteX115" fmla="*/ 7602182 w 11243827"/>
              <a:gd name="connsiteY115" fmla="*/ 5609271 h 5641173"/>
              <a:gd name="connsiteX116" fmla="*/ 7582847 w 11243827"/>
              <a:gd name="connsiteY116" fmla="*/ 5609047 h 5641173"/>
              <a:gd name="connsiteX117" fmla="*/ 7514158 w 11243827"/>
              <a:gd name="connsiteY117" fmla="*/ 5607737 h 5641173"/>
              <a:gd name="connsiteX118" fmla="*/ 7502955 w 11243827"/>
              <a:gd name="connsiteY118" fmla="*/ 5610415 h 5641173"/>
              <a:gd name="connsiteX119" fmla="*/ 7466391 w 11243827"/>
              <a:gd name="connsiteY119" fmla="*/ 5605949 h 5641173"/>
              <a:gd name="connsiteX120" fmla="*/ 7433806 w 11243827"/>
              <a:gd name="connsiteY120" fmla="*/ 5604945 h 5641173"/>
              <a:gd name="connsiteX121" fmla="*/ 7412693 w 11243827"/>
              <a:gd name="connsiteY121" fmla="*/ 5607075 h 5641173"/>
              <a:gd name="connsiteX122" fmla="*/ 7407159 w 11243827"/>
              <a:gd name="connsiteY122" fmla="*/ 5605310 h 5641173"/>
              <a:gd name="connsiteX123" fmla="*/ 7385900 w 11243827"/>
              <a:gd name="connsiteY123" fmla="*/ 5604171 h 5641173"/>
              <a:gd name="connsiteX124" fmla="*/ 7375071 w 11243827"/>
              <a:gd name="connsiteY124" fmla="*/ 5606788 h 5641173"/>
              <a:gd name="connsiteX125" fmla="*/ 7364382 w 11243827"/>
              <a:gd name="connsiteY125" fmla="*/ 5600762 h 5641173"/>
              <a:gd name="connsiteX126" fmla="*/ 7361770 w 11243827"/>
              <a:gd name="connsiteY126" fmla="*/ 5596347 h 5641173"/>
              <a:gd name="connsiteX127" fmla="*/ 7346641 w 11243827"/>
              <a:gd name="connsiteY127" fmla="*/ 5598329 h 5641173"/>
              <a:gd name="connsiteX128" fmla="*/ 7334238 w 11243827"/>
              <a:gd name="connsiteY128" fmla="*/ 5594014 h 5641173"/>
              <a:gd name="connsiteX129" fmla="*/ 7323426 w 11243827"/>
              <a:gd name="connsiteY129" fmla="*/ 5596835 h 5641173"/>
              <a:gd name="connsiteX130" fmla="*/ 7318938 w 11243827"/>
              <a:gd name="connsiteY130" fmla="*/ 5596200 h 5641173"/>
              <a:gd name="connsiteX131" fmla="*/ 7307784 w 11243827"/>
              <a:gd name="connsiteY131" fmla="*/ 5594065 h 5641173"/>
              <a:gd name="connsiteX132" fmla="*/ 7288540 w 11243827"/>
              <a:gd name="connsiteY132" fmla="*/ 5589320 h 5641173"/>
              <a:gd name="connsiteX133" fmla="*/ 7282537 w 11243827"/>
              <a:gd name="connsiteY133" fmla="*/ 5588660 h 5641173"/>
              <a:gd name="connsiteX134" fmla="*/ 7269466 w 11243827"/>
              <a:gd name="connsiteY134" fmla="*/ 5581404 h 5641173"/>
              <a:gd name="connsiteX135" fmla="*/ 7244165 w 11243827"/>
              <a:gd name="connsiteY135" fmla="*/ 5575200 h 5641173"/>
              <a:gd name="connsiteX136" fmla="*/ 7199619 w 11243827"/>
              <a:gd name="connsiteY136" fmla="*/ 5553550 h 5641173"/>
              <a:gd name="connsiteX137" fmla="*/ 7173434 w 11243827"/>
              <a:gd name="connsiteY137" fmla="*/ 5543219 h 5641173"/>
              <a:gd name="connsiteX138" fmla="*/ 7155718 w 11243827"/>
              <a:gd name="connsiteY138" fmla="*/ 5533697 h 5641173"/>
              <a:gd name="connsiteX139" fmla="*/ 7103430 w 11243827"/>
              <a:gd name="connsiteY139" fmla="*/ 5520249 h 5641173"/>
              <a:gd name="connsiteX140" fmla="*/ 7013746 w 11243827"/>
              <a:gd name="connsiteY140" fmla="*/ 5502470 h 5641173"/>
              <a:gd name="connsiteX141" fmla="*/ 6995379 w 11243827"/>
              <a:gd name="connsiteY141" fmla="*/ 5497693 h 5641173"/>
              <a:gd name="connsiteX142" fmla="*/ 6982475 w 11243827"/>
              <a:gd name="connsiteY142" fmla="*/ 5489641 h 5641173"/>
              <a:gd name="connsiteX143" fmla="*/ 6981994 w 11243827"/>
              <a:gd name="connsiteY143" fmla="*/ 5484335 h 5641173"/>
              <a:gd name="connsiteX144" fmla="*/ 6972355 w 11243827"/>
              <a:gd name="connsiteY144" fmla="*/ 5481074 h 5641173"/>
              <a:gd name="connsiteX145" fmla="*/ 6970394 w 11243827"/>
              <a:gd name="connsiteY145" fmla="*/ 5479383 h 5641173"/>
              <a:gd name="connsiteX146" fmla="*/ 6958543 w 11243827"/>
              <a:gd name="connsiteY146" fmla="*/ 5470507 h 5641173"/>
              <a:gd name="connsiteX147" fmla="*/ 6918276 w 11243827"/>
              <a:gd name="connsiteY147" fmla="*/ 5472034 h 5641173"/>
              <a:gd name="connsiteX148" fmla="*/ 6881046 w 11243827"/>
              <a:gd name="connsiteY148" fmla="*/ 5457070 h 5641173"/>
              <a:gd name="connsiteX149" fmla="*/ 6720917 w 11243827"/>
              <a:gd name="connsiteY149" fmla="*/ 5426664 h 5641173"/>
              <a:gd name="connsiteX150" fmla="*/ 6724964 w 11243827"/>
              <a:gd name="connsiteY150" fmla="*/ 5414071 h 5641173"/>
              <a:gd name="connsiteX151" fmla="*/ 6717823 w 11243827"/>
              <a:gd name="connsiteY151" fmla="*/ 5410317 h 5641173"/>
              <a:gd name="connsiteX152" fmla="*/ 6660723 w 11243827"/>
              <a:gd name="connsiteY152" fmla="*/ 5408304 h 5641173"/>
              <a:gd name="connsiteX153" fmla="*/ 6532914 w 11243827"/>
              <a:gd name="connsiteY153" fmla="*/ 5431205 h 5641173"/>
              <a:gd name="connsiteX154" fmla="*/ 6317327 w 11243827"/>
              <a:gd name="connsiteY154" fmla="*/ 5481889 h 5641173"/>
              <a:gd name="connsiteX155" fmla="*/ 6196243 w 11243827"/>
              <a:gd name="connsiteY155" fmla="*/ 5515042 h 5641173"/>
              <a:gd name="connsiteX156" fmla="*/ 6099124 w 11243827"/>
              <a:gd name="connsiteY156" fmla="*/ 5516848 h 5641173"/>
              <a:gd name="connsiteX157" fmla="*/ 6016077 w 11243827"/>
              <a:gd name="connsiteY157" fmla="*/ 5528642 h 5641173"/>
              <a:gd name="connsiteX158" fmla="*/ 6004389 w 11243827"/>
              <a:gd name="connsiteY158" fmla="*/ 5531206 h 5641173"/>
              <a:gd name="connsiteX159" fmla="*/ 5933945 w 11243827"/>
              <a:gd name="connsiteY159" fmla="*/ 5538840 h 5641173"/>
              <a:gd name="connsiteX160" fmla="*/ 5883936 w 11243827"/>
              <a:gd name="connsiteY160" fmla="*/ 5553807 h 5641173"/>
              <a:gd name="connsiteX161" fmla="*/ 5798331 w 11243827"/>
              <a:gd name="connsiteY161" fmla="*/ 5564248 h 5641173"/>
              <a:gd name="connsiteX162" fmla="*/ 5712738 w 11243827"/>
              <a:gd name="connsiteY162" fmla="*/ 5573120 h 5641173"/>
              <a:gd name="connsiteX163" fmla="*/ 5681342 w 11243827"/>
              <a:gd name="connsiteY163" fmla="*/ 5575621 h 5641173"/>
              <a:gd name="connsiteX164" fmla="*/ 5627167 w 11243827"/>
              <a:gd name="connsiteY164" fmla="*/ 5583215 h 5641173"/>
              <a:gd name="connsiteX165" fmla="*/ 5591414 w 11243827"/>
              <a:gd name="connsiteY165" fmla="*/ 5587695 h 5641173"/>
              <a:gd name="connsiteX166" fmla="*/ 5583028 w 11243827"/>
              <a:gd name="connsiteY166" fmla="*/ 5580877 h 5641173"/>
              <a:gd name="connsiteX167" fmla="*/ 5549426 w 11243827"/>
              <a:gd name="connsiteY167" fmla="*/ 5582858 h 5641173"/>
              <a:gd name="connsiteX168" fmla="*/ 5519999 w 11243827"/>
              <a:gd name="connsiteY168" fmla="*/ 5592246 h 5641173"/>
              <a:gd name="connsiteX169" fmla="*/ 5480028 w 11243827"/>
              <a:gd name="connsiteY169" fmla="*/ 5597282 h 5641173"/>
              <a:gd name="connsiteX170" fmla="*/ 5456175 w 11243827"/>
              <a:gd name="connsiteY170" fmla="*/ 5600371 h 5641173"/>
              <a:gd name="connsiteX171" fmla="*/ 5388463 w 11243827"/>
              <a:gd name="connsiteY171" fmla="*/ 5602638 h 5641173"/>
              <a:gd name="connsiteX172" fmla="*/ 5265898 w 11243827"/>
              <a:gd name="connsiteY172" fmla="*/ 5591830 h 5641173"/>
              <a:gd name="connsiteX173" fmla="*/ 5231231 w 11243827"/>
              <a:gd name="connsiteY173" fmla="*/ 5592790 h 5641173"/>
              <a:gd name="connsiteX174" fmla="*/ 5226996 w 11243827"/>
              <a:gd name="connsiteY174" fmla="*/ 5595040 h 5641173"/>
              <a:gd name="connsiteX175" fmla="*/ 5175988 w 11243827"/>
              <a:gd name="connsiteY175" fmla="*/ 5588131 h 5641173"/>
              <a:gd name="connsiteX176" fmla="*/ 5107470 w 11243827"/>
              <a:gd name="connsiteY176" fmla="*/ 5594771 h 5641173"/>
              <a:gd name="connsiteX177" fmla="*/ 5027868 w 11243827"/>
              <a:gd name="connsiteY177" fmla="*/ 5605624 h 5641173"/>
              <a:gd name="connsiteX178" fmla="*/ 5007324 w 11243827"/>
              <a:gd name="connsiteY178" fmla="*/ 5609209 h 5641173"/>
              <a:gd name="connsiteX179" fmla="*/ 4952559 w 11243827"/>
              <a:gd name="connsiteY179" fmla="*/ 5611402 h 5641173"/>
              <a:gd name="connsiteX180" fmla="*/ 4826081 w 11243827"/>
              <a:gd name="connsiteY180" fmla="*/ 5616191 h 5641173"/>
              <a:gd name="connsiteX181" fmla="*/ 4823501 w 11243827"/>
              <a:gd name="connsiteY181" fmla="*/ 5619174 h 5641173"/>
              <a:gd name="connsiteX182" fmla="*/ 4813093 w 11243827"/>
              <a:gd name="connsiteY182" fmla="*/ 5620026 h 5641173"/>
              <a:gd name="connsiteX183" fmla="*/ 4810563 w 11243827"/>
              <a:gd name="connsiteY183" fmla="*/ 5620787 h 5641173"/>
              <a:gd name="connsiteX184" fmla="*/ 4795818 w 11243827"/>
              <a:gd name="connsiteY184" fmla="*/ 5624618 h 5641173"/>
              <a:gd name="connsiteX185" fmla="*/ 4758404 w 11243827"/>
              <a:gd name="connsiteY185" fmla="*/ 5619510 h 5641173"/>
              <a:gd name="connsiteX186" fmla="*/ 4717254 w 11243827"/>
              <a:gd name="connsiteY186" fmla="*/ 5624155 h 5641173"/>
              <a:gd name="connsiteX187" fmla="*/ 4591958 w 11243827"/>
              <a:gd name="connsiteY187" fmla="*/ 5624710 h 5641173"/>
              <a:gd name="connsiteX188" fmla="*/ 4476215 w 11243827"/>
              <a:gd name="connsiteY188" fmla="*/ 5628210 h 5641173"/>
              <a:gd name="connsiteX189" fmla="*/ 4425193 w 11243827"/>
              <a:gd name="connsiteY189" fmla="*/ 5627414 h 5641173"/>
              <a:gd name="connsiteX190" fmla="*/ 4383866 w 11243827"/>
              <a:gd name="connsiteY190" fmla="*/ 5626546 h 5641173"/>
              <a:gd name="connsiteX191" fmla="*/ 4385596 w 11243827"/>
              <a:gd name="connsiteY191" fmla="*/ 5634646 h 5641173"/>
              <a:gd name="connsiteX192" fmla="*/ 4360864 w 11243827"/>
              <a:gd name="connsiteY192" fmla="*/ 5641173 h 5641173"/>
              <a:gd name="connsiteX193" fmla="*/ 4328321 w 11243827"/>
              <a:gd name="connsiteY193" fmla="*/ 5626332 h 5641173"/>
              <a:gd name="connsiteX194" fmla="*/ 4309842 w 11243827"/>
              <a:gd name="connsiteY194" fmla="*/ 5626471 h 5641173"/>
              <a:gd name="connsiteX195" fmla="*/ 4277424 w 11243827"/>
              <a:gd name="connsiteY195" fmla="*/ 5631598 h 5641173"/>
              <a:gd name="connsiteX196" fmla="*/ 4266627 w 11243827"/>
              <a:gd name="connsiteY196" fmla="*/ 5633969 h 5641173"/>
              <a:gd name="connsiteX197" fmla="*/ 4185525 w 11243827"/>
              <a:gd name="connsiteY197" fmla="*/ 5617508 h 5641173"/>
              <a:gd name="connsiteX198" fmla="*/ 4177617 w 11243827"/>
              <a:gd name="connsiteY198" fmla="*/ 5610903 h 5641173"/>
              <a:gd name="connsiteX199" fmla="*/ 4136948 w 11243827"/>
              <a:gd name="connsiteY199" fmla="*/ 5608031 h 5641173"/>
              <a:gd name="connsiteX200" fmla="*/ 4132323 w 11243827"/>
              <a:gd name="connsiteY200" fmla="*/ 5609784 h 5641173"/>
              <a:gd name="connsiteX201" fmla="*/ 4098620 w 11243827"/>
              <a:gd name="connsiteY201" fmla="*/ 5599672 h 5641173"/>
              <a:gd name="connsiteX202" fmla="*/ 3963475 w 11243827"/>
              <a:gd name="connsiteY202" fmla="*/ 5581841 h 5641173"/>
              <a:gd name="connsiteX203" fmla="*/ 3703613 w 11243827"/>
              <a:gd name="connsiteY203" fmla="*/ 5572482 h 5641173"/>
              <a:gd name="connsiteX204" fmla="*/ 3432987 w 11243827"/>
              <a:gd name="connsiteY204" fmla="*/ 5545768 h 5641173"/>
              <a:gd name="connsiteX205" fmla="*/ 3176381 w 11243827"/>
              <a:gd name="connsiteY205" fmla="*/ 5556110 h 5641173"/>
              <a:gd name="connsiteX206" fmla="*/ 2710156 w 11243827"/>
              <a:gd name="connsiteY206" fmla="*/ 5527517 h 5641173"/>
              <a:gd name="connsiteX207" fmla="*/ 2550206 w 11243827"/>
              <a:gd name="connsiteY207" fmla="*/ 5524958 h 5641173"/>
              <a:gd name="connsiteX208" fmla="*/ 2443041 w 11243827"/>
              <a:gd name="connsiteY208" fmla="*/ 5523990 h 5641173"/>
              <a:gd name="connsiteX209" fmla="*/ 2435613 w 11243827"/>
              <a:gd name="connsiteY209" fmla="*/ 5526704 h 5641173"/>
              <a:gd name="connsiteX210" fmla="*/ 2405682 w 11243827"/>
              <a:gd name="connsiteY210" fmla="*/ 5528307 h 5641173"/>
              <a:gd name="connsiteX211" fmla="*/ 2397487 w 11243827"/>
              <a:gd name="connsiteY211" fmla="*/ 5540337 h 5641173"/>
              <a:gd name="connsiteX212" fmla="*/ 2297454 w 11243827"/>
              <a:gd name="connsiteY212" fmla="*/ 5550765 h 5641173"/>
              <a:gd name="connsiteX213" fmla="*/ 2056700 w 11243827"/>
              <a:gd name="connsiteY213" fmla="*/ 5555489 h 5641173"/>
              <a:gd name="connsiteX214" fmla="*/ 1878530 w 11243827"/>
              <a:gd name="connsiteY214" fmla="*/ 5535330 h 5641173"/>
              <a:gd name="connsiteX215" fmla="*/ 1859292 w 11243827"/>
              <a:gd name="connsiteY215" fmla="*/ 5535461 h 5641173"/>
              <a:gd name="connsiteX216" fmla="*/ 1835626 w 11243827"/>
              <a:gd name="connsiteY216" fmla="*/ 5533793 h 5641173"/>
              <a:gd name="connsiteX217" fmla="*/ 1798939 w 11243827"/>
              <a:gd name="connsiteY217" fmla="*/ 5540285 h 5641173"/>
              <a:gd name="connsiteX218" fmla="*/ 1779046 w 11243827"/>
              <a:gd name="connsiteY218" fmla="*/ 5549949 h 5641173"/>
              <a:gd name="connsiteX219" fmla="*/ 1772421 w 11243827"/>
              <a:gd name="connsiteY219" fmla="*/ 5549018 h 5641173"/>
              <a:gd name="connsiteX220" fmla="*/ 1772052 w 11243827"/>
              <a:gd name="connsiteY220" fmla="*/ 5545689 h 5641173"/>
              <a:gd name="connsiteX221" fmla="*/ 1711543 w 11243827"/>
              <a:gd name="connsiteY221" fmla="*/ 5534558 h 5641173"/>
              <a:gd name="connsiteX222" fmla="*/ 1698891 w 11243827"/>
              <a:gd name="connsiteY222" fmla="*/ 5513187 h 5641173"/>
              <a:gd name="connsiteX223" fmla="*/ 1538763 w 11243827"/>
              <a:gd name="connsiteY223" fmla="*/ 5482781 h 5641173"/>
              <a:gd name="connsiteX224" fmla="*/ 1501533 w 11243827"/>
              <a:gd name="connsiteY224" fmla="*/ 5467817 h 5641173"/>
              <a:gd name="connsiteX225" fmla="*/ 1461266 w 11243827"/>
              <a:gd name="connsiteY225" fmla="*/ 5469343 h 5641173"/>
              <a:gd name="connsiteX226" fmla="*/ 1449415 w 11243827"/>
              <a:gd name="connsiteY226" fmla="*/ 5460467 h 5641173"/>
              <a:gd name="connsiteX227" fmla="*/ 1447454 w 11243827"/>
              <a:gd name="connsiteY227" fmla="*/ 5458776 h 5641173"/>
              <a:gd name="connsiteX228" fmla="*/ 1437814 w 11243827"/>
              <a:gd name="connsiteY228" fmla="*/ 5455515 h 5641173"/>
              <a:gd name="connsiteX229" fmla="*/ 1437334 w 11243827"/>
              <a:gd name="connsiteY229" fmla="*/ 5450209 h 5641173"/>
              <a:gd name="connsiteX230" fmla="*/ 1424429 w 11243827"/>
              <a:gd name="connsiteY230" fmla="*/ 5442157 h 5641173"/>
              <a:gd name="connsiteX231" fmla="*/ 1406063 w 11243827"/>
              <a:gd name="connsiteY231" fmla="*/ 5437380 h 5641173"/>
              <a:gd name="connsiteX232" fmla="*/ 1316379 w 11243827"/>
              <a:gd name="connsiteY232" fmla="*/ 5419601 h 5641173"/>
              <a:gd name="connsiteX233" fmla="*/ 1264090 w 11243827"/>
              <a:gd name="connsiteY233" fmla="*/ 5406153 h 5641173"/>
              <a:gd name="connsiteX234" fmla="*/ 1246374 w 11243827"/>
              <a:gd name="connsiteY234" fmla="*/ 5396631 h 5641173"/>
              <a:gd name="connsiteX235" fmla="*/ 1220190 w 11243827"/>
              <a:gd name="connsiteY235" fmla="*/ 5386301 h 5641173"/>
              <a:gd name="connsiteX236" fmla="*/ 1175643 w 11243827"/>
              <a:gd name="connsiteY236" fmla="*/ 5364651 h 5641173"/>
              <a:gd name="connsiteX237" fmla="*/ 1150342 w 11243827"/>
              <a:gd name="connsiteY237" fmla="*/ 5358447 h 5641173"/>
              <a:gd name="connsiteX238" fmla="*/ 1137272 w 11243827"/>
              <a:gd name="connsiteY238" fmla="*/ 5351191 h 5641173"/>
              <a:gd name="connsiteX239" fmla="*/ 1131268 w 11243827"/>
              <a:gd name="connsiteY239" fmla="*/ 5350530 h 5641173"/>
              <a:gd name="connsiteX240" fmla="*/ 1112024 w 11243827"/>
              <a:gd name="connsiteY240" fmla="*/ 5345786 h 5641173"/>
              <a:gd name="connsiteX241" fmla="*/ 1100870 w 11243827"/>
              <a:gd name="connsiteY241" fmla="*/ 5343651 h 5641173"/>
              <a:gd name="connsiteX242" fmla="*/ 1096383 w 11243827"/>
              <a:gd name="connsiteY242" fmla="*/ 5343015 h 5641173"/>
              <a:gd name="connsiteX243" fmla="*/ 1085571 w 11243827"/>
              <a:gd name="connsiteY243" fmla="*/ 5345836 h 5641173"/>
              <a:gd name="connsiteX244" fmla="*/ 1073168 w 11243827"/>
              <a:gd name="connsiteY244" fmla="*/ 5341521 h 5641173"/>
              <a:gd name="connsiteX245" fmla="*/ 1058039 w 11243827"/>
              <a:gd name="connsiteY245" fmla="*/ 5343504 h 5641173"/>
              <a:gd name="connsiteX246" fmla="*/ 1055426 w 11243827"/>
              <a:gd name="connsiteY246" fmla="*/ 5339088 h 5641173"/>
              <a:gd name="connsiteX247" fmla="*/ 1044738 w 11243827"/>
              <a:gd name="connsiteY247" fmla="*/ 5333063 h 5641173"/>
              <a:gd name="connsiteX248" fmla="*/ 1033909 w 11243827"/>
              <a:gd name="connsiteY248" fmla="*/ 5335680 h 5641173"/>
              <a:gd name="connsiteX249" fmla="*/ 1012649 w 11243827"/>
              <a:gd name="connsiteY249" fmla="*/ 5334541 h 5641173"/>
              <a:gd name="connsiteX250" fmla="*/ 1007115 w 11243827"/>
              <a:gd name="connsiteY250" fmla="*/ 5332775 h 5641173"/>
              <a:gd name="connsiteX251" fmla="*/ 986002 w 11243827"/>
              <a:gd name="connsiteY251" fmla="*/ 5334906 h 5641173"/>
              <a:gd name="connsiteX252" fmla="*/ 953418 w 11243827"/>
              <a:gd name="connsiteY252" fmla="*/ 5333901 h 5641173"/>
              <a:gd name="connsiteX253" fmla="*/ 916854 w 11243827"/>
              <a:gd name="connsiteY253" fmla="*/ 5329435 h 5641173"/>
              <a:gd name="connsiteX254" fmla="*/ 905651 w 11243827"/>
              <a:gd name="connsiteY254" fmla="*/ 5332114 h 5641173"/>
              <a:gd name="connsiteX255" fmla="*/ 836961 w 11243827"/>
              <a:gd name="connsiteY255" fmla="*/ 5330803 h 5641173"/>
              <a:gd name="connsiteX256" fmla="*/ 817627 w 11243827"/>
              <a:gd name="connsiteY256" fmla="*/ 5330580 h 5641173"/>
              <a:gd name="connsiteX257" fmla="*/ 801817 w 11243827"/>
              <a:gd name="connsiteY257" fmla="*/ 5325937 h 5641173"/>
              <a:gd name="connsiteX258" fmla="*/ 798857 w 11243827"/>
              <a:gd name="connsiteY258" fmla="*/ 5320979 h 5641173"/>
              <a:gd name="connsiteX259" fmla="*/ 788354 w 11243827"/>
              <a:gd name="connsiteY259" fmla="*/ 5320143 h 5641173"/>
              <a:gd name="connsiteX260" fmla="*/ 785726 w 11243827"/>
              <a:gd name="connsiteY260" fmla="*/ 5318989 h 5641173"/>
              <a:gd name="connsiteX261" fmla="*/ 770507 w 11243827"/>
              <a:gd name="connsiteY261" fmla="*/ 5313309 h 5641173"/>
              <a:gd name="connsiteX262" fmla="*/ 733810 w 11243827"/>
              <a:gd name="connsiteY262" fmla="*/ 5324286 h 5641173"/>
              <a:gd name="connsiteX263" fmla="*/ 692117 w 11243827"/>
              <a:gd name="connsiteY263" fmla="*/ 5318786 h 5641173"/>
              <a:gd name="connsiteX264" fmla="*/ 528894 w 11243827"/>
              <a:gd name="connsiteY264" fmla="*/ 5327578 h 5641173"/>
              <a:gd name="connsiteX265" fmla="*/ 507005 w 11243827"/>
              <a:gd name="connsiteY265" fmla="*/ 5310149 h 5641173"/>
              <a:gd name="connsiteX266" fmla="*/ 441302 w 11243827"/>
              <a:gd name="connsiteY266" fmla="*/ 5307062 h 5641173"/>
              <a:gd name="connsiteX267" fmla="*/ 336819 w 11243827"/>
              <a:gd name="connsiteY267" fmla="*/ 5336690 h 5641173"/>
              <a:gd name="connsiteX268" fmla="*/ 215763 w 11243827"/>
              <a:gd name="connsiteY268" fmla="*/ 5332575 h 5641173"/>
              <a:gd name="connsiteX269" fmla="*/ 205927 w 11243827"/>
              <a:gd name="connsiteY269" fmla="*/ 5339672 h 5641173"/>
              <a:gd name="connsiteX270" fmla="*/ 194189 w 11243827"/>
              <a:gd name="connsiteY270" fmla="*/ 5343588 h 5641173"/>
              <a:gd name="connsiteX271" fmla="*/ 192552 w 11243827"/>
              <a:gd name="connsiteY271" fmla="*/ 5342845 h 5641173"/>
              <a:gd name="connsiteX272" fmla="*/ 178320 w 11243827"/>
              <a:gd name="connsiteY272" fmla="*/ 5343766 h 5641173"/>
              <a:gd name="connsiteX273" fmla="*/ 175596 w 11243827"/>
              <a:gd name="connsiteY273" fmla="*/ 5346411 h 5641173"/>
              <a:gd name="connsiteX274" fmla="*/ 165951 w 11243827"/>
              <a:gd name="connsiteY274" fmla="*/ 5347808 h 5641173"/>
              <a:gd name="connsiteX275" fmla="*/ 147287 w 11243827"/>
              <a:gd name="connsiteY275" fmla="*/ 5352625 h 5641173"/>
              <a:gd name="connsiteX276" fmla="*/ 143484 w 11243827"/>
              <a:gd name="connsiteY276" fmla="*/ 5351591 h 5641173"/>
              <a:gd name="connsiteX277" fmla="*/ 114847 w 11243827"/>
              <a:gd name="connsiteY277" fmla="*/ 5355844 h 5641173"/>
              <a:gd name="connsiteX278" fmla="*/ 114306 w 11243827"/>
              <a:gd name="connsiteY278" fmla="*/ 5354983 h 5641173"/>
              <a:gd name="connsiteX279" fmla="*/ 105588 w 11243827"/>
              <a:gd name="connsiteY279" fmla="*/ 5352169 h 5641173"/>
              <a:gd name="connsiteX280" fmla="*/ 89264 w 11243827"/>
              <a:gd name="connsiteY280" fmla="*/ 5348886 h 5641173"/>
              <a:gd name="connsiteX281" fmla="*/ 49794 w 11243827"/>
              <a:gd name="connsiteY281" fmla="*/ 5329950 h 5641173"/>
              <a:gd name="connsiteX282" fmla="*/ 19924 w 11243827"/>
              <a:gd name="connsiteY282" fmla="*/ 5334282 h 5641173"/>
              <a:gd name="connsiteX283" fmla="*/ 13819 w 11243827"/>
              <a:gd name="connsiteY283" fmla="*/ 5334653 h 5641173"/>
              <a:gd name="connsiteX284" fmla="*/ 13657 w 11243827"/>
              <a:gd name="connsiteY284" fmla="*/ 5334455 h 5641173"/>
              <a:gd name="connsiteX285" fmla="*/ 7139 w 11243827"/>
              <a:gd name="connsiteY285" fmla="*/ 5334438 h 5641173"/>
              <a:gd name="connsiteX286" fmla="*/ 2684 w 11243827"/>
              <a:gd name="connsiteY286" fmla="*/ 5335333 h 5641173"/>
              <a:gd name="connsiteX287" fmla="*/ 0 w 11243827"/>
              <a:gd name="connsiteY287" fmla="*/ 5335496 h 5641173"/>
              <a:gd name="connsiteX288" fmla="*/ 0 w 11243827"/>
              <a:gd name="connsiteY288" fmla="*/ 10592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717823 w 11243827"/>
              <a:gd name="connsiteY150" fmla="*/ 5410317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63717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87273"/>
              <a:gd name="connsiteX1" fmla="*/ 11243827 w 11243827"/>
              <a:gd name="connsiteY1" fmla="*/ 1470035 h 5687273"/>
              <a:gd name="connsiteX2" fmla="*/ 11243827 w 11243827"/>
              <a:gd name="connsiteY2" fmla="*/ 5001571 h 5687273"/>
              <a:gd name="connsiteX3" fmla="*/ 11243827 w 11243827"/>
              <a:gd name="connsiteY3" fmla="*/ 5209610 h 5687273"/>
              <a:gd name="connsiteX4" fmla="*/ 11240675 w 11243827"/>
              <a:gd name="connsiteY4" fmla="*/ 5210442 h 5687273"/>
              <a:gd name="connsiteX5" fmla="*/ 11179959 w 11243827"/>
              <a:gd name="connsiteY5" fmla="*/ 5221199 h 5687273"/>
              <a:gd name="connsiteX6" fmla="*/ 11105493 w 11243827"/>
              <a:gd name="connsiteY6" fmla="*/ 5259905 h 5687273"/>
              <a:gd name="connsiteX7" fmla="*/ 11078640 w 11243827"/>
              <a:gd name="connsiteY7" fmla="*/ 5263531 h 5687273"/>
              <a:gd name="connsiteX8" fmla="*/ 11079616 w 11243827"/>
              <a:gd name="connsiteY8" fmla="*/ 5270380 h 5687273"/>
              <a:gd name="connsiteX9" fmla="*/ 11069641 w 11243827"/>
              <a:gd name="connsiteY9" fmla="*/ 5270884 h 5687273"/>
              <a:gd name="connsiteX10" fmla="*/ 11047377 w 11243827"/>
              <a:gd name="connsiteY10" fmla="*/ 5271051 h 5687273"/>
              <a:gd name="connsiteX11" fmla="*/ 10980705 w 11243827"/>
              <a:gd name="connsiteY11" fmla="*/ 5272951 h 5687273"/>
              <a:gd name="connsiteX12" fmla="*/ 10962514 w 11243827"/>
              <a:gd name="connsiteY12" fmla="*/ 5286084 h 5687273"/>
              <a:gd name="connsiteX13" fmla="*/ 10945307 w 11243827"/>
              <a:gd name="connsiteY13" fmla="*/ 5286290 h 5687273"/>
              <a:gd name="connsiteX14" fmla="*/ 10845516 w 11243827"/>
              <a:gd name="connsiteY14" fmla="*/ 5303894 h 5687273"/>
              <a:gd name="connsiteX15" fmla="*/ 10831795 w 11243827"/>
              <a:gd name="connsiteY15" fmla="*/ 5305210 h 5687273"/>
              <a:gd name="connsiteX16" fmla="*/ 10824365 w 11243827"/>
              <a:gd name="connsiteY16" fmla="*/ 5311111 h 5687273"/>
              <a:gd name="connsiteX17" fmla="*/ 10797756 w 11243827"/>
              <a:gd name="connsiteY17" fmla="*/ 5312285 h 5687273"/>
              <a:gd name="connsiteX18" fmla="*/ 10796525 w 11243827"/>
              <a:gd name="connsiteY18" fmla="*/ 5315645 h 5687273"/>
              <a:gd name="connsiteX19" fmla="*/ 10709063 w 11243827"/>
              <a:gd name="connsiteY19" fmla="*/ 5344492 h 5687273"/>
              <a:gd name="connsiteX20" fmla="*/ 10694078 w 11243827"/>
              <a:gd name="connsiteY20" fmla="*/ 5349258 h 5687273"/>
              <a:gd name="connsiteX21" fmla="*/ 10681131 w 11243827"/>
              <a:gd name="connsiteY21" fmla="*/ 5347812 h 5687273"/>
              <a:gd name="connsiteX22" fmla="*/ 10609448 w 11243827"/>
              <a:gd name="connsiteY22" fmla="*/ 5351931 h 5687273"/>
              <a:gd name="connsiteX23" fmla="*/ 10592397 w 11243827"/>
              <a:gd name="connsiteY23" fmla="*/ 5349402 h 5687273"/>
              <a:gd name="connsiteX24" fmla="*/ 10585227 w 11243827"/>
              <a:gd name="connsiteY24" fmla="*/ 5344063 h 5687273"/>
              <a:gd name="connsiteX25" fmla="*/ 10557472 w 11243827"/>
              <a:gd name="connsiteY25" fmla="*/ 5354151 h 5687273"/>
              <a:gd name="connsiteX26" fmla="*/ 10514646 w 11243827"/>
              <a:gd name="connsiteY26" fmla="*/ 5361064 h 5687273"/>
              <a:gd name="connsiteX27" fmla="*/ 10494292 w 11243827"/>
              <a:gd name="connsiteY27" fmla="*/ 5366054 h 5687273"/>
              <a:gd name="connsiteX28" fmla="*/ 10477869 w 11243827"/>
              <a:gd name="connsiteY28" fmla="*/ 5363025 h 5687273"/>
              <a:gd name="connsiteX29" fmla="*/ 10384411 w 11243827"/>
              <a:gd name="connsiteY29" fmla="*/ 5362257 h 5687273"/>
              <a:gd name="connsiteX30" fmla="*/ 10362921 w 11243827"/>
              <a:gd name="connsiteY30" fmla="*/ 5357444 h 5687273"/>
              <a:gd name="connsiteX31" fmla="*/ 10352736 w 11243827"/>
              <a:gd name="connsiteY31" fmla="*/ 5347851 h 5687273"/>
              <a:gd name="connsiteX32" fmla="*/ 10344754 w 11243827"/>
              <a:gd name="connsiteY32" fmla="*/ 5351272 h 5687273"/>
              <a:gd name="connsiteX33" fmla="*/ 10288226 w 11243827"/>
              <a:gd name="connsiteY33" fmla="*/ 5351613 h 5687273"/>
              <a:gd name="connsiteX34" fmla="*/ 10251350 w 11243827"/>
              <a:gd name="connsiteY34" fmla="*/ 5352711 h 5687273"/>
              <a:gd name="connsiteX35" fmla="*/ 10249108 w 11243827"/>
              <a:gd name="connsiteY35" fmla="*/ 5365881 h 5687273"/>
              <a:gd name="connsiteX36" fmla="*/ 10216272 w 11243827"/>
              <a:gd name="connsiteY36" fmla="*/ 5370573 h 5687273"/>
              <a:gd name="connsiteX37" fmla="*/ 10181278 w 11243827"/>
              <a:gd name="connsiteY37" fmla="*/ 5362119 h 5687273"/>
              <a:gd name="connsiteX38" fmla="*/ 10140033 w 11243827"/>
              <a:gd name="connsiteY38" fmla="*/ 5363304 h 5687273"/>
              <a:gd name="connsiteX39" fmla="*/ 10115353 w 11243827"/>
              <a:gd name="connsiteY39" fmla="*/ 5363869 h 5687273"/>
              <a:gd name="connsiteX40" fmla="*/ 10050578 w 11243827"/>
              <a:gd name="connsiteY40" fmla="*/ 5376153 h 5687273"/>
              <a:gd name="connsiteX41" fmla="*/ 9945478 w 11243827"/>
              <a:gd name="connsiteY41" fmla="*/ 5422859 h 5687273"/>
              <a:gd name="connsiteX42" fmla="*/ 9912481 w 11243827"/>
              <a:gd name="connsiteY42" fmla="*/ 5429477 h 5687273"/>
              <a:gd name="connsiteX43" fmla="*/ 9906713 w 11243827"/>
              <a:gd name="connsiteY43" fmla="*/ 5426784 h 5687273"/>
              <a:gd name="connsiteX44" fmla="*/ 9742436 w 11243827"/>
              <a:gd name="connsiteY44" fmla="*/ 5454834 h 5687273"/>
              <a:gd name="connsiteX45" fmla="*/ 9713044 w 11243827"/>
              <a:gd name="connsiteY45" fmla="*/ 5456476 h 5687273"/>
              <a:gd name="connsiteX46" fmla="*/ 9691033 w 11243827"/>
              <a:gd name="connsiteY46" fmla="*/ 5455451 h 5687273"/>
              <a:gd name="connsiteX47" fmla="*/ 9638355 w 11243827"/>
              <a:gd name="connsiteY47" fmla="*/ 5464794 h 5687273"/>
              <a:gd name="connsiteX48" fmla="*/ 9552434 w 11243827"/>
              <a:gd name="connsiteY48" fmla="*/ 5485280 h 5687273"/>
              <a:gd name="connsiteX49" fmla="*/ 9533883 w 11243827"/>
              <a:gd name="connsiteY49" fmla="*/ 5488516 h 5687273"/>
              <a:gd name="connsiteX50" fmla="*/ 9516916 w 11243827"/>
              <a:gd name="connsiteY50" fmla="*/ 5486828 h 5687273"/>
              <a:gd name="connsiteX51" fmla="*/ 9512093 w 11243827"/>
              <a:gd name="connsiteY51" fmla="*/ 5482541 h 5687273"/>
              <a:gd name="connsiteX52" fmla="*/ 9501725 w 11243827"/>
              <a:gd name="connsiteY52" fmla="*/ 5483603 h 5687273"/>
              <a:gd name="connsiteX53" fmla="*/ 9498754 w 11243827"/>
              <a:gd name="connsiteY53" fmla="*/ 5482951 h 5687273"/>
              <a:gd name="connsiteX54" fmla="*/ 9481932 w 11243827"/>
              <a:gd name="connsiteY54" fmla="*/ 5480151 h 5687273"/>
              <a:gd name="connsiteX55" fmla="*/ 9451321 w 11243827"/>
              <a:gd name="connsiteY55" fmla="*/ 5497375 h 5687273"/>
              <a:gd name="connsiteX56" fmla="*/ 9409298 w 11243827"/>
              <a:gd name="connsiteY56" fmla="*/ 5499478 h 5687273"/>
              <a:gd name="connsiteX57" fmla="*/ 9257007 w 11243827"/>
              <a:gd name="connsiteY57" fmla="*/ 5537183 h 5687273"/>
              <a:gd name="connsiteX58" fmla="*/ 9229078 w 11243827"/>
              <a:gd name="connsiteY58" fmla="*/ 5524154 h 5687273"/>
              <a:gd name="connsiteX59" fmla="*/ 9165105 w 11243827"/>
              <a:gd name="connsiteY59" fmla="*/ 5532892 h 5687273"/>
              <a:gd name="connsiteX60" fmla="*/ 9077301 w 11243827"/>
              <a:gd name="connsiteY60" fmla="*/ 5580356 h 5687273"/>
              <a:gd name="connsiteX61" fmla="*/ 8960065 w 11243827"/>
              <a:gd name="connsiteY61" fmla="*/ 5597982 h 5687273"/>
              <a:gd name="connsiteX62" fmla="*/ 8953536 w 11243827"/>
              <a:gd name="connsiteY62" fmla="*/ 5606638 h 5687273"/>
              <a:gd name="connsiteX63" fmla="*/ 8943907 w 11243827"/>
              <a:gd name="connsiteY63" fmla="*/ 5612541 h 5687273"/>
              <a:gd name="connsiteX64" fmla="*/ 8942046 w 11243827"/>
              <a:gd name="connsiteY64" fmla="*/ 5612112 h 5687273"/>
              <a:gd name="connsiteX65" fmla="*/ 8928824 w 11243827"/>
              <a:gd name="connsiteY65" fmla="*/ 5615549 h 5687273"/>
              <a:gd name="connsiteX66" fmla="*/ 8927294 w 11243827"/>
              <a:gd name="connsiteY66" fmla="*/ 5618607 h 5687273"/>
              <a:gd name="connsiteX67" fmla="*/ 8918651 w 11243827"/>
              <a:gd name="connsiteY67" fmla="*/ 5621688 h 5687273"/>
              <a:gd name="connsiteX68" fmla="*/ 8902772 w 11243827"/>
              <a:gd name="connsiteY68" fmla="*/ 5629703 h 5687273"/>
              <a:gd name="connsiteX69" fmla="*/ 8898724 w 11243827"/>
              <a:gd name="connsiteY69" fmla="*/ 5629379 h 5687273"/>
              <a:gd name="connsiteX70" fmla="*/ 8873099 w 11243827"/>
              <a:gd name="connsiteY70" fmla="*/ 5638628 h 5687273"/>
              <a:gd name="connsiteX71" fmla="*/ 8872234 w 11243827"/>
              <a:gd name="connsiteY71" fmla="*/ 5637889 h 5687273"/>
              <a:gd name="connsiteX72" fmla="*/ 8862777 w 11243827"/>
              <a:gd name="connsiteY72" fmla="*/ 5636711 h 5687273"/>
              <a:gd name="connsiteX73" fmla="*/ 8845869 w 11243827"/>
              <a:gd name="connsiteY73" fmla="*/ 5636436 h 5687273"/>
              <a:gd name="connsiteX74" fmla="*/ 8800548 w 11243827"/>
              <a:gd name="connsiteY74" fmla="*/ 5625084 h 5687273"/>
              <a:gd name="connsiteX75" fmla="*/ 8773774 w 11243827"/>
              <a:gd name="connsiteY75" fmla="*/ 5634630 h 5687273"/>
              <a:gd name="connsiteX76" fmla="*/ 8698255 w 11243827"/>
              <a:gd name="connsiteY76" fmla="*/ 5636083 h 5687273"/>
              <a:gd name="connsiteX77" fmla="*/ 8619167 w 11243827"/>
              <a:gd name="connsiteY77" fmla="*/ 5619130 h 5687273"/>
              <a:gd name="connsiteX78" fmla="*/ 8539822 w 11243827"/>
              <a:gd name="connsiteY78" fmla="*/ 5616905 h 5687273"/>
              <a:gd name="connsiteX79" fmla="*/ 8511094 w 11243827"/>
              <a:gd name="connsiteY79" fmla="*/ 5617360 h 5687273"/>
              <a:gd name="connsiteX80" fmla="*/ 8459886 w 11243827"/>
              <a:gd name="connsiteY80" fmla="*/ 5612612 h 5687273"/>
              <a:gd name="connsiteX81" fmla="*/ 8436432 w 11243827"/>
              <a:gd name="connsiteY81" fmla="*/ 5606990 h 5687273"/>
              <a:gd name="connsiteX82" fmla="*/ 8435403 w 11243827"/>
              <a:gd name="connsiteY82" fmla="*/ 5607336 h 5687273"/>
              <a:gd name="connsiteX83" fmla="*/ 8433307 w 11243827"/>
              <a:gd name="connsiteY83" fmla="*/ 5604917 h 5687273"/>
              <a:gd name="connsiteX84" fmla="*/ 8428968 w 11243827"/>
              <a:gd name="connsiteY84" fmla="*/ 5603796 h 5687273"/>
              <a:gd name="connsiteX85" fmla="*/ 8417124 w 11243827"/>
              <a:gd name="connsiteY85" fmla="*/ 5604518 h 5687273"/>
              <a:gd name="connsiteX86" fmla="*/ 8412669 w 11243827"/>
              <a:gd name="connsiteY86" fmla="*/ 5605413 h 5687273"/>
              <a:gd name="connsiteX87" fmla="*/ 8406152 w 11243827"/>
              <a:gd name="connsiteY87" fmla="*/ 5605396 h 5687273"/>
              <a:gd name="connsiteX88" fmla="*/ 8405989 w 11243827"/>
              <a:gd name="connsiteY88" fmla="*/ 5605197 h 5687273"/>
              <a:gd name="connsiteX89" fmla="*/ 8399884 w 11243827"/>
              <a:gd name="connsiteY89" fmla="*/ 5605568 h 5687273"/>
              <a:gd name="connsiteX90" fmla="*/ 8370014 w 11243827"/>
              <a:gd name="connsiteY90" fmla="*/ 5609900 h 5687273"/>
              <a:gd name="connsiteX91" fmla="*/ 8330544 w 11243827"/>
              <a:gd name="connsiteY91" fmla="*/ 5590964 h 5687273"/>
              <a:gd name="connsiteX92" fmla="*/ 8314221 w 11243827"/>
              <a:gd name="connsiteY92" fmla="*/ 5587682 h 5687273"/>
              <a:gd name="connsiteX93" fmla="*/ 8305502 w 11243827"/>
              <a:gd name="connsiteY93" fmla="*/ 5584868 h 5687273"/>
              <a:gd name="connsiteX94" fmla="*/ 8304962 w 11243827"/>
              <a:gd name="connsiteY94" fmla="*/ 5584007 h 5687273"/>
              <a:gd name="connsiteX95" fmla="*/ 8276324 w 11243827"/>
              <a:gd name="connsiteY95" fmla="*/ 5588260 h 5687273"/>
              <a:gd name="connsiteX96" fmla="*/ 8272522 w 11243827"/>
              <a:gd name="connsiteY96" fmla="*/ 5587226 h 5687273"/>
              <a:gd name="connsiteX97" fmla="*/ 8253857 w 11243827"/>
              <a:gd name="connsiteY97" fmla="*/ 5592043 h 5687273"/>
              <a:gd name="connsiteX98" fmla="*/ 8244212 w 11243827"/>
              <a:gd name="connsiteY98" fmla="*/ 5593439 h 5687273"/>
              <a:gd name="connsiteX99" fmla="*/ 8241488 w 11243827"/>
              <a:gd name="connsiteY99" fmla="*/ 5596085 h 5687273"/>
              <a:gd name="connsiteX100" fmla="*/ 8227256 w 11243827"/>
              <a:gd name="connsiteY100" fmla="*/ 5597005 h 5687273"/>
              <a:gd name="connsiteX101" fmla="*/ 8225619 w 11243827"/>
              <a:gd name="connsiteY101" fmla="*/ 5596262 h 5687273"/>
              <a:gd name="connsiteX102" fmla="*/ 8213882 w 11243827"/>
              <a:gd name="connsiteY102" fmla="*/ 5600179 h 5687273"/>
              <a:gd name="connsiteX103" fmla="*/ 8204045 w 11243827"/>
              <a:gd name="connsiteY103" fmla="*/ 5607275 h 5687273"/>
              <a:gd name="connsiteX104" fmla="*/ 8082989 w 11243827"/>
              <a:gd name="connsiteY104" fmla="*/ 5603160 h 5687273"/>
              <a:gd name="connsiteX105" fmla="*/ 7976942 w 11243827"/>
              <a:gd name="connsiteY105" fmla="*/ 5598455 h 5687273"/>
              <a:gd name="connsiteX106" fmla="*/ 7915584 w 11243827"/>
              <a:gd name="connsiteY106" fmla="*/ 5684635 h 5687273"/>
              <a:gd name="connsiteX107" fmla="*/ 7727691 w 11243827"/>
              <a:gd name="connsiteY107" fmla="*/ 5621064 h 5687273"/>
              <a:gd name="connsiteX108" fmla="*/ 7685998 w 11243827"/>
              <a:gd name="connsiteY108" fmla="*/ 5615564 h 5687273"/>
              <a:gd name="connsiteX109" fmla="*/ 7649302 w 11243827"/>
              <a:gd name="connsiteY109" fmla="*/ 5626541 h 5687273"/>
              <a:gd name="connsiteX110" fmla="*/ 7634083 w 11243827"/>
              <a:gd name="connsiteY110" fmla="*/ 5620862 h 5687273"/>
              <a:gd name="connsiteX111" fmla="*/ 7631455 w 11243827"/>
              <a:gd name="connsiteY111" fmla="*/ 5619708 h 5687273"/>
              <a:gd name="connsiteX112" fmla="*/ 7620952 w 11243827"/>
              <a:gd name="connsiteY112" fmla="*/ 5618872 h 5687273"/>
              <a:gd name="connsiteX113" fmla="*/ 7617992 w 11243827"/>
              <a:gd name="connsiteY113" fmla="*/ 5613914 h 5687273"/>
              <a:gd name="connsiteX114" fmla="*/ 7602182 w 11243827"/>
              <a:gd name="connsiteY114" fmla="*/ 5609271 h 5687273"/>
              <a:gd name="connsiteX115" fmla="*/ 7582847 w 11243827"/>
              <a:gd name="connsiteY115" fmla="*/ 5609047 h 5687273"/>
              <a:gd name="connsiteX116" fmla="*/ 7514158 w 11243827"/>
              <a:gd name="connsiteY116" fmla="*/ 5607737 h 5687273"/>
              <a:gd name="connsiteX117" fmla="*/ 7502955 w 11243827"/>
              <a:gd name="connsiteY117" fmla="*/ 5610415 h 5687273"/>
              <a:gd name="connsiteX118" fmla="*/ 7466391 w 11243827"/>
              <a:gd name="connsiteY118" fmla="*/ 5605949 h 5687273"/>
              <a:gd name="connsiteX119" fmla="*/ 7433806 w 11243827"/>
              <a:gd name="connsiteY119" fmla="*/ 5604945 h 5687273"/>
              <a:gd name="connsiteX120" fmla="*/ 7412693 w 11243827"/>
              <a:gd name="connsiteY120" fmla="*/ 5607075 h 5687273"/>
              <a:gd name="connsiteX121" fmla="*/ 7407159 w 11243827"/>
              <a:gd name="connsiteY121" fmla="*/ 5605310 h 5687273"/>
              <a:gd name="connsiteX122" fmla="*/ 7385900 w 11243827"/>
              <a:gd name="connsiteY122" fmla="*/ 5604171 h 5687273"/>
              <a:gd name="connsiteX123" fmla="*/ 7375071 w 11243827"/>
              <a:gd name="connsiteY123" fmla="*/ 5606788 h 5687273"/>
              <a:gd name="connsiteX124" fmla="*/ 7364382 w 11243827"/>
              <a:gd name="connsiteY124" fmla="*/ 5600762 h 5687273"/>
              <a:gd name="connsiteX125" fmla="*/ 7361770 w 11243827"/>
              <a:gd name="connsiteY125" fmla="*/ 5596347 h 5687273"/>
              <a:gd name="connsiteX126" fmla="*/ 7346641 w 11243827"/>
              <a:gd name="connsiteY126" fmla="*/ 5598329 h 5687273"/>
              <a:gd name="connsiteX127" fmla="*/ 7334238 w 11243827"/>
              <a:gd name="connsiteY127" fmla="*/ 5594014 h 5687273"/>
              <a:gd name="connsiteX128" fmla="*/ 7323426 w 11243827"/>
              <a:gd name="connsiteY128" fmla="*/ 5596835 h 5687273"/>
              <a:gd name="connsiteX129" fmla="*/ 7318938 w 11243827"/>
              <a:gd name="connsiteY129" fmla="*/ 5596200 h 5687273"/>
              <a:gd name="connsiteX130" fmla="*/ 7307784 w 11243827"/>
              <a:gd name="connsiteY130" fmla="*/ 5594065 h 5687273"/>
              <a:gd name="connsiteX131" fmla="*/ 7288540 w 11243827"/>
              <a:gd name="connsiteY131" fmla="*/ 5589320 h 5687273"/>
              <a:gd name="connsiteX132" fmla="*/ 7282537 w 11243827"/>
              <a:gd name="connsiteY132" fmla="*/ 5588660 h 5687273"/>
              <a:gd name="connsiteX133" fmla="*/ 7269466 w 11243827"/>
              <a:gd name="connsiteY133" fmla="*/ 5581404 h 5687273"/>
              <a:gd name="connsiteX134" fmla="*/ 7244165 w 11243827"/>
              <a:gd name="connsiteY134" fmla="*/ 5575200 h 5687273"/>
              <a:gd name="connsiteX135" fmla="*/ 7199619 w 11243827"/>
              <a:gd name="connsiteY135" fmla="*/ 5553550 h 5687273"/>
              <a:gd name="connsiteX136" fmla="*/ 7173434 w 11243827"/>
              <a:gd name="connsiteY136" fmla="*/ 5543219 h 5687273"/>
              <a:gd name="connsiteX137" fmla="*/ 7155718 w 11243827"/>
              <a:gd name="connsiteY137" fmla="*/ 5533697 h 5687273"/>
              <a:gd name="connsiteX138" fmla="*/ 7103430 w 11243827"/>
              <a:gd name="connsiteY138" fmla="*/ 5520249 h 5687273"/>
              <a:gd name="connsiteX139" fmla="*/ 7013746 w 11243827"/>
              <a:gd name="connsiteY139" fmla="*/ 5502470 h 5687273"/>
              <a:gd name="connsiteX140" fmla="*/ 6995379 w 11243827"/>
              <a:gd name="connsiteY140" fmla="*/ 5497693 h 5687273"/>
              <a:gd name="connsiteX141" fmla="*/ 6982475 w 11243827"/>
              <a:gd name="connsiteY141" fmla="*/ 5489641 h 5687273"/>
              <a:gd name="connsiteX142" fmla="*/ 6981994 w 11243827"/>
              <a:gd name="connsiteY142" fmla="*/ 5484335 h 5687273"/>
              <a:gd name="connsiteX143" fmla="*/ 6972355 w 11243827"/>
              <a:gd name="connsiteY143" fmla="*/ 5481074 h 5687273"/>
              <a:gd name="connsiteX144" fmla="*/ 6970394 w 11243827"/>
              <a:gd name="connsiteY144" fmla="*/ 5479383 h 5687273"/>
              <a:gd name="connsiteX145" fmla="*/ 6958543 w 11243827"/>
              <a:gd name="connsiteY145" fmla="*/ 5470507 h 5687273"/>
              <a:gd name="connsiteX146" fmla="*/ 6918276 w 11243827"/>
              <a:gd name="connsiteY146" fmla="*/ 5472034 h 5687273"/>
              <a:gd name="connsiteX147" fmla="*/ 6881046 w 11243827"/>
              <a:gd name="connsiteY147" fmla="*/ 5457070 h 5687273"/>
              <a:gd name="connsiteX148" fmla="*/ 6752164 w 11243827"/>
              <a:gd name="connsiteY148" fmla="*/ 5425021 h 5687273"/>
              <a:gd name="connsiteX149" fmla="*/ 6724964 w 11243827"/>
              <a:gd name="connsiteY149" fmla="*/ 5414071 h 5687273"/>
              <a:gd name="connsiteX150" fmla="*/ 6683286 w 11243827"/>
              <a:gd name="connsiteY150" fmla="*/ 5405383 h 5687273"/>
              <a:gd name="connsiteX151" fmla="*/ 6644277 w 11243827"/>
              <a:gd name="connsiteY151" fmla="*/ 5429684 h 5687273"/>
              <a:gd name="connsiteX152" fmla="*/ 6532914 w 11243827"/>
              <a:gd name="connsiteY152" fmla="*/ 5431205 h 5687273"/>
              <a:gd name="connsiteX153" fmla="*/ 6307459 w 11243827"/>
              <a:gd name="connsiteY153" fmla="*/ 5467087 h 5687273"/>
              <a:gd name="connsiteX154" fmla="*/ 6196243 w 11243827"/>
              <a:gd name="connsiteY154" fmla="*/ 5515042 h 5687273"/>
              <a:gd name="connsiteX155" fmla="*/ 6099124 w 11243827"/>
              <a:gd name="connsiteY155" fmla="*/ 5516848 h 5687273"/>
              <a:gd name="connsiteX156" fmla="*/ 6016077 w 11243827"/>
              <a:gd name="connsiteY156" fmla="*/ 5528642 h 5687273"/>
              <a:gd name="connsiteX157" fmla="*/ 6004389 w 11243827"/>
              <a:gd name="connsiteY157" fmla="*/ 5531206 h 5687273"/>
              <a:gd name="connsiteX158" fmla="*/ 5933945 w 11243827"/>
              <a:gd name="connsiteY158" fmla="*/ 5538840 h 5687273"/>
              <a:gd name="connsiteX159" fmla="*/ 5883936 w 11243827"/>
              <a:gd name="connsiteY159" fmla="*/ 5553807 h 5687273"/>
              <a:gd name="connsiteX160" fmla="*/ 5798331 w 11243827"/>
              <a:gd name="connsiteY160" fmla="*/ 5564248 h 5687273"/>
              <a:gd name="connsiteX161" fmla="*/ 5712738 w 11243827"/>
              <a:gd name="connsiteY161" fmla="*/ 5573120 h 5687273"/>
              <a:gd name="connsiteX162" fmla="*/ 5681342 w 11243827"/>
              <a:gd name="connsiteY162" fmla="*/ 5575621 h 5687273"/>
              <a:gd name="connsiteX163" fmla="*/ 5627167 w 11243827"/>
              <a:gd name="connsiteY163" fmla="*/ 5583215 h 5687273"/>
              <a:gd name="connsiteX164" fmla="*/ 5591414 w 11243827"/>
              <a:gd name="connsiteY164" fmla="*/ 5587695 h 5687273"/>
              <a:gd name="connsiteX165" fmla="*/ 5583028 w 11243827"/>
              <a:gd name="connsiteY165" fmla="*/ 5580877 h 5687273"/>
              <a:gd name="connsiteX166" fmla="*/ 5549426 w 11243827"/>
              <a:gd name="connsiteY166" fmla="*/ 5582858 h 5687273"/>
              <a:gd name="connsiteX167" fmla="*/ 5519999 w 11243827"/>
              <a:gd name="connsiteY167" fmla="*/ 5592246 h 5687273"/>
              <a:gd name="connsiteX168" fmla="*/ 5480028 w 11243827"/>
              <a:gd name="connsiteY168" fmla="*/ 5597282 h 5687273"/>
              <a:gd name="connsiteX169" fmla="*/ 5456175 w 11243827"/>
              <a:gd name="connsiteY169" fmla="*/ 5600371 h 5687273"/>
              <a:gd name="connsiteX170" fmla="*/ 5388463 w 11243827"/>
              <a:gd name="connsiteY170" fmla="*/ 5602638 h 5687273"/>
              <a:gd name="connsiteX171" fmla="*/ 5265898 w 11243827"/>
              <a:gd name="connsiteY171" fmla="*/ 5591830 h 5687273"/>
              <a:gd name="connsiteX172" fmla="*/ 5231231 w 11243827"/>
              <a:gd name="connsiteY172" fmla="*/ 5592790 h 5687273"/>
              <a:gd name="connsiteX173" fmla="*/ 5226996 w 11243827"/>
              <a:gd name="connsiteY173" fmla="*/ 5595040 h 5687273"/>
              <a:gd name="connsiteX174" fmla="*/ 5175988 w 11243827"/>
              <a:gd name="connsiteY174" fmla="*/ 5588131 h 5687273"/>
              <a:gd name="connsiteX175" fmla="*/ 5107470 w 11243827"/>
              <a:gd name="connsiteY175" fmla="*/ 5594771 h 5687273"/>
              <a:gd name="connsiteX176" fmla="*/ 5027868 w 11243827"/>
              <a:gd name="connsiteY176" fmla="*/ 5605624 h 5687273"/>
              <a:gd name="connsiteX177" fmla="*/ 5007324 w 11243827"/>
              <a:gd name="connsiteY177" fmla="*/ 5609209 h 5687273"/>
              <a:gd name="connsiteX178" fmla="*/ 4952559 w 11243827"/>
              <a:gd name="connsiteY178" fmla="*/ 5611402 h 5687273"/>
              <a:gd name="connsiteX179" fmla="*/ 4826081 w 11243827"/>
              <a:gd name="connsiteY179" fmla="*/ 5616191 h 5687273"/>
              <a:gd name="connsiteX180" fmla="*/ 4823501 w 11243827"/>
              <a:gd name="connsiteY180" fmla="*/ 5619174 h 5687273"/>
              <a:gd name="connsiteX181" fmla="*/ 4813093 w 11243827"/>
              <a:gd name="connsiteY181" fmla="*/ 5620026 h 5687273"/>
              <a:gd name="connsiteX182" fmla="*/ 4810563 w 11243827"/>
              <a:gd name="connsiteY182" fmla="*/ 5620787 h 5687273"/>
              <a:gd name="connsiteX183" fmla="*/ 4795818 w 11243827"/>
              <a:gd name="connsiteY183" fmla="*/ 5624618 h 5687273"/>
              <a:gd name="connsiteX184" fmla="*/ 4758404 w 11243827"/>
              <a:gd name="connsiteY184" fmla="*/ 5619510 h 5687273"/>
              <a:gd name="connsiteX185" fmla="*/ 4717254 w 11243827"/>
              <a:gd name="connsiteY185" fmla="*/ 5624155 h 5687273"/>
              <a:gd name="connsiteX186" fmla="*/ 4591958 w 11243827"/>
              <a:gd name="connsiteY186" fmla="*/ 5624710 h 5687273"/>
              <a:gd name="connsiteX187" fmla="*/ 4476215 w 11243827"/>
              <a:gd name="connsiteY187" fmla="*/ 5628210 h 5687273"/>
              <a:gd name="connsiteX188" fmla="*/ 4425193 w 11243827"/>
              <a:gd name="connsiteY188" fmla="*/ 5627414 h 5687273"/>
              <a:gd name="connsiteX189" fmla="*/ 4383866 w 11243827"/>
              <a:gd name="connsiteY189" fmla="*/ 5626546 h 5687273"/>
              <a:gd name="connsiteX190" fmla="*/ 4385596 w 11243827"/>
              <a:gd name="connsiteY190" fmla="*/ 5634646 h 5687273"/>
              <a:gd name="connsiteX191" fmla="*/ 4360864 w 11243827"/>
              <a:gd name="connsiteY191" fmla="*/ 5641173 h 5687273"/>
              <a:gd name="connsiteX192" fmla="*/ 4328321 w 11243827"/>
              <a:gd name="connsiteY192" fmla="*/ 5626332 h 5687273"/>
              <a:gd name="connsiteX193" fmla="*/ 4309842 w 11243827"/>
              <a:gd name="connsiteY193" fmla="*/ 5626471 h 5687273"/>
              <a:gd name="connsiteX194" fmla="*/ 4277424 w 11243827"/>
              <a:gd name="connsiteY194" fmla="*/ 5631598 h 5687273"/>
              <a:gd name="connsiteX195" fmla="*/ 4266627 w 11243827"/>
              <a:gd name="connsiteY195" fmla="*/ 5633969 h 5687273"/>
              <a:gd name="connsiteX196" fmla="*/ 4185525 w 11243827"/>
              <a:gd name="connsiteY196" fmla="*/ 5617508 h 5687273"/>
              <a:gd name="connsiteX197" fmla="*/ 4177617 w 11243827"/>
              <a:gd name="connsiteY197" fmla="*/ 5610903 h 5687273"/>
              <a:gd name="connsiteX198" fmla="*/ 4136948 w 11243827"/>
              <a:gd name="connsiteY198" fmla="*/ 5608031 h 5687273"/>
              <a:gd name="connsiteX199" fmla="*/ 4132323 w 11243827"/>
              <a:gd name="connsiteY199" fmla="*/ 5609784 h 5687273"/>
              <a:gd name="connsiteX200" fmla="*/ 4098620 w 11243827"/>
              <a:gd name="connsiteY200" fmla="*/ 5599672 h 5687273"/>
              <a:gd name="connsiteX201" fmla="*/ 3963475 w 11243827"/>
              <a:gd name="connsiteY201" fmla="*/ 5581841 h 5687273"/>
              <a:gd name="connsiteX202" fmla="*/ 3703613 w 11243827"/>
              <a:gd name="connsiteY202" fmla="*/ 5572482 h 5687273"/>
              <a:gd name="connsiteX203" fmla="*/ 3432987 w 11243827"/>
              <a:gd name="connsiteY203" fmla="*/ 5545768 h 5687273"/>
              <a:gd name="connsiteX204" fmla="*/ 3176381 w 11243827"/>
              <a:gd name="connsiteY204" fmla="*/ 5556110 h 5687273"/>
              <a:gd name="connsiteX205" fmla="*/ 2710156 w 11243827"/>
              <a:gd name="connsiteY205" fmla="*/ 5527517 h 5687273"/>
              <a:gd name="connsiteX206" fmla="*/ 2550206 w 11243827"/>
              <a:gd name="connsiteY206" fmla="*/ 5524958 h 5687273"/>
              <a:gd name="connsiteX207" fmla="*/ 2443041 w 11243827"/>
              <a:gd name="connsiteY207" fmla="*/ 5523990 h 5687273"/>
              <a:gd name="connsiteX208" fmla="*/ 2435613 w 11243827"/>
              <a:gd name="connsiteY208" fmla="*/ 5526704 h 5687273"/>
              <a:gd name="connsiteX209" fmla="*/ 2405682 w 11243827"/>
              <a:gd name="connsiteY209" fmla="*/ 5528307 h 5687273"/>
              <a:gd name="connsiteX210" fmla="*/ 2397487 w 11243827"/>
              <a:gd name="connsiteY210" fmla="*/ 5540337 h 5687273"/>
              <a:gd name="connsiteX211" fmla="*/ 2297454 w 11243827"/>
              <a:gd name="connsiteY211" fmla="*/ 5550765 h 5687273"/>
              <a:gd name="connsiteX212" fmla="*/ 2056700 w 11243827"/>
              <a:gd name="connsiteY212" fmla="*/ 5555489 h 5687273"/>
              <a:gd name="connsiteX213" fmla="*/ 1878530 w 11243827"/>
              <a:gd name="connsiteY213" fmla="*/ 5535330 h 5687273"/>
              <a:gd name="connsiteX214" fmla="*/ 1859292 w 11243827"/>
              <a:gd name="connsiteY214" fmla="*/ 5535461 h 5687273"/>
              <a:gd name="connsiteX215" fmla="*/ 1835626 w 11243827"/>
              <a:gd name="connsiteY215" fmla="*/ 5533793 h 5687273"/>
              <a:gd name="connsiteX216" fmla="*/ 1798939 w 11243827"/>
              <a:gd name="connsiteY216" fmla="*/ 5540285 h 5687273"/>
              <a:gd name="connsiteX217" fmla="*/ 1779046 w 11243827"/>
              <a:gd name="connsiteY217" fmla="*/ 5549949 h 5687273"/>
              <a:gd name="connsiteX218" fmla="*/ 1772421 w 11243827"/>
              <a:gd name="connsiteY218" fmla="*/ 5549018 h 5687273"/>
              <a:gd name="connsiteX219" fmla="*/ 1772052 w 11243827"/>
              <a:gd name="connsiteY219" fmla="*/ 5545689 h 5687273"/>
              <a:gd name="connsiteX220" fmla="*/ 1711543 w 11243827"/>
              <a:gd name="connsiteY220" fmla="*/ 5534558 h 5687273"/>
              <a:gd name="connsiteX221" fmla="*/ 1698891 w 11243827"/>
              <a:gd name="connsiteY221" fmla="*/ 5513187 h 5687273"/>
              <a:gd name="connsiteX222" fmla="*/ 1538763 w 11243827"/>
              <a:gd name="connsiteY222" fmla="*/ 5482781 h 5687273"/>
              <a:gd name="connsiteX223" fmla="*/ 1501533 w 11243827"/>
              <a:gd name="connsiteY223" fmla="*/ 5467817 h 5687273"/>
              <a:gd name="connsiteX224" fmla="*/ 1461266 w 11243827"/>
              <a:gd name="connsiteY224" fmla="*/ 5469343 h 5687273"/>
              <a:gd name="connsiteX225" fmla="*/ 1449415 w 11243827"/>
              <a:gd name="connsiteY225" fmla="*/ 5460467 h 5687273"/>
              <a:gd name="connsiteX226" fmla="*/ 1447454 w 11243827"/>
              <a:gd name="connsiteY226" fmla="*/ 5458776 h 5687273"/>
              <a:gd name="connsiteX227" fmla="*/ 1437814 w 11243827"/>
              <a:gd name="connsiteY227" fmla="*/ 5455515 h 5687273"/>
              <a:gd name="connsiteX228" fmla="*/ 1437334 w 11243827"/>
              <a:gd name="connsiteY228" fmla="*/ 5450209 h 5687273"/>
              <a:gd name="connsiteX229" fmla="*/ 1424429 w 11243827"/>
              <a:gd name="connsiteY229" fmla="*/ 5442157 h 5687273"/>
              <a:gd name="connsiteX230" fmla="*/ 1406063 w 11243827"/>
              <a:gd name="connsiteY230" fmla="*/ 5437380 h 5687273"/>
              <a:gd name="connsiteX231" fmla="*/ 1316379 w 11243827"/>
              <a:gd name="connsiteY231" fmla="*/ 5419601 h 5687273"/>
              <a:gd name="connsiteX232" fmla="*/ 1264090 w 11243827"/>
              <a:gd name="connsiteY232" fmla="*/ 5406153 h 5687273"/>
              <a:gd name="connsiteX233" fmla="*/ 1246374 w 11243827"/>
              <a:gd name="connsiteY233" fmla="*/ 5396631 h 5687273"/>
              <a:gd name="connsiteX234" fmla="*/ 1220190 w 11243827"/>
              <a:gd name="connsiteY234" fmla="*/ 5386301 h 5687273"/>
              <a:gd name="connsiteX235" fmla="*/ 1175643 w 11243827"/>
              <a:gd name="connsiteY235" fmla="*/ 5364651 h 5687273"/>
              <a:gd name="connsiteX236" fmla="*/ 1150342 w 11243827"/>
              <a:gd name="connsiteY236" fmla="*/ 5358447 h 5687273"/>
              <a:gd name="connsiteX237" fmla="*/ 1137272 w 11243827"/>
              <a:gd name="connsiteY237" fmla="*/ 5351191 h 5687273"/>
              <a:gd name="connsiteX238" fmla="*/ 1131268 w 11243827"/>
              <a:gd name="connsiteY238" fmla="*/ 5350530 h 5687273"/>
              <a:gd name="connsiteX239" fmla="*/ 1112024 w 11243827"/>
              <a:gd name="connsiteY239" fmla="*/ 5345786 h 5687273"/>
              <a:gd name="connsiteX240" fmla="*/ 1100870 w 11243827"/>
              <a:gd name="connsiteY240" fmla="*/ 5343651 h 5687273"/>
              <a:gd name="connsiteX241" fmla="*/ 1096383 w 11243827"/>
              <a:gd name="connsiteY241" fmla="*/ 5343015 h 5687273"/>
              <a:gd name="connsiteX242" fmla="*/ 1085571 w 11243827"/>
              <a:gd name="connsiteY242" fmla="*/ 5345836 h 5687273"/>
              <a:gd name="connsiteX243" fmla="*/ 1073168 w 11243827"/>
              <a:gd name="connsiteY243" fmla="*/ 5341521 h 5687273"/>
              <a:gd name="connsiteX244" fmla="*/ 1058039 w 11243827"/>
              <a:gd name="connsiteY244" fmla="*/ 5343504 h 5687273"/>
              <a:gd name="connsiteX245" fmla="*/ 1055426 w 11243827"/>
              <a:gd name="connsiteY245" fmla="*/ 5339088 h 5687273"/>
              <a:gd name="connsiteX246" fmla="*/ 1044738 w 11243827"/>
              <a:gd name="connsiteY246" fmla="*/ 5333063 h 5687273"/>
              <a:gd name="connsiteX247" fmla="*/ 1033909 w 11243827"/>
              <a:gd name="connsiteY247" fmla="*/ 5335680 h 5687273"/>
              <a:gd name="connsiteX248" fmla="*/ 1012649 w 11243827"/>
              <a:gd name="connsiteY248" fmla="*/ 5334541 h 5687273"/>
              <a:gd name="connsiteX249" fmla="*/ 1007115 w 11243827"/>
              <a:gd name="connsiteY249" fmla="*/ 5332775 h 5687273"/>
              <a:gd name="connsiteX250" fmla="*/ 986002 w 11243827"/>
              <a:gd name="connsiteY250" fmla="*/ 5334906 h 5687273"/>
              <a:gd name="connsiteX251" fmla="*/ 953418 w 11243827"/>
              <a:gd name="connsiteY251" fmla="*/ 5333901 h 5687273"/>
              <a:gd name="connsiteX252" fmla="*/ 916854 w 11243827"/>
              <a:gd name="connsiteY252" fmla="*/ 5329435 h 5687273"/>
              <a:gd name="connsiteX253" fmla="*/ 905651 w 11243827"/>
              <a:gd name="connsiteY253" fmla="*/ 5332114 h 5687273"/>
              <a:gd name="connsiteX254" fmla="*/ 836961 w 11243827"/>
              <a:gd name="connsiteY254" fmla="*/ 5330803 h 5687273"/>
              <a:gd name="connsiteX255" fmla="*/ 817627 w 11243827"/>
              <a:gd name="connsiteY255" fmla="*/ 5330580 h 5687273"/>
              <a:gd name="connsiteX256" fmla="*/ 801817 w 11243827"/>
              <a:gd name="connsiteY256" fmla="*/ 5325937 h 5687273"/>
              <a:gd name="connsiteX257" fmla="*/ 798857 w 11243827"/>
              <a:gd name="connsiteY257" fmla="*/ 5320979 h 5687273"/>
              <a:gd name="connsiteX258" fmla="*/ 788354 w 11243827"/>
              <a:gd name="connsiteY258" fmla="*/ 5320143 h 5687273"/>
              <a:gd name="connsiteX259" fmla="*/ 785726 w 11243827"/>
              <a:gd name="connsiteY259" fmla="*/ 5318989 h 5687273"/>
              <a:gd name="connsiteX260" fmla="*/ 770507 w 11243827"/>
              <a:gd name="connsiteY260" fmla="*/ 5313309 h 5687273"/>
              <a:gd name="connsiteX261" fmla="*/ 733810 w 11243827"/>
              <a:gd name="connsiteY261" fmla="*/ 5324286 h 5687273"/>
              <a:gd name="connsiteX262" fmla="*/ 692117 w 11243827"/>
              <a:gd name="connsiteY262" fmla="*/ 5318786 h 5687273"/>
              <a:gd name="connsiteX263" fmla="*/ 528894 w 11243827"/>
              <a:gd name="connsiteY263" fmla="*/ 5327578 h 5687273"/>
              <a:gd name="connsiteX264" fmla="*/ 507005 w 11243827"/>
              <a:gd name="connsiteY264" fmla="*/ 5310149 h 5687273"/>
              <a:gd name="connsiteX265" fmla="*/ 441302 w 11243827"/>
              <a:gd name="connsiteY265" fmla="*/ 5307062 h 5687273"/>
              <a:gd name="connsiteX266" fmla="*/ 336819 w 11243827"/>
              <a:gd name="connsiteY266" fmla="*/ 5336690 h 5687273"/>
              <a:gd name="connsiteX267" fmla="*/ 215763 w 11243827"/>
              <a:gd name="connsiteY267" fmla="*/ 5332575 h 5687273"/>
              <a:gd name="connsiteX268" fmla="*/ 205927 w 11243827"/>
              <a:gd name="connsiteY268" fmla="*/ 5339672 h 5687273"/>
              <a:gd name="connsiteX269" fmla="*/ 194189 w 11243827"/>
              <a:gd name="connsiteY269" fmla="*/ 5343588 h 5687273"/>
              <a:gd name="connsiteX270" fmla="*/ 192552 w 11243827"/>
              <a:gd name="connsiteY270" fmla="*/ 5342845 h 5687273"/>
              <a:gd name="connsiteX271" fmla="*/ 178320 w 11243827"/>
              <a:gd name="connsiteY271" fmla="*/ 5343766 h 5687273"/>
              <a:gd name="connsiteX272" fmla="*/ 175596 w 11243827"/>
              <a:gd name="connsiteY272" fmla="*/ 5346411 h 5687273"/>
              <a:gd name="connsiteX273" fmla="*/ 165951 w 11243827"/>
              <a:gd name="connsiteY273" fmla="*/ 5347808 h 5687273"/>
              <a:gd name="connsiteX274" fmla="*/ 147287 w 11243827"/>
              <a:gd name="connsiteY274" fmla="*/ 5352625 h 5687273"/>
              <a:gd name="connsiteX275" fmla="*/ 143484 w 11243827"/>
              <a:gd name="connsiteY275" fmla="*/ 5351591 h 5687273"/>
              <a:gd name="connsiteX276" fmla="*/ 114847 w 11243827"/>
              <a:gd name="connsiteY276" fmla="*/ 5355844 h 5687273"/>
              <a:gd name="connsiteX277" fmla="*/ 114306 w 11243827"/>
              <a:gd name="connsiteY277" fmla="*/ 5354983 h 5687273"/>
              <a:gd name="connsiteX278" fmla="*/ 105588 w 11243827"/>
              <a:gd name="connsiteY278" fmla="*/ 5352169 h 5687273"/>
              <a:gd name="connsiteX279" fmla="*/ 89264 w 11243827"/>
              <a:gd name="connsiteY279" fmla="*/ 5348886 h 5687273"/>
              <a:gd name="connsiteX280" fmla="*/ 49794 w 11243827"/>
              <a:gd name="connsiteY280" fmla="*/ 5329950 h 5687273"/>
              <a:gd name="connsiteX281" fmla="*/ 19924 w 11243827"/>
              <a:gd name="connsiteY281" fmla="*/ 5334282 h 5687273"/>
              <a:gd name="connsiteX282" fmla="*/ 13819 w 11243827"/>
              <a:gd name="connsiteY282" fmla="*/ 5334653 h 5687273"/>
              <a:gd name="connsiteX283" fmla="*/ 13657 w 11243827"/>
              <a:gd name="connsiteY283" fmla="*/ 5334455 h 5687273"/>
              <a:gd name="connsiteX284" fmla="*/ 7139 w 11243827"/>
              <a:gd name="connsiteY284" fmla="*/ 5334438 h 5687273"/>
              <a:gd name="connsiteX285" fmla="*/ 2684 w 11243827"/>
              <a:gd name="connsiteY285" fmla="*/ 5335333 h 5687273"/>
              <a:gd name="connsiteX286" fmla="*/ 0 w 11243827"/>
              <a:gd name="connsiteY286" fmla="*/ 5335496 h 5687273"/>
              <a:gd name="connsiteX287" fmla="*/ 0 w 11243827"/>
              <a:gd name="connsiteY287" fmla="*/ 10592 h 5687273"/>
              <a:gd name="connsiteX288" fmla="*/ 11243827 w 11243827"/>
              <a:gd name="connsiteY288" fmla="*/ 0 h 56872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05927 w 11243827"/>
              <a:gd name="connsiteY267" fmla="*/ 5339672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70932 w 11243827"/>
              <a:gd name="connsiteY267" fmla="*/ 5345451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105588 w 11243827"/>
              <a:gd name="connsiteY276" fmla="*/ 5352169 h 5641173"/>
              <a:gd name="connsiteX277" fmla="*/ 89264 w 11243827"/>
              <a:gd name="connsiteY277" fmla="*/ 5348886 h 5641173"/>
              <a:gd name="connsiteX278" fmla="*/ 49794 w 11243827"/>
              <a:gd name="connsiteY278" fmla="*/ 5329950 h 5641173"/>
              <a:gd name="connsiteX279" fmla="*/ 19924 w 11243827"/>
              <a:gd name="connsiteY279" fmla="*/ 5334282 h 5641173"/>
              <a:gd name="connsiteX280" fmla="*/ 13819 w 11243827"/>
              <a:gd name="connsiteY280" fmla="*/ 5334653 h 5641173"/>
              <a:gd name="connsiteX281" fmla="*/ 13657 w 11243827"/>
              <a:gd name="connsiteY281" fmla="*/ 5334455 h 5641173"/>
              <a:gd name="connsiteX282" fmla="*/ 7139 w 11243827"/>
              <a:gd name="connsiteY282" fmla="*/ 5334438 h 5641173"/>
              <a:gd name="connsiteX283" fmla="*/ 2684 w 11243827"/>
              <a:gd name="connsiteY283" fmla="*/ 5335333 h 5641173"/>
              <a:gd name="connsiteX284" fmla="*/ 0 w 11243827"/>
              <a:gd name="connsiteY284" fmla="*/ 5335496 h 5641173"/>
              <a:gd name="connsiteX285" fmla="*/ 0 w 11243827"/>
              <a:gd name="connsiteY285" fmla="*/ 10592 h 5641173"/>
              <a:gd name="connsiteX286" fmla="*/ 11243827 w 11243827"/>
              <a:gd name="connsiteY286"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89264 w 11243827"/>
              <a:gd name="connsiteY276" fmla="*/ 5348886 h 5641173"/>
              <a:gd name="connsiteX277" fmla="*/ 49794 w 11243827"/>
              <a:gd name="connsiteY277" fmla="*/ 5329950 h 5641173"/>
              <a:gd name="connsiteX278" fmla="*/ 19924 w 11243827"/>
              <a:gd name="connsiteY278" fmla="*/ 5334282 h 5641173"/>
              <a:gd name="connsiteX279" fmla="*/ 13819 w 11243827"/>
              <a:gd name="connsiteY279" fmla="*/ 5334653 h 5641173"/>
              <a:gd name="connsiteX280" fmla="*/ 13657 w 11243827"/>
              <a:gd name="connsiteY280" fmla="*/ 5334455 h 5641173"/>
              <a:gd name="connsiteX281" fmla="*/ 7139 w 11243827"/>
              <a:gd name="connsiteY281" fmla="*/ 5334438 h 5641173"/>
              <a:gd name="connsiteX282" fmla="*/ 2684 w 11243827"/>
              <a:gd name="connsiteY282" fmla="*/ 5335333 h 5641173"/>
              <a:gd name="connsiteX283" fmla="*/ 0 w 11243827"/>
              <a:gd name="connsiteY283" fmla="*/ 5335496 h 5641173"/>
              <a:gd name="connsiteX284" fmla="*/ 0 w 11243827"/>
              <a:gd name="connsiteY284" fmla="*/ 10592 h 5641173"/>
              <a:gd name="connsiteX285" fmla="*/ 11243827 w 11243827"/>
              <a:gd name="connsiteY285"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14847 w 11243827"/>
              <a:gd name="connsiteY273" fmla="*/ 5355844 h 5641173"/>
              <a:gd name="connsiteX274" fmla="*/ 114306 w 11243827"/>
              <a:gd name="connsiteY274" fmla="*/ 5354983 h 5641173"/>
              <a:gd name="connsiteX275" fmla="*/ 89264 w 11243827"/>
              <a:gd name="connsiteY275" fmla="*/ 5348886 h 5641173"/>
              <a:gd name="connsiteX276" fmla="*/ 49794 w 11243827"/>
              <a:gd name="connsiteY276" fmla="*/ 5329950 h 5641173"/>
              <a:gd name="connsiteX277" fmla="*/ 19924 w 11243827"/>
              <a:gd name="connsiteY277" fmla="*/ 5334282 h 5641173"/>
              <a:gd name="connsiteX278" fmla="*/ 13819 w 11243827"/>
              <a:gd name="connsiteY278" fmla="*/ 5334653 h 5641173"/>
              <a:gd name="connsiteX279" fmla="*/ 13657 w 11243827"/>
              <a:gd name="connsiteY279" fmla="*/ 5334455 h 5641173"/>
              <a:gd name="connsiteX280" fmla="*/ 7139 w 11243827"/>
              <a:gd name="connsiteY280" fmla="*/ 5334438 h 5641173"/>
              <a:gd name="connsiteX281" fmla="*/ 2684 w 11243827"/>
              <a:gd name="connsiteY281" fmla="*/ 5335333 h 5641173"/>
              <a:gd name="connsiteX282" fmla="*/ 0 w 11243827"/>
              <a:gd name="connsiteY282" fmla="*/ 5335496 h 5641173"/>
              <a:gd name="connsiteX283" fmla="*/ 0 w 11243827"/>
              <a:gd name="connsiteY283" fmla="*/ 10592 h 5641173"/>
              <a:gd name="connsiteX284" fmla="*/ 11243827 w 11243827"/>
              <a:gd name="connsiteY284"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47287 w 11243827"/>
              <a:gd name="connsiteY271" fmla="*/ 5352625 h 5641173"/>
              <a:gd name="connsiteX272" fmla="*/ 114847 w 11243827"/>
              <a:gd name="connsiteY272" fmla="*/ 5355844 h 5641173"/>
              <a:gd name="connsiteX273" fmla="*/ 114306 w 11243827"/>
              <a:gd name="connsiteY273" fmla="*/ 5354983 h 5641173"/>
              <a:gd name="connsiteX274" fmla="*/ 89264 w 11243827"/>
              <a:gd name="connsiteY274" fmla="*/ 5348886 h 5641173"/>
              <a:gd name="connsiteX275" fmla="*/ 49794 w 11243827"/>
              <a:gd name="connsiteY275" fmla="*/ 5329950 h 5641173"/>
              <a:gd name="connsiteX276" fmla="*/ 19924 w 11243827"/>
              <a:gd name="connsiteY276" fmla="*/ 5334282 h 5641173"/>
              <a:gd name="connsiteX277" fmla="*/ 13819 w 11243827"/>
              <a:gd name="connsiteY277" fmla="*/ 5334653 h 5641173"/>
              <a:gd name="connsiteX278" fmla="*/ 13657 w 11243827"/>
              <a:gd name="connsiteY278" fmla="*/ 5334455 h 5641173"/>
              <a:gd name="connsiteX279" fmla="*/ 7139 w 11243827"/>
              <a:gd name="connsiteY279" fmla="*/ 5334438 h 5641173"/>
              <a:gd name="connsiteX280" fmla="*/ 2684 w 11243827"/>
              <a:gd name="connsiteY280" fmla="*/ 5335333 h 5641173"/>
              <a:gd name="connsiteX281" fmla="*/ 0 w 11243827"/>
              <a:gd name="connsiteY281" fmla="*/ 5335496 h 5641173"/>
              <a:gd name="connsiteX282" fmla="*/ 0 w 11243827"/>
              <a:gd name="connsiteY282" fmla="*/ 10592 h 5641173"/>
              <a:gd name="connsiteX283" fmla="*/ 11243827 w 11243827"/>
              <a:gd name="connsiteY283"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12024 w 11243827"/>
              <a:gd name="connsiteY238" fmla="*/ 5345786 h 5641173"/>
              <a:gd name="connsiteX239" fmla="*/ 1100870 w 11243827"/>
              <a:gd name="connsiteY239" fmla="*/ 5343651 h 5641173"/>
              <a:gd name="connsiteX240" fmla="*/ 1096383 w 11243827"/>
              <a:gd name="connsiteY240" fmla="*/ 5343015 h 5641173"/>
              <a:gd name="connsiteX241" fmla="*/ 1085571 w 11243827"/>
              <a:gd name="connsiteY241" fmla="*/ 5345836 h 5641173"/>
              <a:gd name="connsiteX242" fmla="*/ 1073168 w 11243827"/>
              <a:gd name="connsiteY242" fmla="*/ 5341521 h 5641173"/>
              <a:gd name="connsiteX243" fmla="*/ 1058039 w 11243827"/>
              <a:gd name="connsiteY243" fmla="*/ 5343504 h 5641173"/>
              <a:gd name="connsiteX244" fmla="*/ 1055426 w 11243827"/>
              <a:gd name="connsiteY244" fmla="*/ 5339088 h 5641173"/>
              <a:gd name="connsiteX245" fmla="*/ 1044738 w 11243827"/>
              <a:gd name="connsiteY245" fmla="*/ 5333063 h 5641173"/>
              <a:gd name="connsiteX246" fmla="*/ 1033909 w 11243827"/>
              <a:gd name="connsiteY246" fmla="*/ 5335680 h 5641173"/>
              <a:gd name="connsiteX247" fmla="*/ 1012649 w 11243827"/>
              <a:gd name="connsiteY247" fmla="*/ 5334541 h 5641173"/>
              <a:gd name="connsiteX248" fmla="*/ 1007115 w 11243827"/>
              <a:gd name="connsiteY248" fmla="*/ 5332775 h 5641173"/>
              <a:gd name="connsiteX249" fmla="*/ 986002 w 11243827"/>
              <a:gd name="connsiteY249" fmla="*/ 5334906 h 5641173"/>
              <a:gd name="connsiteX250" fmla="*/ 953418 w 11243827"/>
              <a:gd name="connsiteY250" fmla="*/ 5333901 h 5641173"/>
              <a:gd name="connsiteX251" fmla="*/ 916854 w 11243827"/>
              <a:gd name="connsiteY251" fmla="*/ 5329435 h 5641173"/>
              <a:gd name="connsiteX252" fmla="*/ 905651 w 11243827"/>
              <a:gd name="connsiteY252" fmla="*/ 5332114 h 5641173"/>
              <a:gd name="connsiteX253" fmla="*/ 836961 w 11243827"/>
              <a:gd name="connsiteY253" fmla="*/ 5330803 h 5641173"/>
              <a:gd name="connsiteX254" fmla="*/ 817627 w 11243827"/>
              <a:gd name="connsiteY254" fmla="*/ 5330580 h 5641173"/>
              <a:gd name="connsiteX255" fmla="*/ 801817 w 11243827"/>
              <a:gd name="connsiteY255" fmla="*/ 5325937 h 5641173"/>
              <a:gd name="connsiteX256" fmla="*/ 798857 w 11243827"/>
              <a:gd name="connsiteY256" fmla="*/ 5320979 h 5641173"/>
              <a:gd name="connsiteX257" fmla="*/ 788354 w 11243827"/>
              <a:gd name="connsiteY257" fmla="*/ 5320143 h 5641173"/>
              <a:gd name="connsiteX258" fmla="*/ 785726 w 11243827"/>
              <a:gd name="connsiteY258" fmla="*/ 5318989 h 5641173"/>
              <a:gd name="connsiteX259" fmla="*/ 770507 w 11243827"/>
              <a:gd name="connsiteY259" fmla="*/ 5313309 h 5641173"/>
              <a:gd name="connsiteX260" fmla="*/ 733810 w 11243827"/>
              <a:gd name="connsiteY260" fmla="*/ 5324286 h 5641173"/>
              <a:gd name="connsiteX261" fmla="*/ 692117 w 11243827"/>
              <a:gd name="connsiteY261" fmla="*/ 5318786 h 5641173"/>
              <a:gd name="connsiteX262" fmla="*/ 574943 w 11243827"/>
              <a:gd name="connsiteY262" fmla="*/ 5327578 h 5641173"/>
              <a:gd name="connsiteX263" fmla="*/ 441302 w 11243827"/>
              <a:gd name="connsiteY263" fmla="*/ 5307062 h 5641173"/>
              <a:gd name="connsiteX264" fmla="*/ 336819 w 11243827"/>
              <a:gd name="connsiteY264" fmla="*/ 5336690 h 5641173"/>
              <a:gd name="connsiteX265" fmla="*/ 270932 w 11243827"/>
              <a:gd name="connsiteY265" fmla="*/ 5345451 h 5641173"/>
              <a:gd name="connsiteX266" fmla="*/ 194189 w 11243827"/>
              <a:gd name="connsiteY266" fmla="*/ 5343588 h 5641173"/>
              <a:gd name="connsiteX267" fmla="*/ 192552 w 11243827"/>
              <a:gd name="connsiteY267" fmla="*/ 5342845 h 5641173"/>
              <a:gd name="connsiteX268" fmla="*/ 178320 w 11243827"/>
              <a:gd name="connsiteY268" fmla="*/ 5343766 h 5641173"/>
              <a:gd name="connsiteX269" fmla="*/ 175596 w 11243827"/>
              <a:gd name="connsiteY269" fmla="*/ 5346411 h 5641173"/>
              <a:gd name="connsiteX270" fmla="*/ 147287 w 11243827"/>
              <a:gd name="connsiteY270" fmla="*/ 5352625 h 5641173"/>
              <a:gd name="connsiteX271" fmla="*/ 114847 w 11243827"/>
              <a:gd name="connsiteY271" fmla="*/ 5355844 h 5641173"/>
              <a:gd name="connsiteX272" fmla="*/ 114306 w 11243827"/>
              <a:gd name="connsiteY272" fmla="*/ 5354983 h 5641173"/>
              <a:gd name="connsiteX273" fmla="*/ 89264 w 11243827"/>
              <a:gd name="connsiteY273" fmla="*/ 5348886 h 5641173"/>
              <a:gd name="connsiteX274" fmla="*/ 49794 w 11243827"/>
              <a:gd name="connsiteY274" fmla="*/ 5329950 h 5641173"/>
              <a:gd name="connsiteX275" fmla="*/ 19924 w 11243827"/>
              <a:gd name="connsiteY275" fmla="*/ 5334282 h 5641173"/>
              <a:gd name="connsiteX276" fmla="*/ 13819 w 11243827"/>
              <a:gd name="connsiteY276" fmla="*/ 5334653 h 5641173"/>
              <a:gd name="connsiteX277" fmla="*/ 13657 w 11243827"/>
              <a:gd name="connsiteY277" fmla="*/ 5334455 h 5641173"/>
              <a:gd name="connsiteX278" fmla="*/ 7139 w 11243827"/>
              <a:gd name="connsiteY278" fmla="*/ 5334438 h 5641173"/>
              <a:gd name="connsiteX279" fmla="*/ 2684 w 11243827"/>
              <a:gd name="connsiteY279" fmla="*/ 5335333 h 5641173"/>
              <a:gd name="connsiteX280" fmla="*/ 0 w 11243827"/>
              <a:gd name="connsiteY280" fmla="*/ 5335496 h 5641173"/>
              <a:gd name="connsiteX281" fmla="*/ 0 w 11243827"/>
              <a:gd name="connsiteY281" fmla="*/ 10592 h 5641173"/>
              <a:gd name="connsiteX282" fmla="*/ 11243827 w 11243827"/>
              <a:gd name="connsiteY282"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73168 w 11243827"/>
              <a:gd name="connsiteY241" fmla="*/ 5341521 h 5641173"/>
              <a:gd name="connsiteX242" fmla="*/ 1058039 w 11243827"/>
              <a:gd name="connsiteY242" fmla="*/ 5343504 h 5641173"/>
              <a:gd name="connsiteX243" fmla="*/ 1055426 w 11243827"/>
              <a:gd name="connsiteY243" fmla="*/ 5339088 h 5641173"/>
              <a:gd name="connsiteX244" fmla="*/ 1044738 w 11243827"/>
              <a:gd name="connsiteY244" fmla="*/ 5333063 h 5641173"/>
              <a:gd name="connsiteX245" fmla="*/ 1033909 w 11243827"/>
              <a:gd name="connsiteY245" fmla="*/ 5335680 h 5641173"/>
              <a:gd name="connsiteX246" fmla="*/ 1012649 w 11243827"/>
              <a:gd name="connsiteY246" fmla="*/ 5334541 h 5641173"/>
              <a:gd name="connsiteX247" fmla="*/ 1007115 w 11243827"/>
              <a:gd name="connsiteY247" fmla="*/ 5332775 h 5641173"/>
              <a:gd name="connsiteX248" fmla="*/ 986002 w 11243827"/>
              <a:gd name="connsiteY248" fmla="*/ 5334906 h 5641173"/>
              <a:gd name="connsiteX249" fmla="*/ 953418 w 11243827"/>
              <a:gd name="connsiteY249" fmla="*/ 5333901 h 5641173"/>
              <a:gd name="connsiteX250" fmla="*/ 916854 w 11243827"/>
              <a:gd name="connsiteY250" fmla="*/ 5329435 h 5641173"/>
              <a:gd name="connsiteX251" fmla="*/ 905651 w 11243827"/>
              <a:gd name="connsiteY251" fmla="*/ 5332114 h 5641173"/>
              <a:gd name="connsiteX252" fmla="*/ 836961 w 11243827"/>
              <a:gd name="connsiteY252" fmla="*/ 5330803 h 5641173"/>
              <a:gd name="connsiteX253" fmla="*/ 817627 w 11243827"/>
              <a:gd name="connsiteY253" fmla="*/ 5330580 h 5641173"/>
              <a:gd name="connsiteX254" fmla="*/ 801817 w 11243827"/>
              <a:gd name="connsiteY254" fmla="*/ 5325937 h 5641173"/>
              <a:gd name="connsiteX255" fmla="*/ 798857 w 11243827"/>
              <a:gd name="connsiteY255" fmla="*/ 5320979 h 5641173"/>
              <a:gd name="connsiteX256" fmla="*/ 788354 w 11243827"/>
              <a:gd name="connsiteY256" fmla="*/ 5320143 h 5641173"/>
              <a:gd name="connsiteX257" fmla="*/ 785726 w 11243827"/>
              <a:gd name="connsiteY257" fmla="*/ 5318989 h 5641173"/>
              <a:gd name="connsiteX258" fmla="*/ 770507 w 11243827"/>
              <a:gd name="connsiteY258" fmla="*/ 5313309 h 5641173"/>
              <a:gd name="connsiteX259" fmla="*/ 733810 w 11243827"/>
              <a:gd name="connsiteY259" fmla="*/ 5324286 h 5641173"/>
              <a:gd name="connsiteX260" fmla="*/ 692117 w 11243827"/>
              <a:gd name="connsiteY260" fmla="*/ 5318786 h 5641173"/>
              <a:gd name="connsiteX261" fmla="*/ 574943 w 11243827"/>
              <a:gd name="connsiteY261" fmla="*/ 5327578 h 5641173"/>
              <a:gd name="connsiteX262" fmla="*/ 441302 w 11243827"/>
              <a:gd name="connsiteY262" fmla="*/ 5307062 h 5641173"/>
              <a:gd name="connsiteX263" fmla="*/ 336819 w 11243827"/>
              <a:gd name="connsiteY263" fmla="*/ 5336690 h 5641173"/>
              <a:gd name="connsiteX264" fmla="*/ 270932 w 11243827"/>
              <a:gd name="connsiteY264" fmla="*/ 5345451 h 5641173"/>
              <a:gd name="connsiteX265" fmla="*/ 194189 w 11243827"/>
              <a:gd name="connsiteY265" fmla="*/ 5343588 h 5641173"/>
              <a:gd name="connsiteX266" fmla="*/ 192552 w 11243827"/>
              <a:gd name="connsiteY266" fmla="*/ 5342845 h 5641173"/>
              <a:gd name="connsiteX267" fmla="*/ 178320 w 11243827"/>
              <a:gd name="connsiteY267" fmla="*/ 5343766 h 5641173"/>
              <a:gd name="connsiteX268" fmla="*/ 175596 w 11243827"/>
              <a:gd name="connsiteY268" fmla="*/ 5346411 h 5641173"/>
              <a:gd name="connsiteX269" fmla="*/ 147287 w 11243827"/>
              <a:gd name="connsiteY269" fmla="*/ 5352625 h 5641173"/>
              <a:gd name="connsiteX270" fmla="*/ 114847 w 11243827"/>
              <a:gd name="connsiteY270" fmla="*/ 5355844 h 5641173"/>
              <a:gd name="connsiteX271" fmla="*/ 114306 w 11243827"/>
              <a:gd name="connsiteY271" fmla="*/ 5354983 h 5641173"/>
              <a:gd name="connsiteX272" fmla="*/ 89264 w 11243827"/>
              <a:gd name="connsiteY272" fmla="*/ 5348886 h 5641173"/>
              <a:gd name="connsiteX273" fmla="*/ 49794 w 11243827"/>
              <a:gd name="connsiteY273" fmla="*/ 5329950 h 5641173"/>
              <a:gd name="connsiteX274" fmla="*/ 19924 w 11243827"/>
              <a:gd name="connsiteY274" fmla="*/ 5334282 h 5641173"/>
              <a:gd name="connsiteX275" fmla="*/ 13819 w 11243827"/>
              <a:gd name="connsiteY275" fmla="*/ 5334653 h 5641173"/>
              <a:gd name="connsiteX276" fmla="*/ 13657 w 11243827"/>
              <a:gd name="connsiteY276" fmla="*/ 5334455 h 5641173"/>
              <a:gd name="connsiteX277" fmla="*/ 7139 w 11243827"/>
              <a:gd name="connsiteY277" fmla="*/ 5334438 h 5641173"/>
              <a:gd name="connsiteX278" fmla="*/ 2684 w 11243827"/>
              <a:gd name="connsiteY278" fmla="*/ 5335333 h 5641173"/>
              <a:gd name="connsiteX279" fmla="*/ 0 w 11243827"/>
              <a:gd name="connsiteY279" fmla="*/ 5335496 h 5641173"/>
              <a:gd name="connsiteX280" fmla="*/ 0 w 11243827"/>
              <a:gd name="connsiteY280" fmla="*/ 10592 h 5641173"/>
              <a:gd name="connsiteX281" fmla="*/ 11243827 w 11243827"/>
              <a:gd name="connsiteY281"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8405 w 11243827"/>
              <a:gd name="connsiteY251" fmla="*/ 5339470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209610 h 5641173"/>
              <a:gd name="connsiteX3" fmla="*/ 11240675 w 11243827"/>
              <a:gd name="connsiteY3" fmla="*/ 5210442 h 5641173"/>
              <a:gd name="connsiteX4" fmla="*/ 11179959 w 11243827"/>
              <a:gd name="connsiteY4" fmla="*/ 5221199 h 5641173"/>
              <a:gd name="connsiteX5" fmla="*/ 11105493 w 11243827"/>
              <a:gd name="connsiteY5" fmla="*/ 5259905 h 5641173"/>
              <a:gd name="connsiteX6" fmla="*/ 11078640 w 11243827"/>
              <a:gd name="connsiteY6" fmla="*/ 5263531 h 5641173"/>
              <a:gd name="connsiteX7" fmla="*/ 11079616 w 11243827"/>
              <a:gd name="connsiteY7" fmla="*/ 5270380 h 5641173"/>
              <a:gd name="connsiteX8" fmla="*/ 11069641 w 11243827"/>
              <a:gd name="connsiteY8" fmla="*/ 5270884 h 5641173"/>
              <a:gd name="connsiteX9" fmla="*/ 11047377 w 11243827"/>
              <a:gd name="connsiteY9" fmla="*/ 5271051 h 5641173"/>
              <a:gd name="connsiteX10" fmla="*/ 10980705 w 11243827"/>
              <a:gd name="connsiteY10" fmla="*/ 5272951 h 5641173"/>
              <a:gd name="connsiteX11" fmla="*/ 10962514 w 11243827"/>
              <a:gd name="connsiteY11" fmla="*/ 5286084 h 5641173"/>
              <a:gd name="connsiteX12" fmla="*/ 10945307 w 11243827"/>
              <a:gd name="connsiteY12" fmla="*/ 5286290 h 5641173"/>
              <a:gd name="connsiteX13" fmla="*/ 10845516 w 11243827"/>
              <a:gd name="connsiteY13" fmla="*/ 5303894 h 5641173"/>
              <a:gd name="connsiteX14" fmla="*/ 10831795 w 11243827"/>
              <a:gd name="connsiteY14" fmla="*/ 5305210 h 5641173"/>
              <a:gd name="connsiteX15" fmla="*/ 10824365 w 11243827"/>
              <a:gd name="connsiteY15" fmla="*/ 5311111 h 5641173"/>
              <a:gd name="connsiteX16" fmla="*/ 10797756 w 11243827"/>
              <a:gd name="connsiteY16" fmla="*/ 5312285 h 5641173"/>
              <a:gd name="connsiteX17" fmla="*/ 10796525 w 11243827"/>
              <a:gd name="connsiteY17" fmla="*/ 5315645 h 5641173"/>
              <a:gd name="connsiteX18" fmla="*/ 10709063 w 11243827"/>
              <a:gd name="connsiteY18" fmla="*/ 5344492 h 5641173"/>
              <a:gd name="connsiteX19" fmla="*/ 10694078 w 11243827"/>
              <a:gd name="connsiteY19" fmla="*/ 5349258 h 5641173"/>
              <a:gd name="connsiteX20" fmla="*/ 10681131 w 11243827"/>
              <a:gd name="connsiteY20" fmla="*/ 5347812 h 5641173"/>
              <a:gd name="connsiteX21" fmla="*/ 10609448 w 11243827"/>
              <a:gd name="connsiteY21" fmla="*/ 5351931 h 5641173"/>
              <a:gd name="connsiteX22" fmla="*/ 10592397 w 11243827"/>
              <a:gd name="connsiteY22" fmla="*/ 5349402 h 5641173"/>
              <a:gd name="connsiteX23" fmla="*/ 10585227 w 11243827"/>
              <a:gd name="connsiteY23" fmla="*/ 5344063 h 5641173"/>
              <a:gd name="connsiteX24" fmla="*/ 10557472 w 11243827"/>
              <a:gd name="connsiteY24" fmla="*/ 5354151 h 5641173"/>
              <a:gd name="connsiteX25" fmla="*/ 10514646 w 11243827"/>
              <a:gd name="connsiteY25" fmla="*/ 5361064 h 5641173"/>
              <a:gd name="connsiteX26" fmla="*/ 10494292 w 11243827"/>
              <a:gd name="connsiteY26" fmla="*/ 5366054 h 5641173"/>
              <a:gd name="connsiteX27" fmla="*/ 10477869 w 11243827"/>
              <a:gd name="connsiteY27" fmla="*/ 5363025 h 5641173"/>
              <a:gd name="connsiteX28" fmla="*/ 10384411 w 11243827"/>
              <a:gd name="connsiteY28" fmla="*/ 5362257 h 5641173"/>
              <a:gd name="connsiteX29" fmla="*/ 10362921 w 11243827"/>
              <a:gd name="connsiteY29" fmla="*/ 5357444 h 5641173"/>
              <a:gd name="connsiteX30" fmla="*/ 10352736 w 11243827"/>
              <a:gd name="connsiteY30" fmla="*/ 5347851 h 5641173"/>
              <a:gd name="connsiteX31" fmla="*/ 10344754 w 11243827"/>
              <a:gd name="connsiteY31" fmla="*/ 5351272 h 5641173"/>
              <a:gd name="connsiteX32" fmla="*/ 10288226 w 11243827"/>
              <a:gd name="connsiteY32" fmla="*/ 5351613 h 5641173"/>
              <a:gd name="connsiteX33" fmla="*/ 10251350 w 11243827"/>
              <a:gd name="connsiteY33" fmla="*/ 5352711 h 5641173"/>
              <a:gd name="connsiteX34" fmla="*/ 10249108 w 11243827"/>
              <a:gd name="connsiteY34" fmla="*/ 5365881 h 5641173"/>
              <a:gd name="connsiteX35" fmla="*/ 10216272 w 11243827"/>
              <a:gd name="connsiteY35" fmla="*/ 5370573 h 5641173"/>
              <a:gd name="connsiteX36" fmla="*/ 10181278 w 11243827"/>
              <a:gd name="connsiteY36" fmla="*/ 5362119 h 5641173"/>
              <a:gd name="connsiteX37" fmla="*/ 10140033 w 11243827"/>
              <a:gd name="connsiteY37" fmla="*/ 5363304 h 5641173"/>
              <a:gd name="connsiteX38" fmla="*/ 10115353 w 11243827"/>
              <a:gd name="connsiteY38" fmla="*/ 5363869 h 5641173"/>
              <a:gd name="connsiteX39" fmla="*/ 10050578 w 11243827"/>
              <a:gd name="connsiteY39" fmla="*/ 5376153 h 5641173"/>
              <a:gd name="connsiteX40" fmla="*/ 9945478 w 11243827"/>
              <a:gd name="connsiteY40" fmla="*/ 5422859 h 5641173"/>
              <a:gd name="connsiteX41" fmla="*/ 9912481 w 11243827"/>
              <a:gd name="connsiteY41" fmla="*/ 5429477 h 5641173"/>
              <a:gd name="connsiteX42" fmla="*/ 9906713 w 11243827"/>
              <a:gd name="connsiteY42" fmla="*/ 5426784 h 5641173"/>
              <a:gd name="connsiteX43" fmla="*/ 9742436 w 11243827"/>
              <a:gd name="connsiteY43" fmla="*/ 5454834 h 5641173"/>
              <a:gd name="connsiteX44" fmla="*/ 9713044 w 11243827"/>
              <a:gd name="connsiteY44" fmla="*/ 5456476 h 5641173"/>
              <a:gd name="connsiteX45" fmla="*/ 9691033 w 11243827"/>
              <a:gd name="connsiteY45" fmla="*/ 5455451 h 5641173"/>
              <a:gd name="connsiteX46" fmla="*/ 9638355 w 11243827"/>
              <a:gd name="connsiteY46" fmla="*/ 5464794 h 5641173"/>
              <a:gd name="connsiteX47" fmla="*/ 9552434 w 11243827"/>
              <a:gd name="connsiteY47" fmla="*/ 5485280 h 5641173"/>
              <a:gd name="connsiteX48" fmla="*/ 9533883 w 11243827"/>
              <a:gd name="connsiteY48" fmla="*/ 5488516 h 5641173"/>
              <a:gd name="connsiteX49" fmla="*/ 9516916 w 11243827"/>
              <a:gd name="connsiteY49" fmla="*/ 5486828 h 5641173"/>
              <a:gd name="connsiteX50" fmla="*/ 9512093 w 11243827"/>
              <a:gd name="connsiteY50" fmla="*/ 5482541 h 5641173"/>
              <a:gd name="connsiteX51" fmla="*/ 9501725 w 11243827"/>
              <a:gd name="connsiteY51" fmla="*/ 5483603 h 5641173"/>
              <a:gd name="connsiteX52" fmla="*/ 9498754 w 11243827"/>
              <a:gd name="connsiteY52" fmla="*/ 5482951 h 5641173"/>
              <a:gd name="connsiteX53" fmla="*/ 9481932 w 11243827"/>
              <a:gd name="connsiteY53" fmla="*/ 5480151 h 5641173"/>
              <a:gd name="connsiteX54" fmla="*/ 9451321 w 11243827"/>
              <a:gd name="connsiteY54" fmla="*/ 5497375 h 5641173"/>
              <a:gd name="connsiteX55" fmla="*/ 9409298 w 11243827"/>
              <a:gd name="connsiteY55" fmla="*/ 5499478 h 5641173"/>
              <a:gd name="connsiteX56" fmla="*/ 9303056 w 11243827"/>
              <a:gd name="connsiteY56" fmla="*/ 5519093 h 5641173"/>
              <a:gd name="connsiteX57" fmla="*/ 9229078 w 11243827"/>
              <a:gd name="connsiteY57" fmla="*/ 5524154 h 5641173"/>
              <a:gd name="connsiteX58" fmla="*/ 9165105 w 11243827"/>
              <a:gd name="connsiteY58" fmla="*/ 5532892 h 5641173"/>
              <a:gd name="connsiteX59" fmla="*/ 9077301 w 11243827"/>
              <a:gd name="connsiteY59" fmla="*/ 5580356 h 5641173"/>
              <a:gd name="connsiteX60" fmla="*/ 8960065 w 11243827"/>
              <a:gd name="connsiteY60" fmla="*/ 5597982 h 5641173"/>
              <a:gd name="connsiteX61" fmla="*/ 8953536 w 11243827"/>
              <a:gd name="connsiteY61" fmla="*/ 5606638 h 5641173"/>
              <a:gd name="connsiteX62" fmla="*/ 8943907 w 11243827"/>
              <a:gd name="connsiteY62" fmla="*/ 5612541 h 5641173"/>
              <a:gd name="connsiteX63" fmla="*/ 8942046 w 11243827"/>
              <a:gd name="connsiteY63" fmla="*/ 5612112 h 5641173"/>
              <a:gd name="connsiteX64" fmla="*/ 8928824 w 11243827"/>
              <a:gd name="connsiteY64" fmla="*/ 5615549 h 5641173"/>
              <a:gd name="connsiteX65" fmla="*/ 8927294 w 11243827"/>
              <a:gd name="connsiteY65" fmla="*/ 5618607 h 5641173"/>
              <a:gd name="connsiteX66" fmla="*/ 8918651 w 11243827"/>
              <a:gd name="connsiteY66" fmla="*/ 5621688 h 5641173"/>
              <a:gd name="connsiteX67" fmla="*/ 8902772 w 11243827"/>
              <a:gd name="connsiteY67" fmla="*/ 5629703 h 5641173"/>
              <a:gd name="connsiteX68" fmla="*/ 8898724 w 11243827"/>
              <a:gd name="connsiteY68" fmla="*/ 5629379 h 5641173"/>
              <a:gd name="connsiteX69" fmla="*/ 8873099 w 11243827"/>
              <a:gd name="connsiteY69" fmla="*/ 5638628 h 5641173"/>
              <a:gd name="connsiteX70" fmla="*/ 8872234 w 11243827"/>
              <a:gd name="connsiteY70" fmla="*/ 5637889 h 5641173"/>
              <a:gd name="connsiteX71" fmla="*/ 8862777 w 11243827"/>
              <a:gd name="connsiteY71" fmla="*/ 5636711 h 5641173"/>
              <a:gd name="connsiteX72" fmla="*/ 8845869 w 11243827"/>
              <a:gd name="connsiteY72" fmla="*/ 5636436 h 5641173"/>
              <a:gd name="connsiteX73" fmla="*/ 8800548 w 11243827"/>
              <a:gd name="connsiteY73" fmla="*/ 5625084 h 5641173"/>
              <a:gd name="connsiteX74" fmla="*/ 8773774 w 11243827"/>
              <a:gd name="connsiteY74" fmla="*/ 5634630 h 5641173"/>
              <a:gd name="connsiteX75" fmla="*/ 8698255 w 11243827"/>
              <a:gd name="connsiteY75" fmla="*/ 5636083 h 5641173"/>
              <a:gd name="connsiteX76" fmla="*/ 8619167 w 11243827"/>
              <a:gd name="connsiteY76" fmla="*/ 5619130 h 5641173"/>
              <a:gd name="connsiteX77" fmla="*/ 8539822 w 11243827"/>
              <a:gd name="connsiteY77" fmla="*/ 5616905 h 5641173"/>
              <a:gd name="connsiteX78" fmla="*/ 8511094 w 11243827"/>
              <a:gd name="connsiteY78" fmla="*/ 5617360 h 5641173"/>
              <a:gd name="connsiteX79" fmla="*/ 8459886 w 11243827"/>
              <a:gd name="connsiteY79" fmla="*/ 5612612 h 5641173"/>
              <a:gd name="connsiteX80" fmla="*/ 8436432 w 11243827"/>
              <a:gd name="connsiteY80" fmla="*/ 5606990 h 5641173"/>
              <a:gd name="connsiteX81" fmla="*/ 8435403 w 11243827"/>
              <a:gd name="connsiteY81" fmla="*/ 5607336 h 5641173"/>
              <a:gd name="connsiteX82" fmla="*/ 8433307 w 11243827"/>
              <a:gd name="connsiteY82" fmla="*/ 5604917 h 5641173"/>
              <a:gd name="connsiteX83" fmla="*/ 8428968 w 11243827"/>
              <a:gd name="connsiteY83" fmla="*/ 5603796 h 5641173"/>
              <a:gd name="connsiteX84" fmla="*/ 8417124 w 11243827"/>
              <a:gd name="connsiteY84" fmla="*/ 5604518 h 5641173"/>
              <a:gd name="connsiteX85" fmla="*/ 8412669 w 11243827"/>
              <a:gd name="connsiteY85" fmla="*/ 5605413 h 5641173"/>
              <a:gd name="connsiteX86" fmla="*/ 8406152 w 11243827"/>
              <a:gd name="connsiteY86" fmla="*/ 5605396 h 5641173"/>
              <a:gd name="connsiteX87" fmla="*/ 8405989 w 11243827"/>
              <a:gd name="connsiteY87" fmla="*/ 5605197 h 5641173"/>
              <a:gd name="connsiteX88" fmla="*/ 8399884 w 11243827"/>
              <a:gd name="connsiteY88" fmla="*/ 5605568 h 5641173"/>
              <a:gd name="connsiteX89" fmla="*/ 8370014 w 11243827"/>
              <a:gd name="connsiteY89" fmla="*/ 5609900 h 5641173"/>
              <a:gd name="connsiteX90" fmla="*/ 8330544 w 11243827"/>
              <a:gd name="connsiteY90" fmla="*/ 5590964 h 5641173"/>
              <a:gd name="connsiteX91" fmla="*/ 8314221 w 11243827"/>
              <a:gd name="connsiteY91" fmla="*/ 5587682 h 5641173"/>
              <a:gd name="connsiteX92" fmla="*/ 8305502 w 11243827"/>
              <a:gd name="connsiteY92" fmla="*/ 5584868 h 5641173"/>
              <a:gd name="connsiteX93" fmla="*/ 8304962 w 11243827"/>
              <a:gd name="connsiteY93" fmla="*/ 5584007 h 5641173"/>
              <a:gd name="connsiteX94" fmla="*/ 8276324 w 11243827"/>
              <a:gd name="connsiteY94" fmla="*/ 5588260 h 5641173"/>
              <a:gd name="connsiteX95" fmla="*/ 8272522 w 11243827"/>
              <a:gd name="connsiteY95" fmla="*/ 5587226 h 5641173"/>
              <a:gd name="connsiteX96" fmla="*/ 8253857 w 11243827"/>
              <a:gd name="connsiteY96" fmla="*/ 5592043 h 5641173"/>
              <a:gd name="connsiteX97" fmla="*/ 8244212 w 11243827"/>
              <a:gd name="connsiteY97" fmla="*/ 5593439 h 5641173"/>
              <a:gd name="connsiteX98" fmla="*/ 8241488 w 11243827"/>
              <a:gd name="connsiteY98" fmla="*/ 5596085 h 5641173"/>
              <a:gd name="connsiteX99" fmla="*/ 8227256 w 11243827"/>
              <a:gd name="connsiteY99" fmla="*/ 5597005 h 5641173"/>
              <a:gd name="connsiteX100" fmla="*/ 8225619 w 11243827"/>
              <a:gd name="connsiteY100" fmla="*/ 5596262 h 5641173"/>
              <a:gd name="connsiteX101" fmla="*/ 8213882 w 11243827"/>
              <a:gd name="connsiteY101" fmla="*/ 5600179 h 5641173"/>
              <a:gd name="connsiteX102" fmla="*/ 8204045 w 11243827"/>
              <a:gd name="connsiteY102" fmla="*/ 5607275 h 5641173"/>
              <a:gd name="connsiteX103" fmla="*/ 8082989 w 11243827"/>
              <a:gd name="connsiteY103" fmla="*/ 5603160 h 5641173"/>
              <a:gd name="connsiteX104" fmla="*/ 7976942 w 11243827"/>
              <a:gd name="connsiteY104" fmla="*/ 5598455 h 5641173"/>
              <a:gd name="connsiteX105" fmla="*/ 7950121 w 11243827"/>
              <a:gd name="connsiteY105" fmla="*/ 5590893 h 5641173"/>
              <a:gd name="connsiteX106" fmla="*/ 7727691 w 11243827"/>
              <a:gd name="connsiteY106" fmla="*/ 5621064 h 5641173"/>
              <a:gd name="connsiteX107" fmla="*/ 7685998 w 11243827"/>
              <a:gd name="connsiteY107" fmla="*/ 5615564 h 5641173"/>
              <a:gd name="connsiteX108" fmla="*/ 7649302 w 11243827"/>
              <a:gd name="connsiteY108" fmla="*/ 5626541 h 5641173"/>
              <a:gd name="connsiteX109" fmla="*/ 7634083 w 11243827"/>
              <a:gd name="connsiteY109" fmla="*/ 5620862 h 5641173"/>
              <a:gd name="connsiteX110" fmla="*/ 7631455 w 11243827"/>
              <a:gd name="connsiteY110" fmla="*/ 5619708 h 5641173"/>
              <a:gd name="connsiteX111" fmla="*/ 7620952 w 11243827"/>
              <a:gd name="connsiteY111" fmla="*/ 5618872 h 5641173"/>
              <a:gd name="connsiteX112" fmla="*/ 7617992 w 11243827"/>
              <a:gd name="connsiteY112" fmla="*/ 5613914 h 5641173"/>
              <a:gd name="connsiteX113" fmla="*/ 7602182 w 11243827"/>
              <a:gd name="connsiteY113" fmla="*/ 5609271 h 5641173"/>
              <a:gd name="connsiteX114" fmla="*/ 7582847 w 11243827"/>
              <a:gd name="connsiteY114" fmla="*/ 5609047 h 5641173"/>
              <a:gd name="connsiteX115" fmla="*/ 7514158 w 11243827"/>
              <a:gd name="connsiteY115" fmla="*/ 5607737 h 5641173"/>
              <a:gd name="connsiteX116" fmla="*/ 7502955 w 11243827"/>
              <a:gd name="connsiteY116" fmla="*/ 5610415 h 5641173"/>
              <a:gd name="connsiteX117" fmla="*/ 7466391 w 11243827"/>
              <a:gd name="connsiteY117" fmla="*/ 5605949 h 5641173"/>
              <a:gd name="connsiteX118" fmla="*/ 7433806 w 11243827"/>
              <a:gd name="connsiteY118" fmla="*/ 5604945 h 5641173"/>
              <a:gd name="connsiteX119" fmla="*/ 7412693 w 11243827"/>
              <a:gd name="connsiteY119" fmla="*/ 5607075 h 5641173"/>
              <a:gd name="connsiteX120" fmla="*/ 7407159 w 11243827"/>
              <a:gd name="connsiteY120" fmla="*/ 5605310 h 5641173"/>
              <a:gd name="connsiteX121" fmla="*/ 7385900 w 11243827"/>
              <a:gd name="connsiteY121" fmla="*/ 5604171 h 5641173"/>
              <a:gd name="connsiteX122" fmla="*/ 7375071 w 11243827"/>
              <a:gd name="connsiteY122" fmla="*/ 5606788 h 5641173"/>
              <a:gd name="connsiteX123" fmla="*/ 7364382 w 11243827"/>
              <a:gd name="connsiteY123" fmla="*/ 5600762 h 5641173"/>
              <a:gd name="connsiteX124" fmla="*/ 7361770 w 11243827"/>
              <a:gd name="connsiteY124" fmla="*/ 5596347 h 5641173"/>
              <a:gd name="connsiteX125" fmla="*/ 7346641 w 11243827"/>
              <a:gd name="connsiteY125" fmla="*/ 5598329 h 5641173"/>
              <a:gd name="connsiteX126" fmla="*/ 7334238 w 11243827"/>
              <a:gd name="connsiteY126" fmla="*/ 5594014 h 5641173"/>
              <a:gd name="connsiteX127" fmla="*/ 7323426 w 11243827"/>
              <a:gd name="connsiteY127" fmla="*/ 5596835 h 5641173"/>
              <a:gd name="connsiteX128" fmla="*/ 7318938 w 11243827"/>
              <a:gd name="connsiteY128" fmla="*/ 5596200 h 5641173"/>
              <a:gd name="connsiteX129" fmla="*/ 7307784 w 11243827"/>
              <a:gd name="connsiteY129" fmla="*/ 5594065 h 5641173"/>
              <a:gd name="connsiteX130" fmla="*/ 7288540 w 11243827"/>
              <a:gd name="connsiteY130" fmla="*/ 5589320 h 5641173"/>
              <a:gd name="connsiteX131" fmla="*/ 7282537 w 11243827"/>
              <a:gd name="connsiteY131" fmla="*/ 5588660 h 5641173"/>
              <a:gd name="connsiteX132" fmla="*/ 7269466 w 11243827"/>
              <a:gd name="connsiteY132" fmla="*/ 5581404 h 5641173"/>
              <a:gd name="connsiteX133" fmla="*/ 7244165 w 11243827"/>
              <a:gd name="connsiteY133" fmla="*/ 5575200 h 5641173"/>
              <a:gd name="connsiteX134" fmla="*/ 7199619 w 11243827"/>
              <a:gd name="connsiteY134" fmla="*/ 5553550 h 5641173"/>
              <a:gd name="connsiteX135" fmla="*/ 7173434 w 11243827"/>
              <a:gd name="connsiteY135" fmla="*/ 5543219 h 5641173"/>
              <a:gd name="connsiteX136" fmla="*/ 7155718 w 11243827"/>
              <a:gd name="connsiteY136" fmla="*/ 5533697 h 5641173"/>
              <a:gd name="connsiteX137" fmla="*/ 7103430 w 11243827"/>
              <a:gd name="connsiteY137" fmla="*/ 5520249 h 5641173"/>
              <a:gd name="connsiteX138" fmla="*/ 7013746 w 11243827"/>
              <a:gd name="connsiteY138" fmla="*/ 5502470 h 5641173"/>
              <a:gd name="connsiteX139" fmla="*/ 6995379 w 11243827"/>
              <a:gd name="connsiteY139" fmla="*/ 5497693 h 5641173"/>
              <a:gd name="connsiteX140" fmla="*/ 6982475 w 11243827"/>
              <a:gd name="connsiteY140" fmla="*/ 5489641 h 5641173"/>
              <a:gd name="connsiteX141" fmla="*/ 6981994 w 11243827"/>
              <a:gd name="connsiteY141" fmla="*/ 5484335 h 5641173"/>
              <a:gd name="connsiteX142" fmla="*/ 6972355 w 11243827"/>
              <a:gd name="connsiteY142" fmla="*/ 5481074 h 5641173"/>
              <a:gd name="connsiteX143" fmla="*/ 6970394 w 11243827"/>
              <a:gd name="connsiteY143" fmla="*/ 5479383 h 5641173"/>
              <a:gd name="connsiteX144" fmla="*/ 6958543 w 11243827"/>
              <a:gd name="connsiteY144" fmla="*/ 5470507 h 5641173"/>
              <a:gd name="connsiteX145" fmla="*/ 6918276 w 11243827"/>
              <a:gd name="connsiteY145" fmla="*/ 5472034 h 5641173"/>
              <a:gd name="connsiteX146" fmla="*/ 6881046 w 11243827"/>
              <a:gd name="connsiteY146" fmla="*/ 5457070 h 5641173"/>
              <a:gd name="connsiteX147" fmla="*/ 6752164 w 11243827"/>
              <a:gd name="connsiteY147" fmla="*/ 5425021 h 5641173"/>
              <a:gd name="connsiteX148" fmla="*/ 6724964 w 11243827"/>
              <a:gd name="connsiteY148" fmla="*/ 5414071 h 5641173"/>
              <a:gd name="connsiteX149" fmla="*/ 6683286 w 11243827"/>
              <a:gd name="connsiteY149" fmla="*/ 5432830 h 5641173"/>
              <a:gd name="connsiteX150" fmla="*/ 6644277 w 11243827"/>
              <a:gd name="connsiteY150" fmla="*/ 5429684 h 5641173"/>
              <a:gd name="connsiteX151" fmla="*/ 6532914 w 11243827"/>
              <a:gd name="connsiteY151" fmla="*/ 5431205 h 5641173"/>
              <a:gd name="connsiteX152" fmla="*/ 6307459 w 11243827"/>
              <a:gd name="connsiteY152" fmla="*/ 5467087 h 5641173"/>
              <a:gd name="connsiteX153" fmla="*/ 6196243 w 11243827"/>
              <a:gd name="connsiteY153" fmla="*/ 5515042 h 5641173"/>
              <a:gd name="connsiteX154" fmla="*/ 6099124 w 11243827"/>
              <a:gd name="connsiteY154" fmla="*/ 5516848 h 5641173"/>
              <a:gd name="connsiteX155" fmla="*/ 6016077 w 11243827"/>
              <a:gd name="connsiteY155" fmla="*/ 5528642 h 5641173"/>
              <a:gd name="connsiteX156" fmla="*/ 6004389 w 11243827"/>
              <a:gd name="connsiteY156" fmla="*/ 5531206 h 5641173"/>
              <a:gd name="connsiteX157" fmla="*/ 5933945 w 11243827"/>
              <a:gd name="connsiteY157" fmla="*/ 5538840 h 5641173"/>
              <a:gd name="connsiteX158" fmla="*/ 5883936 w 11243827"/>
              <a:gd name="connsiteY158" fmla="*/ 5553807 h 5641173"/>
              <a:gd name="connsiteX159" fmla="*/ 5798331 w 11243827"/>
              <a:gd name="connsiteY159" fmla="*/ 5564248 h 5641173"/>
              <a:gd name="connsiteX160" fmla="*/ 5712738 w 11243827"/>
              <a:gd name="connsiteY160" fmla="*/ 5573120 h 5641173"/>
              <a:gd name="connsiteX161" fmla="*/ 5681342 w 11243827"/>
              <a:gd name="connsiteY161" fmla="*/ 5575621 h 5641173"/>
              <a:gd name="connsiteX162" fmla="*/ 5627167 w 11243827"/>
              <a:gd name="connsiteY162" fmla="*/ 5583215 h 5641173"/>
              <a:gd name="connsiteX163" fmla="*/ 5591414 w 11243827"/>
              <a:gd name="connsiteY163" fmla="*/ 5587695 h 5641173"/>
              <a:gd name="connsiteX164" fmla="*/ 5583028 w 11243827"/>
              <a:gd name="connsiteY164" fmla="*/ 5580877 h 5641173"/>
              <a:gd name="connsiteX165" fmla="*/ 5549426 w 11243827"/>
              <a:gd name="connsiteY165" fmla="*/ 5582858 h 5641173"/>
              <a:gd name="connsiteX166" fmla="*/ 5519999 w 11243827"/>
              <a:gd name="connsiteY166" fmla="*/ 5592246 h 5641173"/>
              <a:gd name="connsiteX167" fmla="*/ 5480028 w 11243827"/>
              <a:gd name="connsiteY167" fmla="*/ 5597282 h 5641173"/>
              <a:gd name="connsiteX168" fmla="*/ 5456175 w 11243827"/>
              <a:gd name="connsiteY168" fmla="*/ 5600371 h 5641173"/>
              <a:gd name="connsiteX169" fmla="*/ 5388463 w 11243827"/>
              <a:gd name="connsiteY169" fmla="*/ 5602638 h 5641173"/>
              <a:gd name="connsiteX170" fmla="*/ 5265898 w 11243827"/>
              <a:gd name="connsiteY170" fmla="*/ 5591830 h 5641173"/>
              <a:gd name="connsiteX171" fmla="*/ 5231231 w 11243827"/>
              <a:gd name="connsiteY171" fmla="*/ 5592790 h 5641173"/>
              <a:gd name="connsiteX172" fmla="*/ 5226996 w 11243827"/>
              <a:gd name="connsiteY172" fmla="*/ 5595040 h 5641173"/>
              <a:gd name="connsiteX173" fmla="*/ 5175988 w 11243827"/>
              <a:gd name="connsiteY173" fmla="*/ 5588131 h 5641173"/>
              <a:gd name="connsiteX174" fmla="*/ 5107470 w 11243827"/>
              <a:gd name="connsiteY174" fmla="*/ 5594771 h 5641173"/>
              <a:gd name="connsiteX175" fmla="*/ 5027868 w 11243827"/>
              <a:gd name="connsiteY175" fmla="*/ 5605624 h 5641173"/>
              <a:gd name="connsiteX176" fmla="*/ 5007324 w 11243827"/>
              <a:gd name="connsiteY176" fmla="*/ 5609209 h 5641173"/>
              <a:gd name="connsiteX177" fmla="*/ 4952559 w 11243827"/>
              <a:gd name="connsiteY177" fmla="*/ 5611402 h 5641173"/>
              <a:gd name="connsiteX178" fmla="*/ 4826081 w 11243827"/>
              <a:gd name="connsiteY178" fmla="*/ 5616191 h 5641173"/>
              <a:gd name="connsiteX179" fmla="*/ 4823501 w 11243827"/>
              <a:gd name="connsiteY179" fmla="*/ 5619174 h 5641173"/>
              <a:gd name="connsiteX180" fmla="*/ 4813093 w 11243827"/>
              <a:gd name="connsiteY180" fmla="*/ 5620026 h 5641173"/>
              <a:gd name="connsiteX181" fmla="*/ 4810563 w 11243827"/>
              <a:gd name="connsiteY181" fmla="*/ 5620787 h 5641173"/>
              <a:gd name="connsiteX182" fmla="*/ 4795818 w 11243827"/>
              <a:gd name="connsiteY182" fmla="*/ 5624618 h 5641173"/>
              <a:gd name="connsiteX183" fmla="*/ 4758404 w 11243827"/>
              <a:gd name="connsiteY183" fmla="*/ 5619510 h 5641173"/>
              <a:gd name="connsiteX184" fmla="*/ 4717254 w 11243827"/>
              <a:gd name="connsiteY184" fmla="*/ 5624155 h 5641173"/>
              <a:gd name="connsiteX185" fmla="*/ 4591958 w 11243827"/>
              <a:gd name="connsiteY185" fmla="*/ 5624710 h 5641173"/>
              <a:gd name="connsiteX186" fmla="*/ 4476215 w 11243827"/>
              <a:gd name="connsiteY186" fmla="*/ 5628210 h 5641173"/>
              <a:gd name="connsiteX187" fmla="*/ 4425193 w 11243827"/>
              <a:gd name="connsiteY187" fmla="*/ 5627414 h 5641173"/>
              <a:gd name="connsiteX188" fmla="*/ 4383866 w 11243827"/>
              <a:gd name="connsiteY188" fmla="*/ 5626546 h 5641173"/>
              <a:gd name="connsiteX189" fmla="*/ 4385596 w 11243827"/>
              <a:gd name="connsiteY189" fmla="*/ 5634646 h 5641173"/>
              <a:gd name="connsiteX190" fmla="*/ 4360864 w 11243827"/>
              <a:gd name="connsiteY190" fmla="*/ 5641173 h 5641173"/>
              <a:gd name="connsiteX191" fmla="*/ 4328321 w 11243827"/>
              <a:gd name="connsiteY191" fmla="*/ 5626332 h 5641173"/>
              <a:gd name="connsiteX192" fmla="*/ 4309842 w 11243827"/>
              <a:gd name="connsiteY192" fmla="*/ 5626471 h 5641173"/>
              <a:gd name="connsiteX193" fmla="*/ 4277424 w 11243827"/>
              <a:gd name="connsiteY193" fmla="*/ 5631598 h 5641173"/>
              <a:gd name="connsiteX194" fmla="*/ 4266627 w 11243827"/>
              <a:gd name="connsiteY194" fmla="*/ 5633969 h 5641173"/>
              <a:gd name="connsiteX195" fmla="*/ 4185525 w 11243827"/>
              <a:gd name="connsiteY195" fmla="*/ 5617508 h 5641173"/>
              <a:gd name="connsiteX196" fmla="*/ 4177617 w 11243827"/>
              <a:gd name="connsiteY196" fmla="*/ 5610903 h 5641173"/>
              <a:gd name="connsiteX197" fmla="*/ 4136948 w 11243827"/>
              <a:gd name="connsiteY197" fmla="*/ 5608031 h 5641173"/>
              <a:gd name="connsiteX198" fmla="*/ 4132323 w 11243827"/>
              <a:gd name="connsiteY198" fmla="*/ 5609784 h 5641173"/>
              <a:gd name="connsiteX199" fmla="*/ 4098620 w 11243827"/>
              <a:gd name="connsiteY199" fmla="*/ 5599672 h 5641173"/>
              <a:gd name="connsiteX200" fmla="*/ 3963475 w 11243827"/>
              <a:gd name="connsiteY200" fmla="*/ 5581841 h 5641173"/>
              <a:gd name="connsiteX201" fmla="*/ 3703613 w 11243827"/>
              <a:gd name="connsiteY201" fmla="*/ 5572482 h 5641173"/>
              <a:gd name="connsiteX202" fmla="*/ 3432987 w 11243827"/>
              <a:gd name="connsiteY202" fmla="*/ 5545768 h 5641173"/>
              <a:gd name="connsiteX203" fmla="*/ 3176381 w 11243827"/>
              <a:gd name="connsiteY203" fmla="*/ 5556110 h 5641173"/>
              <a:gd name="connsiteX204" fmla="*/ 2710156 w 11243827"/>
              <a:gd name="connsiteY204" fmla="*/ 5527517 h 5641173"/>
              <a:gd name="connsiteX205" fmla="*/ 2550206 w 11243827"/>
              <a:gd name="connsiteY205" fmla="*/ 5524958 h 5641173"/>
              <a:gd name="connsiteX206" fmla="*/ 2443041 w 11243827"/>
              <a:gd name="connsiteY206" fmla="*/ 5523990 h 5641173"/>
              <a:gd name="connsiteX207" fmla="*/ 2435613 w 11243827"/>
              <a:gd name="connsiteY207" fmla="*/ 5526704 h 5641173"/>
              <a:gd name="connsiteX208" fmla="*/ 2405682 w 11243827"/>
              <a:gd name="connsiteY208" fmla="*/ 5528307 h 5641173"/>
              <a:gd name="connsiteX209" fmla="*/ 2397487 w 11243827"/>
              <a:gd name="connsiteY209" fmla="*/ 5540337 h 5641173"/>
              <a:gd name="connsiteX210" fmla="*/ 2297454 w 11243827"/>
              <a:gd name="connsiteY210" fmla="*/ 5550765 h 5641173"/>
              <a:gd name="connsiteX211" fmla="*/ 2056700 w 11243827"/>
              <a:gd name="connsiteY211" fmla="*/ 5555489 h 5641173"/>
              <a:gd name="connsiteX212" fmla="*/ 1878530 w 11243827"/>
              <a:gd name="connsiteY212" fmla="*/ 5535330 h 5641173"/>
              <a:gd name="connsiteX213" fmla="*/ 1859292 w 11243827"/>
              <a:gd name="connsiteY213" fmla="*/ 5535461 h 5641173"/>
              <a:gd name="connsiteX214" fmla="*/ 1835626 w 11243827"/>
              <a:gd name="connsiteY214" fmla="*/ 5533793 h 5641173"/>
              <a:gd name="connsiteX215" fmla="*/ 1798939 w 11243827"/>
              <a:gd name="connsiteY215" fmla="*/ 5540285 h 5641173"/>
              <a:gd name="connsiteX216" fmla="*/ 1779046 w 11243827"/>
              <a:gd name="connsiteY216" fmla="*/ 5549949 h 5641173"/>
              <a:gd name="connsiteX217" fmla="*/ 1772421 w 11243827"/>
              <a:gd name="connsiteY217" fmla="*/ 5549018 h 5641173"/>
              <a:gd name="connsiteX218" fmla="*/ 1772052 w 11243827"/>
              <a:gd name="connsiteY218" fmla="*/ 5545689 h 5641173"/>
              <a:gd name="connsiteX219" fmla="*/ 1711543 w 11243827"/>
              <a:gd name="connsiteY219" fmla="*/ 5534558 h 5641173"/>
              <a:gd name="connsiteX220" fmla="*/ 1631462 w 11243827"/>
              <a:gd name="connsiteY220" fmla="*/ 5491807 h 5641173"/>
              <a:gd name="connsiteX221" fmla="*/ 1538763 w 11243827"/>
              <a:gd name="connsiteY221" fmla="*/ 5482781 h 5641173"/>
              <a:gd name="connsiteX222" fmla="*/ 1501533 w 11243827"/>
              <a:gd name="connsiteY222" fmla="*/ 5467817 h 5641173"/>
              <a:gd name="connsiteX223" fmla="*/ 1461266 w 11243827"/>
              <a:gd name="connsiteY223" fmla="*/ 5469343 h 5641173"/>
              <a:gd name="connsiteX224" fmla="*/ 1449415 w 11243827"/>
              <a:gd name="connsiteY224" fmla="*/ 5460467 h 5641173"/>
              <a:gd name="connsiteX225" fmla="*/ 1447454 w 11243827"/>
              <a:gd name="connsiteY225" fmla="*/ 5458776 h 5641173"/>
              <a:gd name="connsiteX226" fmla="*/ 1437814 w 11243827"/>
              <a:gd name="connsiteY226" fmla="*/ 5455515 h 5641173"/>
              <a:gd name="connsiteX227" fmla="*/ 1437334 w 11243827"/>
              <a:gd name="connsiteY227" fmla="*/ 5450209 h 5641173"/>
              <a:gd name="connsiteX228" fmla="*/ 1424429 w 11243827"/>
              <a:gd name="connsiteY228" fmla="*/ 5442157 h 5641173"/>
              <a:gd name="connsiteX229" fmla="*/ 1406063 w 11243827"/>
              <a:gd name="connsiteY229" fmla="*/ 5437380 h 5641173"/>
              <a:gd name="connsiteX230" fmla="*/ 1316379 w 11243827"/>
              <a:gd name="connsiteY230" fmla="*/ 5419601 h 5641173"/>
              <a:gd name="connsiteX231" fmla="*/ 1264090 w 11243827"/>
              <a:gd name="connsiteY231" fmla="*/ 5406153 h 5641173"/>
              <a:gd name="connsiteX232" fmla="*/ 1246374 w 11243827"/>
              <a:gd name="connsiteY232" fmla="*/ 5396631 h 5641173"/>
              <a:gd name="connsiteX233" fmla="*/ 1220190 w 11243827"/>
              <a:gd name="connsiteY233" fmla="*/ 5386301 h 5641173"/>
              <a:gd name="connsiteX234" fmla="*/ 1175643 w 11243827"/>
              <a:gd name="connsiteY234" fmla="*/ 5364651 h 5641173"/>
              <a:gd name="connsiteX235" fmla="*/ 1150342 w 11243827"/>
              <a:gd name="connsiteY235" fmla="*/ 5358447 h 5641173"/>
              <a:gd name="connsiteX236" fmla="*/ 1112024 w 11243827"/>
              <a:gd name="connsiteY236" fmla="*/ 5345786 h 5641173"/>
              <a:gd name="connsiteX237" fmla="*/ 1100870 w 11243827"/>
              <a:gd name="connsiteY237" fmla="*/ 5343651 h 5641173"/>
              <a:gd name="connsiteX238" fmla="*/ 1096383 w 11243827"/>
              <a:gd name="connsiteY238" fmla="*/ 5343015 h 5641173"/>
              <a:gd name="connsiteX239" fmla="*/ 1058039 w 11243827"/>
              <a:gd name="connsiteY239" fmla="*/ 5343504 h 5641173"/>
              <a:gd name="connsiteX240" fmla="*/ 1055426 w 11243827"/>
              <a:gd name="connsiteY240" fmla="*/ 5339088 h 5641173"/>
              <a:gd name="connsiteX241" fmla="*/ 1044738 w 11243827"/>
              <a:gd name="connsiteY241" fmla="*/ 5333063 h 5641173"/>
              <a:gd name="connsiteX242" fmla="*/ 1033909 w 11243827"/>
              <a:gd name="connsiteY242" fmla="*/ 5335680 h 5641173"/>
              <a:gd name="connsiteX243" fmla="*/ 1012649 w 11243827"/>
              <a:gd name="connsiteY243" fmla="*/ 5334541 h 5641173"/>
              <a:gd name="connsiteX244" fmla="*/ 1007115 w 11243827"/>
              <a:gd name="connsiteY244" fmla="*/ 5332775 h 5641173"/>
              <a:gd name="connsiteX245" fmla="*/ 987447 w 11243827"/>
              <a:gd name="connsiteY245" fmla="*/ 5346462 h 5641173"/>
              <a:gd name="connsiteX246" fmla="*/ 953418 w 11243827"/>
              <a:gd name="connsiteY246" fmla="*/ 5333901 h 5641173"/>
              <a:gd name="connsiteX247" fmla="*/ 916854 w 11243827"/>
              <a:gd name="connsiteY247" fmla="*/ 5329435 h 5641173"/>
              <a:gd name="connsiteX248" fmla="*/ 905651 w 11243827"/>
              <a:gd name="connsiteY248" fmla="*/ 5332114 h 5641173"/>
              <a:gd name="connsiteX249" fmla="*/ 838405 w 11243827"/>
              <a:gd name="connsiteY249" fmla="*/ 5339470 h 5641173"/>
              <a:gd name="connsiteX250" fmla="*/ 817627 w 11243827"/>
              <a:gd name="connsiteY250" fmla="*/ 5330580 h 5641173"/>
              <a:gd name="connsiteX251" fmla="*/ 801817 w 11243827"/>
              <a:gd name="connsiteY251" fmla="*/ 5325937 h 5641173"/>
              <a:gd name="connsiteX252" fmla="*/ 798857 w 11243827"/>
              <a:gd name="connsiteY252" fmla="*/ 5320979 h 5641173"/>
              <a:gd name="connsiteX253" fmla="*/ 788354 w 11243827"/>
              <a:gd name="connsiteY253" fmla="*/ 5320143 h 5641173"/>
              <a:gd name="connsiteX254" fmla="*/ 785726 w 11243827"/>
              <a:gd name="connsiteY254" fmla="*/ 5318989 h 5641173"/>
              <a:gd name="connsiteX255" fmla="*/ 770507 w 11243827"/>
              <a:gd name="connsiteY255" fmla="*/ 5313309 h 5641173"/>
              <a:gd name="connsiteX256" fmla="*/ 733810 w 11243827"/>
              <a:gd name="connsiteY256" fmla="*/ 5324286 h 5641173"/>
              <a:gd name="connsiteX257" fmla="*/ 692117 w 11243827"/>
              <a:gd name="connsiteY257" fmla="*/ 5318786 h 5641173"/>
              <a:gd name="connsiteX258" fmla="*/ 574943 w 11243827"/>
              <a:gd name="connsiteY258" fmla="*/ 5327578 h 5641173"/>
              <a:gd name="connsiteX259" fmla="*/ 441302 w 11243827"/>
              <a:gd name="connsiteY259" fmla="*/ 5307062 h 5641173"/>
              <a:gd name="connsiteX260" fmla="*/ 336819 w 11243827"/>
              <a:gd name="connsiteY260" fmla="*/ 5336690 h 5641173"/>
              <a:gd name="connsiteX261" fmla="*/ 270932 w 11243827"/>
              <a:gd name="connsiteY261" fmla="*/ 5345451 h 5641173"/>
              <a:gd name="connsiteX262" fmla="*/ 194189 w 11243827"/>
              <a:gd name="connsiteY262" fmla="*/ 5343588 h 5641173"/>
              <a:gd name="connsiteX263" fmla="*/ 192552 w 11243827"/>
              <a:gd name="connsiteY263" fmla="*/ 5342845 h 5641173"/>
              <a:gd name="connsiteX264" fmla="*/ 178320 w 11243827"/>
              <a:gd name="connsiteY264" fmla="*/ 5343766 h 5641173"/>
              <a:gd name="connsiteX265" fmla="*/ 175596 w 11243827"/>
              <a:gd name="connsiteY265" fmla="*/ 5346411 h 5641173"/>
              <a:gd name="connsiteX266" fmla="*/ 147287 w 11243827"/>
              <a:gd name="connsiteY266" fmla="*/ 5352625 h 5641173"/>
              <a:gd name="connsiteX267" fmla="*/ 114847 w 11243827"/>
              <a:gd name="connsiteY267" fmla="*/ 5355844 h 5641173"/>
              <a:gd name="connsiteX268" fmla="*/ 114306 w 11243827"/>
              <a:gd name="connsiteY268" fmla="*/ 5354983 h 5641173"/>
              <a:gd name="connsiteX269" fmla="*/ 89264 w 11243827"/>
              <a:gd name="connsiteY269" fmla="*/ 5348886 h 5641173"/>
              <a:gd name="connsiteX270" fmla="*/ 49794 w 11243827"/>
              <a:gd name="connsiteY270" fmla="*/ 5329950 h 5641173"/>
              <a:gd name="connsiteX271" fmla="*/ 19924 w 11243827"/>
              <a:gd name="connsiteY271" fmla="*/ 5334282 h 5641173"/>
              <a:gd name="connsiteX272" fmla="*/ 13819 w 11243827"/>
              <a:gd name="connsiteY272" fmla="*/ 5334653 h 5641173"/>
              <a:gd name="connsiteX273" fmla="*/ 13657 w 11243827"/>
              <a:gd name="connsiteY273" fmla="*/ 5334455 h 5641173"/>
              <a:gd name="connsiteX274" fmla="*/ 7139 w 11243827"/>
              <a:gd name="connsiteY274" fmla="*/ 5334438 h 5641173"/>
              <a:gd name="connsiteX275" fmla="*/ 2684 w 11243827"/>
              <a:gd name="connsiteY275" fmla="*/ 5335333 h 5641173"/>
              <a:gd name="connsiteX276" fmla="*/ 0 w 11243827"/>
              <a:gd name="connsiteY276" fmla="*/ 5335496 h 5641173"/>
              <a:gd name="connsiteX277" fmla="*/ 0 w 11243827"/>
              <a:gd name="connsiteY277" fmla="*/ 10592 h 5641173"/>
              <a:gd name="connsiteX278" fmla="*/ 11243827 w 11243827"/>
              <a:gd name="connsiteY278" fmla="*/ 0 h 5641173"/>
              <a:gd name="connsiteX0" fmla="*/ 11243827 w 11243827"/>
              <a:gd name="connsiteY0" fmla="*/ 0 h 5641173"/>
              <a:gd name="connsiteX1" fmla="*/ 11243827 w 11243827"/>
              <a:gd name="connsiteY1" fmla="*/ 5209610 h 5641173"/>
              <a:gd name="connsiteX2" fmla="*/ 11240675 w 11243827"/>
              <a:gd name="connsiteY2" fmla="*/ 5210442 h 5641173"/>
              <a:gd name="connsiteX3" fmla="*/ 11179959 w 11243827"/>
              <a:gd name="connsiteY3" fmla="*/ 5221199 h 5641173"/>
              <a:gd name="connsiteX4" fmla="*/ 11105493 w 11243827"/>
              <a:gd name="connsiteY4" fmla="*/ 5259905 h 5641173"/>
              <a:gd name="connsiteX5" fmla="*/ 11078640 w 11243827"/>
              <a:gd name="connsiteY5" fmla="*/ 5263531 h 5641173"/>
              <a:gd name="connsiteX6" fmla="*/ 11079616 w 11243827"/>
              <a:gd name="connsiteY6" fmla="*/ 5270380 h 5641173"/>
              <a:gd name="connsiteX7" fmla="*/ 11069641 w 11243827"/>
              <a:gd name="connsiteY7" fmla="*/ 5270884 h 5641173"/>
              <a:gd name="connsiteX8" fmla="*/ 11047377 w 11243827"/>
              <a:gd name="connsiteY8" fmla="*/ 5271051 h 5641173"/>
              <a:gd name="connsiteX9" fmla="*/ 10980705 w 11243827"/>
              <a:gd name="connsiteY9" fmla="*/ 5272951 h 5641173"/>
              <a:gd name="connsiteX10" fmla="*/ 10962514 w 11243827"/>
              <a:gd name="connsiteY10" fmla="*/ 5286084 h 5641173"/>
              <a:gd name="connsiteX11" fmla="*/ 10945307 w 11243827"/>
              <a:gd name="connsiteY11" fmla="*/ 5286290 h 5641173"/>
              <a:gd name="connsiteX12" fmla="*/ 10845516 w 11243827"/>
              <a:gd name="connsiteY12" fmla="*/ 5303894 h 5641173"/>
              <a:gd name="connsiteX13" fmla="*/ 10831795 w 11243827"/>
              <a:gd name="connsiteY13" fmla="*/ 5305210 h 5641173"/>
              <a:gd name="connsiteX14" fmla="*/ 10824365 w 11243827"/>
              <a:gd name="connsiteY14" fmla="*/ 5311111 h 5641173"/>
              <a:gd name="connsiteX15" fmla="*/ 10797756 w 11243827"/>
              <a:gd name="connsiteY15" fmla="*/ 5312285 h 5641173"/>
              <a:gd name="connsiteX16" fmla="*/ 10796525 w 11243827"/>
              <a:gd name="connsiteY16" fmla="*/ 5315645 h 5641173"/>
              <a:gd name="connsiteX17" fmla="*/ 10709063 w 11243827"/>
              <a:gd name="connsiteY17" fmla="*/ 5344492 h 5641173"/>
              <a:gd name="connsiteX18" fmla="*/ 10694078 w 11243827"/>
              <a:gd name="connsiteY18" fmla="*/ 5349258 h 5641173"/>
              <a:gd name="connsiteX19" fmla="*/ 10681131 w 11243827"/>
              <a:gd name="connsiteY19" fmla="*/ 5347812 h 5641173"/>
              <a:gd name="connsiteX20" fmla="*/ 10609448 w 11243827"/>
              <a:gd name="connsiteY20" fmla="*/ 5351931 h 5641173"/>
              <a:gd name="connsiteX21" fmla="*/ 10592397 w 11243827"/>
              <a:gd name="connsiteY21" fmla="*/ 5349402 h 5641173"/>
              <a:gd name="connsiteX22" fmla="*/ 10585227 w 11243827"/>
              <a:gd name="connsiteY22" fmla="*/ 5344063 h 5641173"/>
              <a:gd name="connsiteX23" fmla="*/ 10557472 w 11243827"/>
              <a:gd name="connsiteY23" fmla="*/ 5354151 h 5641173"/>
              <a:gd name="connsiteX24" fmla="*/ 10514646 w 11243827"/>
              <a:gd name="connsiteY24" fmla="*/ 5361064 h 5641173"/>
              <a:gd name="connsiteX25" fmla="*/ 10494292 w 11243827"/>
              <a:gd name="connsiteY25" fmla="*/ 5366054 h 5641173"/>
              <a:gd name="connsiteX26" fmla="*/ 10477869 w 11243827"/>
              <a:gd name="connsiteY26" fmla="*/ 5363025 h 5641173"/>
              <a:gd name="connsiteX27" fmla="*/ 10384411 w 11243827"/>
              <a:gd name="connsiteY27" fmla="*/ 5362257 h 5641173"/>
              <a:gd name="connsiteX28" fmla="*/ 10362921 w 11243827"/>
              <a:gd name="connsiteY28" fmla="*/ 5357444 h 5641173"/>
              <a:gd name="connsiteX29" fmla="*/ 10352736 w 11243827"/>
              <a:gd name="connsiteY29" fmla="*/ 5347851 h 5641173"/>
              <a:gd name="connsiteX30" fmla="*/ 10344754 w 11243827"/>
              <a:gd name="connsiteY30" fmla="*/ 5351272 h 5641173"/>
              <a:gd name="connsiteX31" fmla="*/ 10288226 w 11243827"/>
              <a:gd name="connsiteY31" fmla="*/ 5351613 h 5641173"/>
              <a:gd name="connsiteX32" fmla="*/ 10251350 w 11243827"/>
              <a:gd name="connsiteY32" fmla="*/ 5352711 h 5641173"/>
              <a:gd name="connsiteX33" fmla="*/ 10249108 w 11243827"/>
              <a:gd name="connsiteY33" fmla="*/ 5365881 h 5641173"/>
              <a:gd name="connsiteX34" fmla="*/ 10216272 w 11243827"/>
              <a:gd name="connsiteY34" fmla="*/ 5370573 h 5641173"/>
              <a:gd name="connsiteX35" fmla="*/ 10181278 w 11243827"/>
              <a:gd name="connsiteY35" fmla="*/ 5362119 h 5641173"/>
              <a:gd name="connsiteX36" fmla="*/ 10140033 w 11243827"/>
              <a:gd name="connsiteY36" fmla="*/ 5363304 h 5641173"/>
              <a:gd name="connsiteX37" fmla="*/ 10115353 w 11243827"/>
              <a:gd name="connsiteY37" fmla="*/ 5363869 h 5641173"/>
              <a:gd name="connsiteX38" fmla="*/ 10050578 w 11243827"/>
              <a:gd name="connsiteY38" fmla="*/ 5376153 h 5641173"/>
              <a:gd name="connsiteX39" fmla="*/ 9945478 w 11243827"/>
              <a:gd name="connsiteY39" fmla="*/ 5422859 h 5641173"/>
              <a:gd name="connsiteX40" fmla="*/ 9912481 w 11243827"/>
              <a:gd name="connsiteY40" fmla="*/ 5429477 h 5641173"/>
              <a:gd name="connsiteX41" fmla="*/ 9906713 w 11243827"/>
              <a:gd name="connsiteY41" fmla="*/ 5426784 h 5641173"/>
              <a:gd name="connsiteX42" fmla="*/ 9742436 w 11243827"/>
              <a:gd name="connsiteY42" fmla="*/ 5454834 h 5641173"/>
              <a:gd name="connsiteX43" fmla="*/ 9713044 w 11243827"/>
              <a:gd name="connsiteY43" fmla="*/ 5456476 h 5641173"/>
              <a:gd name="connsiteX44" fmla="*/ 9691033 w 11243827"/>
              <a:gd name="connsiteY44" fmla="*/ 5455451 h 5641173"/>
              <a:gd name="connsiteX45" fmla="*/ 9638355 w 11243827"/>
              <a:gd name="connsiteY45" fmla="*/ 5464794 h 5641173"/>
              <a:gd name="connsiteX46" fmla="*/ 9552434 w 11243827"/>
              <a:gd name="connsiteY46" fmla="*/ 5485280 h 5641173"/>
              <a:gd name="connsiteX47" fmla="*/ 9533883 w 11243827"/>
              <a:gd name="connsiteY47" fmla="*/ 5488516 h 5641173"/>
              <a:gd name="connsiteX48" fmla="*/ 9516916 w 11243827"/>
              <a:gd name="connsiteY48" fmla="*/ 5486828 h 5641173"/>
              <a:gd name="connsiteX49" fmla="*/ 9512093 w 11243827"/>
              <a:gd name="connsiteY49" fmla="*/ 5482541 h 5641173"/>
              <a:gd name="connsiteX50" fmla="*/ 9501725 w 11243827"/>
              <a:gd name="connsiteY50" fmla="*/ 5483603 h 5641173"/>
              <a:gd name="connsiteX51" fmla="*/ 9498754 w 11243827"/>
              <a:gd name="connsiteY51" fmla="*/ 5482951 h 5641173"/>
              <a:gd name="connsiteX52" fmla="*/ 9481932 w 11243827"/>
              <a:gd name="connsiteY52" fmla="*/ 5480151 h 5641173"/>
              <a:gd name="connsiteX53" fmla="*/ 9451321 w 11243827"/>
              <a:gd name="connsiteY53" fmla="*/ 5497375 h 5641173"/>
              <a:gd name="connsiteX54" fmla="*/ 9409298 w 11243827"/>
              <a:gd name="connsiteY54" fmla="*/ 5499478 h 5641173"/>
              <a:gd name="connsiteX55" fmla="*/ 9303056 w 11243827"/>
              <a:gd name="connsiteY55" fmla="*/ 5519093 h 5641173"/>
              <a:gd name="connsiteX56" fmla="*/ 9229078 w 11243827"/>
              <a:gd name="connsiteY56" fmla="*/ 5524154 h 5641173"/>
              <a:gd name="connsiteX57" fmla="*/ 9165105 w 11243827"/>
              <a:gd name="connsiteY57" fmla="*/ 5532892 h 5641173"/>
              <a:gd name="connsiteX58" fmla="*/ 9077301 w 11243827"/>
              <a:gd name="connsiteY58" fmla="*/ 5580356 h 5641173"/>
              <a:gd name="connsiteX59" fmla="*/ 8960065 w 11243827"/>
              <a:gd name="connsiteY59" fmla="*/ 5597982 h 5641173"/>
              <a:gd name="connsiteX60" fmla="*/ 8953536 w 11243827"/>
              <a:gd name="connsiteY60" fmla="*/ 5606638 h 5641173"/>
              <a:gd name="connsiteX61" fmla="*/ 8943907 w 11243827"/>
              <a:gd name="connsiteY61" fmla="*/ 5612541 h 5641173"/>
              <a:gd name="connsiteX62" fmla="*/ 8942046 w 11243827"/>
              <a:gd name="connsiteY62" fmla="*/ 5612112 h 5641173"/>
              <a:gd name="connsiteX63" fmla="*/ 8928824 w 11243827"/>
              <a:gd name="connsiteY63" fmla="*/ 5615549 h 5641173"/>
              <a:gd name="connsiteX64" fmla="*/ 8927294 w 11243827"/>
              <a:gd name="connsiteY64" fmla="*/ 5618607 h 5641173"/>
              <a:gd name="connsiteX65" fmla="*/ 8918651 w 11243827"/>
              <a:gd name="connsiteY65" fmla="*/ 5621688 h 5641173"/>
              <a:gd name="connsiteX66" fmla="*/ 8902772 w 11243827"/>
              <a:gd name="connsiteY66" fmla="*/ 5629703 h 5641173"/>
              <a:gd name="connsiteX67" fmla="*/ 8898724 w 11243827"/>
              <a:gd name="connsiteY67" fmla="*/ 5629379 h 5641173"/>
              <a:gd name="connsiteX68" fmla="*/ 8873099 w 11243827"/>
              <a:gd name="connsiteY68" fmla="*/ 5638628 h 5641173"/>
              <a:gd name="connsiteX69" fmla="*/ 8872234 w 11243827"/>
              <a:gd name="connsiteY69" fmla="*/ 5637889 h 5641173"/>
              <a:gd name="connsiteX70" fmla="*/ 8862777 w 11243827"/>
              <a:gd name="connsiteY70" fmla="*/ 5636711 h 5641173"/>
              <a:gd name="connsiteX71" fmla="*/ 8845869 w 11243827"/>
              <a:gd name="connsiteY71" fmla="*/ 5636436 h 5641173"/>
              <a:gd name="connsiteX72" fmla="*/ 8800548 w 11243827"/>
              <a:gd name="connsiteY72" fmla="*/ 5625084 h 5641173"/>
              <a:gd name="connsiteX73" fmla="*/ 8773774 w 11243827"/>
              <a:gd name="connsiteY73" fmla="*/ 5634630 h 5641173"/>
              <a:gd name="connsiteX74" fmla="*/ 8698255 w 11243827"/>
              <a:gd name="connsiteY74" fmla="*/ 5636083 h 5641173"/>
              <a:gd name="connsiteX75" fmla="*/ 8619167 w 11243827"/>
              <a:gd name="connsiteY75" fmla="*/ 5619130 h 5641173"/>
              <a:gd name="connsiteX76" fmla="*/ 8539822 w 11243827"/>
              <a:gd name="connsiteY76" fmla="*/ 5616905 h 5641173"/>
              <a:gd name="connsiteX77" fmla="*/ 8511094 w 11243827"/>
              <a:gd name="connsiteY77" fmla="*/ 5617360 h 5641173"/>
              <a:gd name="connsiteX78" fmla="*/ 8459886 w 11243827"/>
              <a:gd name="connsiteY78" fmla="*/ 5612612 h 5641173"/>
              <a:gd name="connsiteX79" fmla="*/ 8436432 w 11243827"/>
              <a:gd name="connsiteY79" fmla="*/ 5606990 h 5641173"/>
              <a:gd name="connsiteX80" fmla="*/ 8435403 w 11243827"/>
              <a:gd name="connsiteY80" fmla="*/ 5607336 h 5641173"/>
              <a:gd name="connsiteX81" fmla="*/ 8433307 w 11243827"/>
              <a:gd name="connsiteY81" fmla="*/ 5604917 h 5641173"/>
              <a:gd name="connsiteX82" fmla="*/ 8428968 w 11243827"/>
              <a:gd name="connsiteY82" fmla="*/ 5603796 h 5641173"/>
              <a:gd name="connsiteX83" fmla="*/ 8417124 w 11243827"/>
              <a:gd name="connsiteY83" fmla="*/ 5604518 h 5641173"/>
              <a:gd name="connsiteX84" fmla="*/ 8412669 w 11243827"/>
              <a:gd name="connsiteY84" fmla="*/ 5605413 h 5641173"/>
              <a:gd name="connsiteX85" fmla="*/ 8406152 w 11243827"/>
              <a:gd name="connsiteY85" fmla="*/ 5605396 h 5641173"/>
              <a:gd name="connsiteX86" fmla="*/ 8405989 w 11243827"/>
              <a:gd name="connsiteY86" fmla="*/ 5605197 h 5641173"/>
              <a:gd name="connsiteX87" fmla="*/ 8399884 w 11243827"/>
              <a:gd name="connsiteY87" fmla="*/ 5605568 h 5641173"/>
              <a:gd name="connsiteX88" fmla="*/ 8370014 w 11243827"/>
              <a:gd name="connsiteY88" fmla="*/ 5609900 h 5641173"/>
              <a:gd name="connsiteX89" fmla="*/ 8330544 w 11243827"/>
              <a:gd name="connsiteY89" fmla="*/ 5590964 h 5641173"/>
              <a:gd name="connsiteX90" fmla="*/ 8314221 w 11243827"/>
              <a:gd name="connsiteY90" fmla="*/ 5587682 h 5641173"/>
              <a:gd name="connsiteX91" fmla="*/ 8305502 w 11243827"/>
              <a:gd name="connsiteY91" fmla="*/ 5584868 h 5641173"/>
              <a:gd name="connsiteX92" fmla="*/ 8304962 w 11243827"/>
              <a:gd name="connsiteY92" fmla="*/ 5584007 h 5641173"/>
              <a:gd name="connsiteX93" fmla="*/ 8276324 w 11243827"/>
              <a:gd name="connsiteY93" fmla="*/ 5588260 h 5641173"/>
              <a:gd name="connsiteX94" fmla="*/ 8272522 w 11243827"/>
              <a:gd name="connsiteY94" fmla="*/ 5587226 h 5641173"/>
              <a:gd name="connsiteX95" fmla="*/ 8253857 w 11243827"/>
              <a:gd name="connsiteY95" fmla="*/ 5592043 h 5641173"/>
              <a:gd name="connsiteX96" fmla="*/ 8244212 w 11243827"/>
              <a:gd name="connsiteY96" fmla="*/ 5593439 h 5641173"/>
              <a:gd name="connsiteX97" fmla="*/ 8241488 w 11243827"/>
              <a:gd name="connsiteY97" fmla="*/ 5596085 h 5641173"/>
              <a:gd name="connsiteX98" fmla="*/ 8227256 w 11243827"/>
              <a:gd name="connsiteY98" fmla="*/ 5597005 h 5641173"/>
              <a:gd name="connsiteX99" fmla="*/ 8225619 w 11243827"/>
              <a:gd name="connsiteY99" fmla="*/ 5596262 h 5641173"/>
              <a:gd name="connsiteX100" fmla="*/ 8213882 w 11243827"/>
              <a:gd name="connsiteY100" fmla="*/ 5600179 h 5641173"/>
              <a:gd name="connsiteX101" fmla="*/ 8204045 w 11243827"/>
              <a:gd name="connsiteY101" fmla="*/ 5607275 h 5641173"/>
              <a:gd name="connsiteX102" fmla="*/ 8082989 w 11243827"/>
              <a:gd name="connsiteY102" fmla="*/ 5603160 h 5641173"/>
              <a:gd name="connsiteX103" fmla="*/ 7976942 w 11243827"/>
              <a:gd name="connsiteY103" fmla="*/ 5598455 h 5641173"/>
              <a:gd name="connsiteX104" fmla="*/ 7950121 w 11243827"/>
              <a:gd name="connsiteY104" fmla="*/ 5590893 h 5641173"/>
              <a:gd name="connsiteX105" fmla="*/ 7727691 w 11243827"/>
              <a:gd name="connsiteY105" fmla="*/ 5621064 h 5641173"/>
              <a:gd name="connsiteX106" fmla="*/ 7685998 w 11243827"/>
              <a:gd name="connsiteY106" fmla="*/ 5615564 h 5641173"/>
              <a:gd name="connsiteX107" fmla="*/ 7649302 w 11243827"/>
              <a:gd name="connsiteY107" fmla="*/ 5626541 h 5641173"/>
              <a:gd name="connsiteX108" fmla="*/ 7634083 w 11243827"/>
              <a:gd name="connsiteY108" fmla="*/ 5620862 h 5641173"/>
              <a:gd name="connsiteX109" fmla="*/ 7631455 w 11243827"/>
              <a:gd name="connsiteY109" fmla="*/ 5619708 h 5641173"/>
              <a:gd name="connsiteX110" fmla="*/ 7620952 w 11243827"/>
              <a:gd name="connsiteY110" fmla="*/ 5618872 h 5641173"/>
              <a:gd name="connsiteX111" fmla="*/ 7617992 w 11243827"/>
              <a:gd name="connsiteY111" fmla="*/ 5613914 h 5641173"/>
              <a:gd name="connsiteX112" fmla="*/ 7602182 w 11243827"/>
              <a:gd name="connsiteY112" fmla="*/ 5609271 h 5641173"/>
              <a:gd name="connsiteX113" fmla="*/ 7582847 w 11243827"/>
              <a:gd name="connsiteY113" fmla="*/ 5609047 h 5641173"/>
              <a:gd name="connsiteX114" fmla="*/ 7514158 w 11243827"/>
              <a:gd name="connsiteY114" fmla="*/ 5607737 h 5641173"/>
              <a:gd name="connsiteX115" fmla="*/ 7502955 w 11243827"/>
              <a:gd name="connsiteY115" fmla="*/ 5610415 h 5641173"/>
              <a:gd name="connsiteX116" fmla="*/ 7466391 w 11243827"/>
              <a:gd name="connsiteY116" fmla="*/ 5605949 h 5641173"/>
              <a:gd name="connsiteX117" fmla="*/ 7433806 w 11243827"/>
              <a:gd name="connsiteY117" fmla="*/ 5604945 h 5641173"/>
              <a:gd name="connsiteX118" fmla="*/ 7412693 w 11243827"/>
              <a:gd name="connsiteY118" fmla="*/ 5607075 h 5641173"/>
              <a:gd name="connsiteX119" fmla="*/ 7407159 w 11243827"/>
              <a:gd name="connsiteY119" fmla="*/ 5605310 h 5641173"/>
              <a:gd name="connsiteX120" fmla="*/ 7385900 w 11243827"/>
              <a:gd name="connsiteY120" fmla="*/ 5604171 h 5641173"/>
              <a:gd name="connsiteX121" fmla="*/ 7375071 w 11243827"/>
              <a:gd name="connsiteY121" fmla="*/ 5606788 h 5641173"/>
              <a:gd name="connsiteX122" fmla="*/ 7364382 w 11243827"/>
              <a:gd name="connsiteY122" fmla="*/ 5600762 h 5641173"/>
              <a:gd name="connsiteX123" fmla="*/ 7361770 w 11243827"/>
              <a:gd name="connsiteY123" fmla="*/ 5596347 h 5641173"/>
              <a:gd name="connsiteX124" fmla="*/ 7346641 w 11243827"/>
              <a:gd name="connsiteY124" fmla="*/ 5598329 h 5641173"/>
              <a:gd name="connsiteX125" fmla="*/ 7334238 w 11243827"/>
              <a:gd name="connsiteY125" fmla="*/ 5594014 h 5641173"/>
              <a:gd name="connsiteX126" fmla="*/ 7323426 w 11243827"/>
              <a:gd name="connsiteY126" fmla="*/ 5596835 h 5641173"/>
              <a:gd name="connsiteX127" fmla="*/ 7318938 w 11243827"/>
              <a:gd name="connsiteY127" fmla="*/ 5596200 h 5641173"/>
              <a:gd name="connsiteX128" fmla="*/ 7307784 w 11243827"/>
              <a:gd name="connsiteY128" fmla="*/ 5594065 h 5641173"/>
              <a:gd name="connsiteX129" fmla="*/ 7288540 w 11243827"/>
              <a:gd name="connsiteY129" fmla="*/ 5589320 h 5641173"/>
              <a:gd name="connsiteX130" fmla="*/ 7282537 w 11243827"/>
              <a:gd name="connsiteY130" fmla="*/ 5588660 h 5641173"/>
              <a:gd name="connsiteX131" fmla="*/ 7269466 w 11243827"/>
              <a:gd name="connsiteY131" fmla="*/ 5581404 h 5641173"/>
              <a:gd name="connsiteX132" fmla="*/ 7244165 w 11243827"/>
              <a:gd name="connsiteY132" fmla="*/ 5575200 h 5641173"/>
              <a:gd name="connsiteX133" fmla="*/ 7199619 w 11243827"/>
              <a:gd name="connsiteY133" fmla="*/ 5553550 h 5641173"/>
              <a:gd name="connsiteX134" fmla="*/ 7173434 w 11243827"/>
              <a:gd name="connsiteY134" fmla="*/ 5543219 h 5641173"/>
              <a:gd name="connsiteX135" fmla="*/ 7155718 w 11243827"/>
              <a:gd name="connsiteY135" fmla="*/ 5533697 h 5641173"/>
              <a:gd name="connsiteX136" fmla="*/ 7103430 w 11243827"/>
              <a:gd name="connsiteY136" fmla="*/ 5520249 h 5641173"/>
              <a:gd name="connsiteX137" fmla="*/ 7013746 w 11243827"/>
              <a:gd name="connsiteY137" fmla="*/ 5502470 h 5641173"/>
              <a:gd name="connsiteX138" fmla="*/ 6995379 w 11243827"/>
              <a:gd name="connsiteY138" fmla="*/ 5497693 h 5641173"/>
              <a:gd name="connsiteX139" fmla="*/ 6982475 w 11243827"/>
              <a:gd name="connsiteY139" fmla="*/ 5489641 h 5641173"/>
              <a:gd name="connsiteX140" fmla="*/ 6981994 w 11243827"/>
              <a:gd name="connsiteY140" fmla="*/ 5484335 h 5641173"/>
              <a:gd name="connsiteX141" fmla="*/ 6972355 w 11243827"/>
              <a:gd name="connsiteY141" fmla="*/ 5481074 h 5641173"/>
              <a:gd name="connsiteX142" fmla="*/ 6970394 w 11243827"/>
              <a:gd name="connsiteY142" fmla="*/ 5479383 h 5641173"/>
              <a:gd name="connsiteX143" fmla="*/ 6958543 w 11243827"/>
              <a:gd name="connsiteY143" fmla="*/ 5470507 h 5641173"/>
              <a:gd name="connsiteX144" fmla="*/ 6918276 w 11243827"/>
              <a:gd name="connsiteY144" fmla="*/ 5472034 h 5641173"/>
              <a:gd name="connsiteX145" fmla="*/ 6881046 w 11243827"/>
              <a:gd name="connsiteY145" fmla="*/ 5457070 h 5641173"/>
              <a:gd name="connsiteX146" fmla="*/ 6752164 w 11243827"/>
              <a:gd name="connsiteY146" fmla="*/ 5425021 h 5641173"/>
              <a:gd name="connsiteX147" fmla="*/ 6724964 w 11243827"/>
              <a:gd name="connsiteY147" fmla="*/ 5414071 h 5641173"/>
              <a:gd name="connsiteX148" fmla="*/ 6683286 w 11243827"/>
              <a:gd name="connsiteY148" fmla="*/ 5432830 h 5641173"/>
              <a:gd name="connsiteX149" fmla="*/ 6644277 w 11243827"/>
              <a:gd name="connsiteY149" fmla="*/ 5429684 h 5641173"/>
              <a:gd name="connsiteX150" fmla="*/ 6532914 w 11243827"/>
              <a:gd name="connsiteY150" fmla="*/ 5431205 h 5641173"/>
              <a:gd name="connsiteX151" fmla="*/ 6307459 w 11243827"/>
              <a:gd name="connsiteY151" fmla="*/ 5467087 h 5641173"/>
              <a:gd name="connsiteX152" fmla="*/ 6196243 w 11243827"/>
              <a:gd name="connsiteY152" fmla="*/ 5515042 h 5641173"/>
              <a:gd name="connsiteX153" fmla="*/ 6099124 w 11243827"/>
              <a:gd name="connsiteY153" fmla="*/ 5516848 h 5641173"/>
              <a:gd name="connsiteX154" fmla="*/ 6016077 w 11243827"/>
              <a:gd name="connsiteY154" fmla="*/ 5528642 h 5641173"/>
              <a:gd name="connsiteX155" fmla="*/ 6004389 w 11243827"/>
              <a:gd name="connsiteY155" fmla="*/ 5531206 h 5641173"/>
              <a:gd name="connsiteX156" fmla="*/ 5933945 w 11243827"/>
              <a:gd name="connsiteY156" fmla="*/ 5538840 h 5641173"/>
              <a:gd name="connsiteX157" fmla="*/ 5883936 w 11243827"/>
              <a:gd name="connsiteY157" fmla="*/ 5553807 h 5641173"/>
              <a:gd name="connsiteX158" fmla="*/ 5798331 w 11243827"/>
              <a:gd name="connsiteY158" fmla="*/ 5564248 h 5641173"/>
              <a:gd name="connsiteX159" fmla="*/ 5712738 w 11243827"/>
              <a:gd name="connsiteY159" fmla="*/ 5573120 h 5641173"/>
              <a:gd name="connsiteX160" fmla="*/ 5681342 w 11243827"/>
              <a:gd name="connsiteY160" fmla="*/ 5575621 h 5641173"/>
              <a:gd name="connsiteX161" fmla="*/ 5627167 w 11243827"/>
              <a:gd name="connsiteY161" fmla="*/ 5583215 h 5641173"/>
              <a:gd name="connsiteX162" fmla="*/ 5591414 w 11243827"/>
              <a:gd name="connsiteY162" fmla="*/ 5587695 h 5641173"/>
              <a:gd name="connsiteX163" fmla="*/ 5583028 w 11243827"/>
              <a:gd name="connsiteY163" fmla="*/ 5580877 h 5641173"/>
              <a:gd name="connsiteX164" fmla="*/ 5549426 w 11243827"/>
              <a:gd name="connsiteY164" fmla="*/ 5582858 h 5641173"/>
              <a:gd name="connsiteX165" fmla="*/ 5519999 w 11243827"/>
              <a:gd name="connsiteY165" fmla="*/ 5592246 h 5641173"/>
              <a:gd name="connsiteX166" fmla="*/ 5480028 w 11243827"/>
              <a:gd name="connsiteY166" fmla="*/ 5597282 h 5641173"/>
              <a:gd name="connsiteX167" fmla="*/ 5456175 w 11243827"/>
              <a:gd name="connsiteY167" fmla="*/ 5600371 h 5641173"/>
              <a:gd name="connsiteX168" fmla="*/ 5388463 w 11243827"/>
              <a:gd name="connsiteY168" fmla="*/ 5602638 h 5641173"/>
              <a:gd name="connsiteX169" fmla="*/ 5265898 w 11243827"/>
              <a:gd name="connsiteY169" fmla="*/ 5591830 h 5641173"/>
              <a:gd name="connsiteX170" fmla="*/ 5231231 w 11243827"/>
              <a:gd name="connsiteY170" fmla="*/ 5592790 h 5641173"/>
              <a:gd name="connsiteX171" fmla="*/ 5226996 w 11243827"/>
              <a:gd name="connsiteY171" fmla="*/ 5595040 h 5641173"/>
              <a:gd name="connsiteX172" fmla="*/ 5175988 w 11243827"/>
              <a:gd name="connsiteY172" fmla="*/ 5588131 h 5641173"/>
              <a:gd name="connsiteX173" fmla="*/ 5107470 w 11243827"/>
              <a:gd name="connsiteY173" fmla="*/ 5594771 h 5641173"/>
              <a:gd name="connsiteX174" fmla="*/ 5027868 w 11243827"/>
              <a:gd name="connsiteY174" fmla="*/ 5605624 h 5641173"/>
              <a:gd name="connsiteX175" fmla="*/ 5007324 w 11243827"/>
              <a:gd name="connsiteY175" fmla="*/ 5609209 h 5641173"/>
              <a:gd name="connsiteX176" fmla="*/ 4952559 w 11243827"/>
              <a:gd name="connsiteY176" fmla="*/ 5611402 h 5641173"/>
              <a:gd name="connsiteX177" fmla="*/ 4826081 w 11243827"/>
              <a:gd name="connsiteY177" fmla="*/ 5616191 h 5641173"/>
              <a:gd name="connsiteX178" fmla="*/ 4823501 w 11243827"/>
              <a:gd name="connsiteY178" fmla="*/ 5619174 h 5641173"/>
              <a:gd name="connsiteX179" fmla="*/ 4813093 w 11243827"/>
              <a:gd name="connsiteY179" fmla="*/ 5620026 h 5641173"/>
              <a:gd name="connsiteX180" fmla="*/ 4810563 w 11243827"/>
              <a:gd name="connsiteY180" fmla="*/ 5620787 h 5641173"/>
              <a:gd name="connsiteX181" fmla="*/ 4795818 w 11243827"/>
              <a:gd name="connsiteY181" fmla="*/ 5624618 h 5641173"/>
              <a:gd name="connsiteX182" fmla="*/ 4758404 w 11243827"/>
              <a:gd name="connsiteY182" fmla="*/ 5619510 h 5641173"/>
              <a:gd name="connsiteX183" fmla="*/ 4717254 w 11243827"/>
              <a:gd name="connsiteY183" fmla="*/ 5624155 h 5641173"/>
              <a:gd name="connsiteX184" fmla="*/ 4591958 w 11243827"/>
              <a:gd name="connsiteY184" fmla="*/ 5624710 h 5641173"/>
              <a:gd name="connsiteX185" fmla="*/ 4476215 w 11243827"/>
              <a:gd name="connsiteY185" fmla="*/ 5628210 h 5641173"/>
              <a:gd name="connsiteX186" fmla="*/ 4425193 w 11243827"/>
              <a:gd name="connsiteY186" fmla="*/ 5627414 h 5641173"/>
              <a:gd name="connsiteX187" fmla="*/ 4383866 w 11243827"/>
              <a:gd name="connsiteY187" fmla="*/ 5626546 h 5641173"/>
              <a:gd name="connsiteX188" fmla="*/ 4385596 w 11243827"/>
              <a:gd name="connsiteY188" fmla="*/ 5634646 h 5641173"/>
              <a:gd name="connsiteX189" fmla="*/ 4360864 w 11243827"/>
              <a:gd name="connsiteY189" fmla="*/ 5641173 h 5641173"/>
              <a:gd name="connsiteX190" fmla="*/ 4328321 w 11243827"/>
              <a:gd name="connsiteY190" fmla="*/ 5626332 h 5641173"/>
              <a:gd name="connsiteX191" fmla="*/ 4309842 w 11243827"/>
              <a:gd name="connsiteY191" fmla="*/ 5626471 h 5641173"/>
              <a:gd name="connsiteX192" fmla="*/ 4277424 w 11243827"/>
              <a:gd name="connsiteY192" fmla="*/ 5631598 h 5641173"/>
              <a:gd name="connsiteX193" fmla="*/ 4266627 w 11243827"/>
              <a:gd name="connsiteY193" fmla="*/ 5633969 h 5641173"/>
              <a:gd name="connsiteX194" fmla="*/ 4185525 w 11243827"/>
              <a:gd name="connsiteY194" fmla="*/ 5617508 h 5641173"/>
              <a:gd name="connsiteX195" fmla="*/ 4177617 w 11243827"/>
              <a:gd name="connsiteY195" fmla="*/ 5610903 h 5641173"/>
              <a:gd name="connsiteX196" fmla="*/ 4136948 w 11243827"/>
              <a:gd name="connsiteY196" fmla="*/ 5608031 h 5641173"/>
              <a:gd name="connsiteX197" fmla="*/ 4132323 w 11243827"/>
              <a:gd name="connsiteY197" fmla="*/ 5609784 h 5641173"/>
              <a:gd name="connsiteX198" fmla="*/ 4098620 w 11243827"/>
              <a:gd name="connsiteY198" fmla="*/ 5599672 h 5641173"/>
              <a:gd name="connsiteX199" fmla="*/ 3963475 w 11243827"/>
              <a:gd name="connsiteY199" fmla="*/ 5581841 h 5641173"/>
              <a:gd name="connsiteX200" fmla="*/ 3703613 w 11243827"/>
              <a:gd name="connsiteY200" fmla="*/ 5572482 h 5641173"/>
              <a:gd name="connsiteX201" fmla="*/ 3432987 w 11243827"/>
              <a:gd name="connsiteY201" fmla="*/ 5545768 h 5641173"/>
              <a:gd name="connsiteX202" fmla="*/ 3176381 w 11243827"/>
              <a:gd name="connsiteY202" fmla="*/ 5556110 h 5641173"/>
              <a:gd name="connsiteX203" fmla="*/ 2710156 w 11243827"/>
              <a:gd name="connsiteY203" fmla="*/ 5527517 h 5641173"/>
              <a:gd name="connsiteX204" fmla="*/ 2550206 w 11243827"/>
              <a:gd name="connsiteY204" fmla="*/ 5524958 h 5641173"/>
              <a:gd name="connsiteX205" fmla="*/ 2443041 w 11243827"/>
              <a:gd name="connsiteY205" fmla="*/ 5523990 h 5641173"/>
              <a:gd name="connsiteX206" fmla="*/ 2435613 w 11243827"/>
              <a:gd name="connsiteY206" fmla="*/ 5526704 h 5641173"/>
              <a:gd name="connsiteX207" fmla="*/ 2405682 w 11243827"/>
              <a:gd name="connsiteY207" fmla="*/ 5528307 h 5641173"/>
              <a:gd name="connsiteX208" fmla="*/ 2397487 w 11243827"/>
              <a:gd name="connsiteY208" fmla="*/ 5540337 h 5641173"/>
              <a:gd name="connsiteX209" fmla="*/ 2297454 w 11243827"/>
              <a:gd name="connsiteY209" fmla="*/ 5550765 h 5641173"/>
              <a:gd name="connsiteX210" fmla="*/ 2056700 w 11243827"/>
              <a:gd name="connsiteY210" fmla="*/ 5555489 h 5641173"/>
              <a:gd name="connsiteX211" fmla="*/ 1878530 w 11243827"/>
              <a:gd name="connsiteY211" fmla="*/ 5535330 h 5641173"/>
              <a:gd name="connsiteX212" fmla="*/ 1859292 w 11243827"/>
              <a:gd name="connsiteY212" fmla="*/ 5535461 h 5641173"/>
              <a:gd name="connsiteX213" fmla="*/ 1835626 w 11243827"/>
              <a:gd name="connsiteY213" fmla="*/ 5533793 h 5641173"/>
              <a:gd name="connsiteX214" fmla="*/ 1798939 w 11243827"/>
              <a:gd name="connsiteY214" fmla="*/ 5540285 h 5641173"/>
              <a:gd name="connsiteX215" fmla="*/ 1779046 w 11243827"/>
              <a:gd name="connsiteY215" fmla="*/ 5549949 h 5641173"/>
              <a:gd name="connsiteX216" fmla="*/ 1772421 w 11243827"/>
              <a:gd name="connsiteY216" fmla="*/ 5549018 h 5641173"/>
              <a:gd name="connsiteX217" fmla="*/ 1772052 w 11243827"/>
              <a:gd name="connsiteY217" fmla="*/ 5545689 h 5641173"/>
              <a:gd name="connsiteX218" fmla="*/ 1711543 w 11243827"/>
              <a:gd name="connsiteY218" fmla="*/ 5534558 h 5641173"/>
              <a:gd name="connsiteX219" fmla="*/ 1631462 w 11243827"/>
              <a:gd name="connsiteY219" fmla="*/ 5491807 h 5641173"/>
              <a:gd name="connsiteX220" fmla="*/ 1538763 w 11243827"/>
              <a:gd name="connsiteY220" fmla="*/ 5482781 h 5641173"/>
              <a:gd name="connsiteX221" fmla="*/ 1501533 w 11243827"/>
              <a:gd name="connsiteY221" fmla="*/ 5467817 h 5641173"/>
              <a:gd name="connsiteX222" fmla="*/ 1461266 w 11243827"/>
              <a:gd name="connsiteY222" fmla="*/ 5469343 h 5641173"/>
              <a:gd name="connsiteX223" fmla="*/ 1449415 w 11243827"/>
              <a:gd name="connsiteY223" fmla="*/ 5460467 h 5641173"/>
              <a:gd name="connsiteX224" fmla="*/ 1447454 w 11243827"/>
              <a:gd name="connsiteY224" fmla="*/ 5458776 h 5641173"/>
              <a:gd name="connsiteX225" fmla="*/ 1437814 w 11243827"/>
              <a:gd name="connsiteY225" fmla="*/ 5455515 h 5641173"/>
              <a:gd name="connsiteX226" fmla="*/ 1437334 w 11243827"/>
              <a:gd name="connsiteY226" fmla="*/ 5450209 h 5641173"/>
              <a:gd name="connsiteX227" fmla="*/ 1424429 w 11243827"/>
              <a:gd name="connsiteY227" fmla="*/ 5442157 h 5641173"/>
              <a:gd name="connsiteX228" fmla="*/ 1406063 w 11243827"/>
              <a:gd name="connsiteY228" fmla="*/ 5437380 h 5641173"/>
              <a:gd name="connsiteX229" fmla="*/ 1316379 w 11243827"/>
              <a:gd name="connsiteY229" fmla="*/ 5419601 h 5641173"/>
              <a:gd name="connsiteX230" fmla="*/ 1264090 w 11243827"/>
              <a:gd name="connsiteY230" fmla="*/ 5406153 h 5641173"/>
              <a:gd name="connsiteX231" fmla="*/ 1246374 w 11243827"/>
              <a:gd name="connsiteY231" fmla="*/ 5396631 h 5641173"/>
              <a:gd name="connsiteX232" fmla="*/ 1220190 w 11243827"/>
              <a:gd name="connsiteY232" fmla="*/ 5386301 h 5641173"/>
              <a:gd name="connsiteX233" fmla="*/ 1175643 w 11243827"/>
              <a:gd name="connsiteY233" fmla="*/ 5364651 h 5641173"/>
              <a:gd name="connsiteX234" fmla="*/ 1150342 w 11243827"/>
              <a:gd name="connsiteY234" fmla="*/ 5358447 h 5641173"/>
              <a:gd name="connsiteX235" fmla="*/ 1112024 w 11243827"/>
              <a:gd name="connsiteY235" fmla="*/ 5345786 h 5641173"/>
              <a:gd name="connsiteX236" fmla="*/ 1100870 w 11243827"/>
              <a:gd name="connsiteY236" fmla="*/ 5343651 h 5641173"/>
              <a:gd name="connsiteX237" fmla="*/ 1096383 w 11243827"/>
              <a:gd name="connsiteY237" fmla="*/ 5343015 h 5641173"/>
              <a:gd name="connsiteX238" fmla="*/ 1058039 w 11243827"/>
              <a:gd name="connsiteY238" fmla="*/ 5343504 h 5641173"/>
              <a:gd name="connsiteX239" fmla="*/ 1055426 w 11243827"/>
              <a:gd name="connsiteY239" fmla="*/ 5339088 h 5641173"/>
              <a:gd name="connsiteX240" fmla="*/ 1044738 w 11243827"/>
              <a:gd name="connsiteY240" fmla="*/ 5333063 h 5641173"/>
              <a:gd name="connsiteX241" fmla="*/ 1033909 w 11243827"/>
              <a:gd name="connsiteY241" fmla="*/ 5335680 h 5641173"/>
              <a:gd name="connsiteX242" fmla="*/ 1012649 w 11243827"/>
              <a:gd name="connsiteY242" fmla="*/ 5334541 h 5641173"/>
              <a:gd name="connsiteX243" fmla="*/ 1007115 w 11243827"/>
              <a:gd name="connsiteY243" fmla="*/ 5332775 h 5641173"/>
              <a:gd name="connsiteX244" fmla="*/ 987447 w 11243827"/>
              <a:gd name="connsiteY244" fmla="*/ 5346462 h 5641173"/>
              <a:gd name="connsiteX245" fmla="*/ 953418 w 11243827"/>
              <a:gd name="connsiteY245" fmla="*/ 5333901 h 5641173"/>
              <a:gd name="connsiteX246" fmla="*/ 916854 w 11243827"/>
              <a:gd name="connsiteY246" fmla="*/ 5329435 h 5641173"/>
              <a:gd name="connsiteX247" fmla="*/ 905651 w 11243827"/>
              <a:gd name="connsiteY247" fmla="*/ 5332114 h 5641173"/>
              <a:gd name="connsiteX248" fmla="*/ 838405 w 11243827"/>
              <a:gd name="connsiteY248" fmla="*/ 5339470 h 5641173"/>
              <a:gd name="connsiteX249" fmla="*/ 817627 w 11243827"/>
              <a:gd name="connsiteY249" fmla="*/ 5330580 h 5641173"/>
              <a:gd name="connsiteX250" fmla="*/ 801817 w 11243827"/>
              <a:gd name="connsiteY250" fmla="*/ 5325937 h 5641173"/>
              <a:gd name="connsiteX251" fmla="*/ 798857 w 11243827"/>
              <a:gd name="connsiteY251" fmla="*/ 5320979 h 5641173"/>
              <a:gd name="connsiteX252" fmla="*/ 788354 w 11243827"/>
              <a:gd name="connsiteY252" fmla="*/ 5320143 h 5641173"/>
              <a:gd name="connsiteX253" fmla="*/ 785726 w 11243827"/>
              <a:gd name="connsiteY253" fmla="*/ 5318989 h 5641173"/>
              <a:gd name="connsiteX254" fmla="*/ 770507 w 11243827"/>
              <a:gd name="connsiteY254" fmla="*/ 5313309 h 5641173"/>
              <a:gd name="connsiteX255" fmla="*/ 733810 w 11243827"/>
              <a:gd name="connsiteY255" fmla="*/ 5324286 h 5641173"/>
              <a:gd name="connsiteX256" fmla="*/ 692117 w 11243827"/>
              <a:gd name="connsiteY256" fmla="*/ 5318786 h 5641173"/>
              <a:gd name="connsiteX257" fmla="*/ 574943 w 11243827"/>
              <a:gd name="connsiteY257" fmla="*/ 5327578 h 5641173"/>
              <a:gd name="connsiteX258" fmla="*/ 441302 w 11243827"/>
              <a:gd name="connsiteY258" fmla="*/ 5307062 h 5641173"/>
              <a:gd name="connsiteX259" fmla="*/ 336819 w 11243827"/>
              <a:gd name="connsiteY259" fmla="*/ 5336690 h 5641173"/>
              <a:gd name="connsiteX260" fmla="*/ 270932 w 11243827"/>
              <a:gd name="connsiteY260" fmla="*/ 5345451 h 5641173"/>
              <a:gd name="connsiteX261" fmla="*/ 194189 w 11243827"/>
              <a:gd name="connsiteY261" fmla="*/ 5343588 h 5641173"/>
              <a:gd name="connsiteX262" fmla="*/ 192552 w 11243827"/>
              <a:gd name="connsiteY262" fmla="*/ 5342845 h 5641173"/>
              <a:gd name="connsiteX263" fmla="*/ 178320 w 11243827"/>
              <a:gd name="connsiteY263" fmla="*/ 5343766 h 5641173"/>
              <a:gd name="connsiteX264" fmla="*/ 175596 w 11243827"/>
              <a:gd name="connsiteY264" fmla="*/ 5346411 h 5641173"/>
              <a:gd name="connsiteX265" fmla="*/ 147287 w 11243827"/>
              <a:gd name="connsiteY265" fmla="*/ 5352625 h 5641173"/>
              <a:gd name="connsiteX266" fmla="*/ 114847 w 11243827"/>
              <a:gd name="connsiteY266" fmla="*/ 5355844 h 5641173"/>
              <a:gd name="connsiteX267" fmla="*/ 114306 w 11243827"/>
              <a:gd name="connsiteY267" fmla="*/ 5354983 h 5641173"/>
              <a:gd name="connsiteX268" fmla="*/ 89264 w 11243827"/>
              <a:gd name="connsiteY268" fmla="*/ 5348886 h 5641173"/>
              <a:gd name="connsiteX269" fmla="*/ 49794 w 11243827"/>
              <a:gd name="connsiteY269" fmla="*/ 5329950 h 5641173"/>
              <a:gd name="connsiteX270" fmla="*/ 19924 w 11243827"/>
              <a:gd name="connsiteY270" fmla="*/ 5334282 h 5641173"/>
              <a:gd name="connsiteX271" fmla="*/ 13819 w 11243827"/>
              <a:gd name="connsiteY271" fmla="*/ 5334653 h 5641173"/>
              <a:gd name="connsiteX272" fmla="*/ 13657 w 11243827"/>
              <a:gd name="connsiteY272" fmla="*/ 5334455 h 5641173"/>
              <a:gd name="connsiteX273" fmla="*/ 7139 w 11243827"/>
              <a:gd name="connsiteY273" fmla="*/ 5334438 h 5641173"/>
              <a:gd name="connsiteX274" fmla="*/ 2684 w 11243827"/>
              <a:gd name="connsiteY274" fmla="*/ 5335333 h 5641173"/>
              <a:gd name="connsiteX275" fmla="*/ 0 w 11243827"/>
              <a:gd name="connsiteY275" fmla="*/ 5335496 h 5641173"/>
              <a:gd name="connsiteX276" fmla="*/ 0 w 11243827"/>
              <a:gd name="connsiteY276" fmla="*/ 10592 h 5641173"/>
              <a:gd name="connsiteX277" fmla="*/ 11243827 w 11243827"/>
              <a:gd name="connsiteY277" fmla="*/ 0 h 564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11243827" h="5641173">
                <a:moveTo>
                  <a:pt x="11243827" y="0"/>
                </a:moveTo>
                <a:lnTo>
                  <a:pt x="11243827" y="5209610"/>
                </a:lnTo>
                <a:lnTo>
                  <a:pt x="11240675" y="5210442"/>
                </a:lnTo>
                <a:cubicBezTo>
                  <a:pt x="11212687" y="5216721"/>
                  <a:pt x="11197241" y="5217028"/>
                  <a:pt x="11179959" y="5221199"/>
                </a:cubicBezTo>
                <a:cubicBezTo>
                  <a:pt x="11151979" y="5230882"/>
                  <a:pt x="11122378" y="5252850"/>
                  <a:pt x="11105493" y="5259905"/>
                </a:cubicBezTo>
                <a:lnTo>
                  <a:pt x="11078640" y="5263531"/>
                </a:lnTo>
                <a:lnTo>
                  <a:pt x="11079616" y="5270380"/>
                </a:lnTo>
                <a:lnTo>
                  <a:pt x="11069641" y="5270884"/>
                </a:lnTo>
                <a:lnTo>
                  <a:pt x="11047377" y="5271051"/>
                </a:lnTo>
                <a:cubicBezTo>
                  <a:pt x="11033483" y="5272087"/>
                  <a:pt x="10994850" y="5270445"/>
                  <a:pt x="10980705" y="5272951"/>
                </a:cubicBezTo>
                <a:cubicBezTo>
                  <a:pt x="10976625" y="5280257"/>
                  <a:pt x="10970327" y="5284239"/>
                  <a:pt x="10962514" y="5286084"/>
                </a:cubicBezTo>
                <a:lnTo>
                  <a:pt x="10945307" y="5286290"/>
                </a:lnTo>
                <a:lnTo>
                  <a:pt x="10845516" y="5303894"/>
                </a:lnTo>
                <a:lnTo>
                  <a:pt x="10831795" y="5305210"/>
                </a:lnTo>
                <a:lnTo>
                  <a:pt x="10824365" y="5311111"/>
                </a:lnTo>
                <a:cubicBezTo>
                  <a:pt x="10818692" y="5312290"/>
                  <a:pt x="10802397" y="5311529"/>
                  <a:pt x="10797756" y="5312285"/>
                </a:cubicBezTo>
                <a:lnTo>
                  <a:pt x="10796525" y="5315645"/>
                </a:lnTo>
                <a:cubicBezTo>
                  <a:pt x="10781742" y="5321013"/>
                  <a:pt x="10726138" y="5338890"/>
                  <a:pt x="10709063" y="5344492"/>
                </a:cubicBezTo>
                <a:cubicBezTo>
                  <a:pt x="10705652" y="5339328"/>
                  <a:pt x="10698014" y="5347484"/>
                  <a:pt x="10694078" y="5349258"/>
                </a:cubicBezTo>
                <a:cubicBezTo>
                  <a:pt x="10693469" y="5345779"/>
                  <a:pt x="10683941" y="5344718"/>
                  <a:pt x="10681131" y="5347812"/>
                </a:cubicBezTo>
                <a:cubicBezTo>
                  <a:pt x="10614153" y="5364782"/>
                  <a:pt x="10647679" y="5329716"/>
                  <a:pt x="10609448" y="5351931"/>
                </a:cubicBezTo>
                <a:cubicBezTo>
                  <a:pt x="10602685" y="5353403"/>
                  <a:pt x="10597204" y="5352000"/>
                  <a:pt x="10592397" y="5349402"/>
                </a:cubicBezTo>
                <a:lnTo>
                  <a:pt x="10585227" y="5344063"/>
                </a:lnTo>
                <a:lnTo>
                  <a:pt x="10557472" y="5354151"/>
                </a:lnTo>
                <a:cubicBezTo>
                  <a:pt x="10543800" y="5357667"/>
                  <a:pt x="10529411" y="5359999"/>
                  <a:pt x="10514646" y="5361064"/>
                </a:cubicBezTo>
                <a:cubicBezTo>
                  <a:pt x="10511333" y="5353956"/>
                  <a:pt x="10499744" y="5364054"/>
                  <a:pt x="10494292" y="5366054"/>
                </a:cubicBezTo>
                <a:cubicBezTo>
                  <a:pt x="10494236" y="5361412"/>
                  <a:pt x="10482156" y="5359187"/>
                  <a:pt x="10477869" y="5363025"/>
                </a:cubicBezTo>
                <a:cubicBezTo>
                  <a:pt x="10387782" y="5379617"/>
                  <a:pt x="10438473" y="5336257"/>
                  <a:pt x="10384411" y="5362257"/>
                </a:cubicBezTo>
                <a:cubicBezTo>
                  <a:pt x="10375368" y="5363613"/>
                  <a:pt x="10368582" y="5361287"/>
                  <a:pt x="10362921" y="5357444"/>
                </a:cubicBezTo>
                <a:lnTo>
                  <a:pt x="10352736" y="5347851"/>
                </a:lnTo>
                <a:lnTo>
                  <a:pt x="10344754" y="5351272"/>
                </a:lnTo>
                <a:cubicBezTo>
                  <a:pt x="10314632" y="5351540"/>
                  <a:pt x="10305751" y="5341709"/>
                  <a:pt x="10288226" y="5351613"/>
                </a:cubicBezTo>
                <a:cubicBezTo>
                  <a:pt x="10262327" y="5331026"/>
                  <a:pt x="10271048" y="5349560"/>
                  <a:pt x="10251350" y="5352711"/>
                </a:cubicBezTo>
                <a:cubicBezTo>
                  <a:pt x="10235810" y="5356816"/>
                  <a:pt x="10264339" y="5364714"/>
                  <a:pt x="10249108" y="5365881"/>
                </a:cubicBezTo>
                <a:cubicBezTo>
                  <a:pt x="10232632" y="5360566"/>
                  <a:pt x="10233406" y="5377073"/>
                  <a:pt x="10216272" y="5370573"/>
                </a:cubicBezTo>
                <a:cubicBezTo>
                  <a:pt x="10220434" y="5358137"/>
                  <a:pt x="10182459" y="5372984"/>
                  <a:pt x="10181278" y="5362119"/>
                </a:cubicBezTo>
                <a:cubicBezTo>
                  <a:pt x="10166724" y="5377655"/>
                  <a:pt x="10159412" y="5358516"/>
                  <a:pt x="10140033" y="5363304"/>
                </a:cubicBezTo>
                <a:cubicBezTo>
                  <a:pt x="10130907" y="5369181"/>
                  <a:pt x="10124323" y="5370190"/>
                  <a:pt x="10115353" y="5363869"/>
                </a:cubicBezTo>
                <a:cubicBezTo>
                  <a:pt x="10073314" y="5392482"/>
                  <a:pt x="10089920" y="5365150"/>
                  <a:pt x="10050578" y="5376153"/>
                </a:cubicBezTo>
                <a:cubicBezTo>
                  <a:pt x="10016683" y="5387725"/>
                  <a:pt x="9978260" y="5395233"/>
                  <a:pt x="9945478" y="5422859"/>
                </a:cubicBezTo>
                <a:cubicBezTo>
                  <a:pt x="9939461" y="5430686"/>
                  <a:pt x="9924686" y="5433649"/>
                  <a:pt x="9912481" y="5429477"/>
                </a:cubicBezTo>
                <a:cubicBezTo>
                  <a:pt x="9910384" y="5428759"/>
                  <a:pt x="9908438" y="5427851"/>
                  <a:pt x="9906713" y="5426784"/>
                </a:cubicBezTo>
                <a:cubicBezTo>
                  <a:pt x="9878372" y="5431011"/>
                  <a:pt x="9774714" y="5449885"/>
                  <a:pt x="9742436" y="5454834"/>
                </a:cubicBezTo>
                <a:cubicBezTo>
                  <a:pt x="9739822" y="5444779"/>
                  <a:pt x="9723500" y="5462923"/>
                  <a:pt x="9713044" y="5456476"/>
                </a:cubicBezTo>
                <a:cubicBezTo>
                  <a:pt x="9705555" y="5450821"/>
                  <a:pt x="9698855" y="5455006"/>
                  <a:pt x="9691033" y="5455451"/>
                </a:cubicBezTo>
                <a:cubicBezTo>
                  <a:pt x="9680728" y="5451004"/>
                  <a:pt x="9647117" y="5459035"/>
                  <a:pt x="9638355" y="5464794"/>
                </a:cubicBezTo>
                <a:cubicBezTo>
                  <a:pt x="9617415" y="5484808"/>
                  <a:pt x="9569832" y="5469945"/>
                  <a:pt x="9552434" y="5485280"/>
                </a:cubicBezTo>
                <a:cubicBezTo>
                  <a:pt x="9546122" y="5487529"/>
                  <a:pt x="9539945" y="5488440"/>
                  <a:pt x="9533883" y="5488516"/>
                </a:cubicBezTo>
                <a:lnTo>
                  <a:pt x="9516916" y="5486828"/>
                </a:lnTo>
                <a:lnTo>
                  <a:pt x="9512093" y="5482541"/>
                </a:lnTo>
                <a:lnTo>
                  <a:pt x="9501725" y="5483603"/>
                </a:lnTo>
                <a:lnTo>
                  <a:pt x="9498754" y="5482951"/>
                </a:lnTo>
                <a:cubicBezTo>
                  <a:pt x="9493078" y="5481686"/>
                  <a:pt x="9487476" y="5480586"/>
                  <a:pt x="9481932" y="5480151"/>
                </a:cubicBezTo>
                <a:cubicBezTo>
                  <a:pt x="9489223" y="5501646"/>
                  <a:pt x="9435971" y="5479991"/>
                  <a:pt x="9451321" y="5497375"/>
                </a:cubicBezTo>
                <a:cubicBezTo>
                  <a:pt x="9422124" y="5498722"/>
                  <a:pt x="9444395" y="5514914"/>
                  <a:pt x="9409298" y="5499478"/>
                </a:cubicBezTo>
                <a:cubicBezTo>
                  <a:pt x="9363968" y="5517055"/>
                  <a:pt x="9350073" y="5507226"/>
                  <a:pt x="9303056" y="5519093"/>
                </a:cubicBezTo>
                <a:cubicBezTo>
                  <a:pt x="9272929" y="5515489"/>
                  <a:pt x="9242312" y="5519100"/>
                  <a:pt x="9229078" y="5524154"/>
                </a:cubicBezTo>
                <a:cubicBezTo>
                  <a:pt x="9244549" y="5484199"/>
                  <a:pt x="9198133" y="5512463"/>
                  <a:pt x="9165105" y="5532892"/>
                </a:cubicBezTo>
                <a:cubicBezTo>
                  <a:pt x="9128348" y="5546691"/>
                  <a:pt x="9105217" y="5601124"/>
                  <a:pt x="9077301" y="5580356"/>
                </a:cubicBezTo>
                <a:cubicBezTo>
                  <a:pt x="9034770" y="5585424"/>
                  <a:pt x="9004654" y="5606346"/>
                  <a:pt x="8960065" y="5597982"/>
                </a:cubicBezTo>
                <a:cubicBezTo>
                  <a:pt x="8958681" y="5601368"/>
                  <a:pt x="8956414" y="5604204"/>
                  <a:pt x="8953536" y="5606638"/>
                </a:cubicBezTo>
                <a:lnTo>
                  <a:pt x="8943907" y="5612541"/>
                </a:lnTo>
                <a:lnTo>
                  <a:pt x="8942046" y="5612112"/>
                </a:lnTo>
                <a:cubicBezTo>
                  <a:pt x="8934733" y="5612036"/>
                  <a:pt x="8930989" y="5613463"/>
                  <a:pt x="8928824" y="5615549"/>
                </a:cubicBezTo>
                <a:lnTo>
                  <a:pt x="8927294" y="5618607"/>
                </a:lnTo>
                <a:lnTo>
                  <a:pt x="8918651" y="5621688"/>
                </a:lnTo>
                <a:lnTo>
                  <a:pt x="8902772" y="5629703"/>
                </a:lnTo>
                <a:lnTo>
                  <a:pt x="8898724" y="5629379"/>
                </a:lnTo>
                <a:lnTo>
                  <a:pt x="8873099" y="5638628"/>
                </a:lnTo>
                <a:lnTo>
                  <a:pt x="8872234" y="5637889"/>
                </a:lnTo>
                <a:cubicBezTo>
                  <a:pt x="8869712" y="5636443"/>
                  <a:pt x="8866744" y="5635774"/>
                  <a:pt x="8862777" y="5636711"/>
                </a:cubicBezTo>
                <a:cubicBezTo>
                  <a:pt x="8861373" y="5622581"/>
                  <a:pt x="8857449" y="5632426"/>
                  <a:pt x="8845869" y="5636436"/>
                </a:cubicBezTo>
                <a:cubicBezTo>
                  <a:pt x="8841103" y="5615386"/>
                  <a:pt x="8812729" y="5634444"/>
                  <a:pt x="8800548" y="5625084"/>
                </a:cubicBezTo>
                <a:cubicBezTo>
                  <a:pt x="8792146" y="5628504"/>
                  <a:pt x="8783174" y="5631737"/>
                  <a:pt x="8773774" y="5634630"/>
                </a:cubicBezTo>
                <a:lnTo>
                  <a:pt x="8698255" y="5636083"/>
                </a:lnTo>
                <a:lnTo>
                  <a:pt x="8619167" y="5619130"/>
                </a:lnTo>
                <a:cubicBezTo>
                  <a:pt x="8589913" y="5618762"/>
                  <a:pt x="8564581" y="5612466"/>
                  <a:pt x="8539822" y="5616905"/>
                </a:cubicBezTo>
                <a:cubicBezTo>
                  <a:pt x="8529764" y="5612008"/>
                  <a:pt x="8520285" y="5610031"/>
                  <a:pt x="8511094" y="5617360"/>
                </a:cubicBezTo>
                <a:cubicBezTo>
                  <a:pt x="8483794" y="5614914"/>
                  <a:pt x="8477184" y="5604447"/>
                  <a:pt x="8459886" y="5612612"/>
                </a:cubicBezTo>
                <a:cubicBezTo>
                  <a:pt x="8444548" y="5595681"/>
                  <a:pt x="8443640" y="5602142"/>
                  <a:pt x="8436432" y="5606990"/>
                </a:cubicBezTo>
                <a:lnTo>
                  <a:pt x="8435403" y="5607336"/>
                </a:lnTo>
                <a:lnTo>
                  <a:pt x="8433307" y="5604917"/>
                </a:lnTo>
                <a:lnTo>
                  <a:pt x="8428968" y="5603796"/>
                </a:lnTo>
                <a:lnTo>
                  <a:pt x="8417124" y="5604518"/>
                </a:lnTo>
                <a:lnTo>
                  <a:pt x="8412669" y="5605413"/>
                </a:lnTo>
                <a:cubicBezTo>
                  <a:pt x="8409601" y="5605797"/>
                  <a:pt x="8407563" y="5605754"/>
                  <a:pt x="8406152" y="5605396"/>
                </a:cubicBezTo>
                <a:lnTo>
                  <a:pt x="8405989" y="5605197"/>
                </a:lnTo>
                <a:lnTo>
                  <a:pt x="8399884" y="5605568"/>
                </a:lnTo>
                <a:cubicBezTo>
                  <a:pt x="8389582" y="5606652"/>
                  <a:pt x="8379557" y="5608135"/>
                  <a:pt x="8370014" y="5609900"/>
                </a:cubicBezTo>
                <a:cubicBezTo>
                  <a:pt x="8361945" y="5598787"/>
                  <a:pt x="8326685" y="5611914"/>
                  <a:pt x="8330544" y="5590964"/>
                </a:cubicBezTo>
                <a:cubicBezTo>
                  <a:pt x="8317672" y="5592723"/>
                  <a:pt x="8309886" y="5601422"/>
                  <a:pt x="8314221" y="5587682"/>
                </a:cubicBezTo>
                <a:cubicBezTo>
                  <a:pt x="8309983" y="5587866"/>
                  <a:pt x="8307372" y="5586698"/>
                  <a:pt x="8305502" y="5584868"/>
                </a:cubicBezTo>
                <a:lnTo>
                  <a:pt x="8304962" y="5584007"/>
                </a:lnTo>
                <a:lnTo>
                  <a:pt x="8276324" y="5588260"/>
                </a:lnTo>
                <a:lnTo>
                  <a:pt x="8272522" y="5587226"/>
                </a:lnTo>
                <a:lnTo>
                  <a:pt x="8253857" y="5592043"/>
                </a:lnTo>
                <a:lnTo>
                  <a:pt x="8244212" y="5593439"/>
                </a:lnTo>
                <a:lnTo>
                  <a:pt x="8241488" y="5596085"/>
                </a:lnTo>
                <a:cubicBezTo>
                  <a:pt x="8238546" y="5597691"/>
                  <a:pt x="8234330" y="5598384"/>
                  <a:pt x="8227256" y="5597005"/>
                </a:cubicBezTo>
                <a:lnTo>
                  <a:pt x="8225619" y="5596262"/>
                </a:lnTo>
                <a:lnTo>
                  <a:pt x="8213882" y="5600179"/>
                </a:lnTo>
                <a:cubicBezTo>
                  <a:pt x="8210102" y="5601988"/>
                  <a:pt x="8206755" y="5604291"/>
                  <a:pt x="8204045" y="5607275"/>
                </a:cubicBezTo>
                <a:cubicBezTo>
                  <a:pt x="8164079" y="5591326"/>
                  <a:pt x="8126369" y="5605919"/>
                  <a:pt x="8082989" y="5603160"/>
                </a:cubicBezTo>
                <a:cubicBezTo>
                  <a:pt x="8034449" y="5606898"/>
                  <a:pt x="8008954" y="5596936"/>
                  <a:pt x="7976942" y="5598455"/>
                </a:cubicBezTo>
                <a:cubicBezTo>
                  <a:pt x="7962042" y="5600916"/>
                  <a:pt x="7941729" y="5599827"/>
                  <a:pt x="7950121" y="5590893"/>
                </a:cubicBezTo>
                <a:cubicBezTo>
                  <a:pt x="7904855" y="5610014"/>
                  <a:pt x="7778840" y="5612380"/>
                  <a:pt x="7727691" y="5621064"/>
                </a:cubicBezTo>
                <a:cubicBezTo>
                  <a:pt x="7699805" y="5600056"/>
                  <a:pt x="7714922" y="5619495"/>
                  <a:pt x="7685998" y="5615564"/>
                </a:cubicBezTo>
                <a:cubicBezTo>
                  <a:pt x="7693909" y="5634905"/>
                  <a:pt x="7650884" y="5604714"/>
                  <a:pt x="7649302" y="5626541"/>
                </a:cubicBezTo>
                <a:cubicBezTo>
                  <a:pt x="7644089" y="5625134"/>
                  <a:pt x="7639087" y="5623084"/>
                  <a:pt x="7634083" y="5620862"/>
                </a:cubicBezTo>
                <a:lnTo>
                  <a:pt x="7631455" y="5619708"/>
                </a:lnTo>
                <a:lnTo>
                  <a:pt x="7620952" y="5618872"/>
                </a:lnTo>
                <a:lnTo>
                  <a:pt x="7617992" y="5613914"/>
                </a:lnTo>
                <a:lnTo>
                  <a:pt x="7602182" y="5609271"/>
                </a:lnTo>
                <a:cubicBezTo>
                  <a:pt x="7596260" y="5608262"/>
                  <a:pt x="7589888" y="5608028"/>
                  <a:pt x="7582847" y="5609047"/>
                </a:cubicBezTo>
                <a:cubicBezTo>
                  <a:pt x="7565525" y="5617697"/>
                  <a:pt x="7538553" y="5607096"/>
                  <a:pt x="7514158" y="5607737"/>
                </a:cubicBezTo>
                <a:lnTo>
                  <a:pt x="7502955" y="5610415"/>
                </a:lnTo>
                <a:lnTo>
                  <a:pt x="7466391" y="5605949"/>
                </a:lnTo>
                <a:cubicBezTo>
                  <a:pt x="7455982" y="5605083"/>
                  <a:pt x="7445179" y="5604628"/>
                  <a:pt x="7433806" y="5604945"/>
                </a:cubicBezTo>
                <a:lnTo>
                  <a:pt x="7412693" y="5607075"/>
                </a:lnTo>
                <a:lnTo>
                  <a:pt x="7407159" y="5605310"/>
                </a:lnTo>
                <a:cubicBezTo>
                  <a:pt x="7397520" y="5605506"/>
                  <a:pt x="7384763" y="5611721"/>
                  <a:pt x="7385900" y="5604171"/>
                </a:cubicBezTo>
                <a:lnTo>
                  <a:pt x="7375071" y="5606788"/>
                </a:lnTo>
                <a:lnTo>
                  <a:pt x="7364382" y="5600762"/>
                </a:lnTo>
                <a:cubicBezTo>
                  <a:pt x="7363212" y="5599363"/>
                  <a:pt x="7362331" y="5597874"/>
                  <a:pt x="7361770" y="5596347"/>
                </a:cubicBezTo>
                <a:lnTo>
                  <a:pt x="7346641" y="5598329"/>
                </a:lnTo>
                <a:lnTo>
                  <a:pt x="7334238" y="5594014"/>
                </a:lnTo>
                <a:lnTo>
                  <a:pt x="7323426" y="5596835"/>
                </a:lnTo>
                <a:lnTo>
                  <a:pt x="7318938" y="5596200"/>
                </a:lnTo>
                <a:lnTo>
                  <a:pt x="7307784" y="5594065"/>
                </a:lnTo>
                <a:cubicBezTo>
                  <a:pt x="7302066" y="5592568"/>
                  <a:pt x="7295667" y="5590765"/>
                  <a:pt x="7288540" y="5589320"/>
                </a:cubicBezTo>
                <a:lnTo>
                  <a:pt x="7282537" y="5588660"/>
                </a:lnTo>
                <a:lnTo>
                  <a:pt x="7269466" y="5581404"/>
                </a:lnTo>
                <a:cubicBezTo>
                  <a:pt x="7259956" y="5575919"/>
                  <a:pt x="7252471" y="5572223"/>
                  <a:pt x="7244165" y="5575200"/>
                </a:cubicBezTo>
                <a:cubicBezTo>
                  <a:pt x="7230005" y="5568113"/>
                  <a:pt x="7220114" y="5548251"/>
                  <a:pt x="7199619" y="5553550"/>
                </a:cubicBezTo>
                <a:cubicBezTo>
                  <a:pt x="7205839" y="5544552"/>
                  <a:pt x="7176858" y="5552461"/>
                  <a:pt x="7173434" y="5543219"/>
                </a:cubicBezTo>
                <a:cubicBezTo>
                  <a:pt x="7171853" y="5535776"/>
                  <a:pt x="7162694" y="5536440"/>
                  <a:pt x="7155718" y="5533697"/>
                </a:cubicBezTo>
                <a:cubicBezTo>
                  <a:pt x="7150747" y="5526096"/>
                  <a:pt x="7115649" y="5519155"/>
                  <a:pt x="7103430" y="5520249"/>
                </a:cubicBezTo>
                <a:cubicBezTo>
                  <a:pt x="7068988" y="5527813"/>
                  <a:pt x="7041283" y="5497211"/>
                  <a:pt x="7013746" y="5502470"/>
                </a:cubicBezTo>
                <a:cubicBezTo>
                  <a:pt x="7006535" y="5501753"/>
                  <a:pt x="7000557" y="5500031"/>
                  <a:pt x="6995379" y="5497693"/>
                </a:cubicBezTo>
                <a:lnTo>
                  <a:pt x="6982475" y="5489641"/>
                </a:lnTo>
                <a:cubicBezTo>
                  <a:pt x="6982314" y="5487873"/>
                  <a:pt x="6982155" y="5486104"/>
                  <a:pt x="6981994" y="5484335"/>
                </a:cubicBezTo>
                <a:lnTo>
                  <a:pt x="6972355" y="5481074"/>
                </a:lnTo>
                <a:lnTo>
                  <a:pt x="6970394" y="5479383"/>
                </a:lnTo>
                <a:cubicBezTo>
                  <a:pt x="6966663" y="5476135"/>
                  <a:pt x="6962857" y="5473046"/>
                  <a:pt x="6958543" y="5470507"/>
                </a:cubicBezTo>
                <a:cubicBezTo>
                  <a:pt x="6946682" y="5490417"/>
                  <a:pt x="6919886" y="5452192"/>
                  <a:pt x="6918276" y="5472034"/>
                </a:cubicBezTo>
                <a:cubicBezTo>
                  <a:pt x="6892502" y="5461546"/>
                  <a:pt x="6897731" y="5483185"/>
                  <a:pt x="6881046" y="5457070"/>
                </a:cubicBezTo>
                <a:cubicBezTo>
                  <a:pt x="6828055" y="5453051"/>
                  <a:pt x="6839016" y="5431108"/>
                  <a:pt x="6752164" y="5425021"/>
                </a:cubicBezTo>
                <a:cubicBezTo>
                  <a:pt x="6758292" y="5421861"/>
                  <a:pt x="6727733" y="5418470"/>
                  <a:pt x="6724964" y="5414071"/>
                </a:cubicBezTo>
                <a:lnTo>
                  <a:pt x="6683286" y="5432830"/>
                </a:lnTo>
                <a:lnTo>
                  <a:pt x="6644277" y="5429684"/>
                </a:lnTo>
                <a:cubicBezTo>
                  <a:pt x="6602299" y="5429624"/>
                  <a:pt x="6572889" y="5412513"/>
                  <a:pt x="6532914" y="5431205"/>
                </a:cubicBezTo>
                <a:lnTo>
                  <a:pt x="6307459" y="5467087"/>
                </a:lnTo>
                <a:cubicBezTo>
                  <a:pt x="6243940" y="5484756"/>
                  <a:pt x="6232610" y="5506751"/>
                  <a:pt x="6196243" y="5515042"/>
                </a:cubicBezTo>
                <a:cubicBezTo>
                  <a:pt x="6164533" y="5518021"/>
                  <a:pt x="6142666" y="5509345"/>
                  <a:pt x="6099124" y="5516848"/>
                </a:cubicBezTo>
                <a:cubicBezTo>
                  <a:pt x="6076503" y="5515419"/>
                  <a:pt x="6031865" y="5528713"/>
                  <a:pt x="6016077" y="5528642"/>
                </a:cubicBezTo>
                <a:cubicBezTo>
                  <a:pt x="6017142" y="5530608"/>
                  <a:pt x="6008544" y="5532493"/>
                  <a:pt x="6004389" y="5531206"/>
                </a:cubicBezTo>
                <a:cubicBezTo>
                  <a:pt x="5932347" y="5531241"/>
                  <a:pt x="5981006" y="5545600"/>
                  <a:pt x="5933945" y="5538840"/>
                </a:cubicBezTo>
                <a:cubicBezTo>
                  <a:pt x="5905303" y="5539379"/>
                  <a:pt x="5918093" y="5561978"/>
                  <a:pt x="5883936" y="5553807"/>
                </a:cubicBezTo>
                <a:cubicBezTo>
                  <a:pt x="5850054" y="5556990"/>
                  <a:pt x="5832962" y="5567338"/>
                  <a:pt x="5798331" y="5564248"/>
                </a:cubicBezTo>
                <a:cubicBezTo>
                  <a:pt x="5766627" y="5567265"/>
                  <a:pt x="5741097" y="5573248"/>
                  <a:pt x="5712738" y="5573120"/>
                </a:cubicBezTo>
                <a:cubicBezTo>
                  <a:pt x="5703372" y="5576849"/>
                  <a:pt x="5693695" y="5578874"/>
                  <a:pt x="5681342" y="5575621"/>
                </a:cubicBezTo>
                <a:lnTo>
                  <a:pt x="5627167" y="5583215"/>
                </a:lnTo>
                <a:cubicBezTo>
                  <a:pt x="5612183" y="5597917"/>
                  <a:pt x="5611727" y="5586689"/>
                  <a:pt x="5591414" y="5587695"/>
                </a:cubicBezTo>
                <a:cubicBezTo>
                  <a:pt x="5574616" y="5587612"/>
                  <a:pt x="5598133" y="5579413"/>
                  <a:pt x="5583028" y="5580877"/>
                </a:cubicBezTo>
                <a:cubicBezTo>
                  <a:pt x="5569804" y="5586020"/>
                  <a:pt x="5562718" y="5576982"/>
                  <a:pt x="5549426" y="5582858"/>
                </a:cubicBezTo>
                <a:cubicBezTo>
                  <a:pt x="5559299" y="5589013"/>
                  <a:pt x="5515978" y="5586206"/>
                  <a:pt x="5519999" y="5592246"/>
                </a:cubicBezTo>
                <a:cubicBezTo>
                  <a:pt x="5498728" y="5585844"/>
                  <a:pt x="5500813" y="5597206"/>
                  <a:pt x="5480028" y="5597282"/>
                </a:cubicBezTo>
                <a:cubicBezTo>
                  <a:pt x="5468519" y="5595356"/>
                  <a:pt x="5461753" y="5595717"/>
                  <a:pt x="5456175" y="5600371"/>
                </a:cubicBezTo>
                <a:cubicBezTo>
                  <a:pt x="5402444" y="5590675"/>
                  <a:pt x="5431269" y="5603179"/>
                  <a:pt x="5388463" y="5602638"/>
                </a:cubicBezTo>
                <a:cubicBezTo>
                  <a:pt x="5350589" y="5601042"/>
                  <a:pt x="5310318" y="5602266"/>
                  <a:pt x="5265898" y="5591830"/>
                </a:cubicBezTo>
                <a:cubicBezTo>
                  <a:pt x="5256434" y="5588423"/>
                  <a:pt x="5240914" y="5588853"/>
                  <a:pt x="5231231" y="5592790"/>
                </a:cubicBezTo>
                <a:cubicBezTo>
                  <a:pt x="5229565" y="5593467"/>
                  <a:pt x="5228139" y="5594226"/>
                  <a:pt x="5226996" y="5595040"/>
                </a:cubicBezTo>
                <a:cubicBezTo>
                  <a:pt x="5199121" y="5587151"/>
                  <a:pt x="5190547" y="5594087"/>
                  <a:pt x="5175988" y="5588131"/>
                </a:cubicBezTo>
                <a:cubicBezTo>
                  <a:pt x="5141664" y="5589465"/>
                  <a:pt x="5120774" y="5599921"/>
                  <a:pt x="5107470" y="5594771"/>
                </a:cubicBezTo>
                <a:cubicBezTo>
                  <a:pt x="5082783" y="5597686"/>
                  <a:pt x="5044558" y="5603218"/>
                  <a:pt x="5027868" y="5605624"/>
                </a:cubicBezTo>
                <a:cubicBezTo>
                  <a:pt x="5023394" y="5609716"/>
                  <a:pt x="5015008" y="5608373"/>
                  <a:pt x="5007324" y="5609209"/>
                </a:cubicBezTo>
                <a:cubicBezTo>
                  <a:pt x="4999584" y="5613033"/>
                  <a:pt x="4963661" y="5613313"/>
                  <a:pt x="4952559" y="5611402"/>
                </a:cubicBezTo>
                <a:lnTo>
                  <a:pt x="4826081" y="5616191"/>
                </a:lnTo>
                <a:lnTo>
                  <a:pt x="4823501" y="5619174"/>
                </a:lnTo>
                <a:lnTo>
                  <a:pt x="4813093" y="5620026"/>
                </a:lnTo>
                <a:lnTo>
                  <a:pt x="4810563" y="5620787"/>
                </a:lnTo>
                <a:cubicBezTo>
                  <a:pt x="4805739" y="5622253"/>
                  <a:pt x="4800910" y="5623620"/>
                  <a:pt x="4795818" y="5624618"/>
                </a:cubicBezTo>
                <a:cubicBezTo>
                  <a:pt x="4792594" y="5611984"/>
                  <a:pt x="4751975" y="5631029"/>
                  <a:pt x="4758404" y="5619510"/>
                </a:cubicBezTo>
                <a:cubicBezTo>
                  <a:pt x="4729867" y="5622800"/>
                  <a:pt x="4743470" y="5610974"/>
                  <a:pt x="4717254" y="5624155"/>
                </a:cubicBezTo>
                <a:cubicBezTo>
                  <a:pt x="4665606" y="5620882"/>
                  <a:pt x="4638526" y="5634254"/>
                  <a:pt x="4591958" y="5624710"/>
                </a:cubicBezTo>
                <a:cubicBezTo>
                  <a:pt x="4600998" y="5629613"/>
                  <a:pt x="4491255" y="5629123"/>
                  <a:pt x="4476215" y="5628210"/>
                </a:cubicBezTo>
                <a:lnTo>
                  <a:pt x="4425193" y="5627414"/>
                </a:lnTo>
                <a:lnTo>
                  <a:pt x="4383866" y="5626546"/>
                </a:lnTo>
                <a:lnTo>
                  <a:pt x="4385596" y="5634646"/>
                </a:lnTo>
                <a:cubicBezTo>
                  <a:pt x="4373497" y="5634009"/>
                  <a:pt x="4366105" y="5636763"/>
                  <a:pt x="4360864" y="5641173"/>
                </a:cubicBezTo>
                <a:lnTo>
                  <a:pt x="4328321" y="5626332"/>
                </a:lnTo>
                <a:lnTo>
                  <a:pt x="4309842" y="5626471"/>
                </a:lnTo>
                <a:lnTo>
                  <a:pt x="4277424" y="5631598"/>
                </a:lnTo>
                <a:lnTo>
                  <a:pt x="4266627" y="5633969"/>
                </a:lnTo>
                <a:lnTo>
                  <a:pt x="4185525" y="5617508"/>
                </a:lnTo>
                <a:lnTo>
                  <a:pt x="4177617" y="5610903"/>
                </a:lnTo>
                <a:cubicBezTo>
                  <a:pt x="4169135" y="5606836"/>
                  <a:pt x="4157063" y="5604954"/>
                  <a:pt x="4136948" y="5608031"/>
                </a:cubicBezTo>
                <a:lnTo>
                  <a:pt x="4132323" y="5609784"/>
                </a:lnTo>
                <a:lnTo>
                  <a:pt x="4098620" y="5599672"/>
                </a:lnTo>
                <a:cubicBezTo>
                  <a:pt x="4087744" y="5595070"/>
                  <a:pt x="3971360" y="5589278"/>
                  <a:pt x="3963475" y="5581841"/>
                </a:cubicBezTo>
                <a:cubicBezTo>
                  <a:pt x="3836034" y="5600252"/>
                  <a:pt x="3827261" y="5567580"/>
                  <a:pt x="3703613" y="5572482"/>
                </a:cubicBezTo>
                <a:cubicBezTo>
                  <a:pt x="3596526" y="5522697"/>
                  <a:pt x="3528981" y="5553020"/>
                  <a:pt x="3432987" y="5545768"/>
                </a:cubicBezTo>
                <a:cubicBezTo>
                  <a:pt x="3341557" y="5540666"/>
                  <a:pt x="3299222" y="5556776"/>
                  <a:pt x="3176381" y="5556110"/>
                </a:cubicBezTo>
                <a:cubicBezTo>
                  <a:pt x="3046225" y="5545252"/>
                  <a:pt x="2856562" y="5551022"/>
                  <a:pt x="2710156" y="5527517"/>
                </a:cubicBezTo>
                <a:cubicBezTo>
                  <a:pt x="2595124" y="5519951"/>
                  <a:pt x="2594726" y="5525545"/>
                  <a:pt x="2550206" y="5524958"/>
                </a:cubicBezTo>
                <a:cubicBezTo>
                  <a:pt x="2535402" y="5528183"/>
                  <a:pt x="2457214" y="5518753"/>
                  <a:pt x="2443041" y="5523990"/>
                </a:cubicBezTo>
                <a:lnTo>
                  <a:pt x="2435613" y="5526704"/>
                </a:lnTo>
                <a:lnTo>
                  <a:pt x="2405682" y="5528307"/>
                </a:lnTo>
                <a:lnTo>
                  <a:pt x="2397487" y="5540337"/>
                </a:lnTo>
                <a:lnTo>
                  <a:pt x="2297454" y="5550765"/>
                </a:lnTo>
                <a:cubicBezTo>
                  <a:pt x="2230952" y="5521480"/>
                  <a:pt x="2174171" y="5556417"/>
                  <a:pt x="2056700" y="5555489"/>
                </a:cubicBezTo>
                <a:cubicBezTo>
                  <a:pt x="2025568" y="5545373"/>
                  <a:pt x="1901680" y="5520750"/>
                  <a:pt x="1878530" y="5535330"/>
                </a:cubicBezTo>
                <a:lnTo>
                  <a:pt x="1859292" y="5535461"/>
                </a:lnTo>
                <a:lnTo>
                  <a:pt x="1835626" y="5533793"/>
                </a:lnTo>
                <a:cubicBezTo>
                  <a:pt x="1823131" y="5534628"/>
                  <a:pt x="1810151" y="5536942"/>
                  <a:pt x="1798939" y="5540285"/>
                </a:cubicBezTo>
                <a:lnTo>
                  <a:pt x="1779046" y="5549949"/>
                </a:lnTo>
                <a:lnTo>
                  <a:pt x="1772421" y="5549018"/>
                </a:lnTo>
                <a:lnTo>
                  <a:pt x="1772052" y="5545689"/>
                </a:lnTo>
                <a:cubicBezTo>
                  <a:pt x="1758274" y="5534165"/>
                  <a:pt x="1670822" y="5556887"/>
                  <a:pt x="1711543" y="5534558"/>
                </a:cubicBezTo>
                <a:cubicBezTo>
                  <a:pt x="1696140" y="5533324"/>
                  <a:pt x="1670188" y="5488258"/>
                  <a:pt x="1631462" y="5491807"/>
                </a:cubicBezTo>
                <a:cubicBezTo>
                  <a:pt x="1579148" y="5498877"/>
                  <a:pt x="1591754" y="5486800"/>
                  <a:pt x="1538763" y="5482781"/>
                </a:cubicBezTo>
                <a:cubicBezTo>
                  <a:pt x="1522078" y="5456666"/>
                  <a:pt x="1527306" y="5478305"/>
                  <a:pt x="1501533" y="5467817"/>
                </a:cubicBezTo>
                <a:cubicBezTo>
                  <a:pt x="1499922" y="5487659"/>
                  <a:pt x="1473126" y="5449434"/>
                  <a:pt x="1461266" y="5469343"/>
                </a:cubicBezTo>
                <a:cubicBezTo>
                  <a:pt x="1456951" y="5466804"/>
                  <a:pt x="1453146" y="5463716"/>
                  <a:pt x="1449415" y="5460467"/>
                </a:cubicBezTo>
                <a:lnTo>
                  <a:pt x="1447454" y="5458776"/>
                </a:lnTo>
                <a:lnTo>
                  <a:pt x="1437814" y="5455515"/>
                </a:lnTo>
                <a:lnTo>
                  <a:pt x="1437334" y="5450209"/>
                </a:lnTo>
                <a:lnTo>
                  <a:pt x="1424429" y="5442157"/>
                </a:lnTo>
                <a:cubicBezTo>
                  <a:pt x="1419251" y="5439819"/>
                  <a:pt x="1413273" y="5438098"/>
                  <a:pt x="1406063" y="5437380"/>
                </a:cubicBezTo>
                <a:cubicBezTo>
                  <a:pt x="1378526" y="5442640"/>
                  <a:pt x="1350821" y="5412037"/>
                  <a:pt x="1316379" y="5419601"/>
                </a:cubicBezTo>
                <a:cubicBezTo>
                  <a:pt x="1304160" y="5420695"/>
                  <a:pt x="1269061" y="5413755"/>
                  <a:pt x="1264090" y="5406153"/>
                </a:cubicBezTo>
                <a:cubicBezTo>
                  <a:pt x="1257115" y="5403410"/>
                  <a:pt x="1247955" y="5404075"/>
                  <a:pt x="1246374" y="5396631"/>
                </a:cubicBezTo>
                <a:cubicBezTo>
                  <a:pt x="1242951" y="5387390"/>
                  <a:pt x="1213970" y="5395299"/>
                  <a:pt x="1220190" y="5386301"/>
                </a:cubicBezTo>
                <a:cubicBezTo>
                  <a:pt x="1199695" y="5391599"/>
                  <a:pt x="1189803" y="5371737"/>
                  <a:pt x="1175643" y="5364651"/>
                </a:cubicBezTo>
                <a:cubicBezTo>
                  <a:pt x="1167337" y="5367627"/>
                  <a:pt x="1159852" y="5363931"/>
                  <a:pt x="1150342" y="5358447"/>
                </a:cubicBezTo>
                <a:lnTo>
                  <a:pt x="1112024" y="5345786"/>
                </a:lnTo>
                <a:lnTo>
                  <a:pt x="1100870" y="5343651"/>
                </a:lnTo>
                <a:lnTo>
                  <a:pt x="1096383" y="5343015"/>
                </a:lnTo>
                <a:lnTo>
                  <a:pt x="1058039" y="5343504"/>
                </a:lnTo>
                <a:cubicBezTo>
                  <a:pt x="1057478" y="5341976"/>
                  <a:pt x="1056597" y="5340487"/>
                  <a:pt x="1055426" y="5339088"/>
                </a:cubicBezTo>
                <a:lnTo>
                  <a:pt x="1044738" y="5333063"/>
                </a:lnTo>
                <a:lnTo>
                  <a:pt x="1033909" y="5335680"/>
                </a:lnTo>
                <a:cubicBezTo>
                  <a:pt x="1035046" y="5328129"/>
                  <a:pt x="1022289" y="5334344"/>
                  <a:pt x="1012649" y="5334541"/>
                </a:cubicBezTo>
                <a:lnTo>
                  <a:pt x="1007115" y="5332775"/>
                </a:lnTo>
                <a:lnTo>
                  <a:pt x="987447" y="5346462"/>
                </a:lnTo>
                <a:cubicBezTo>
                  <a:pt x="976074" y="5346779"/>
                  <a:pt x="963827" y="5334768"/>
                  <a:pt x="953418" y="5333901"/>
                </a:cubicBezTo>
                <a:lnTo>
                  <a:pt x="916854" y="5329435"/>
                </a:lnTo>
                <a:lnTo>
                  <a:pt x="905651" y="5332114"/>
                </a:lnTo>
                <a:cubicBezTo>
                  <a:pt x="881256" y="5332755"/>
                  <a:pt x="855727" y="5330820"/>
                  <a:pt x="838405" y="5339470"/>
                </a:cubicBezTo>
                <a:cubicBezTo>
                  <a:pt x="831364" y="5340489"/>
                  <a:pt x="823548" y="5331589"/>
                  <a:pt x="817627" y="5330580"/>
                </a:cubicBezTo>
                <a:lnTo>
                  <a:pt x="801817" y="5325937"/>
                </a:lnTo>
                <a:lnTo>
                  <a:pt x="798857" y="5320979"/>
                </a:lnTo>
                <a:lnTo>
                  <a:pt x="788354" y="5320143"/>
                </a:lnTo>
                <a:lnTo>
                  <a:pt x="785726" y="5318989"/>
                </a:lnTo>
                <a:cubicBezTo>
                  <a:pt x="780721" y="5316767"/>
                  <a:pt x="775719" y="5314716"/>
                  <a:pt x="770507" y="5313309"/>
                </a:cubicBezTo>
                <a:cubicBezTo>
                  <a:pt x="768924" y="5335137"/>
                  <a:pt x="725899" y="5304945"/>
                  <a:pt x="733810" y="5324286"/>
                </a:cubicBezTo>
                <a:cubicBezTo>
                  <a:pt x="704886" y="5320356"/>
                  <a:pt x="720003" y="5339795"/>
                  <a:pt x="692117" y="5318786"/>
                </a:cubicBezTo>
                <a:cubicBezTo>
                  <a:pt x="640968" y="5327470"/>
                  <a:pt x="620209" y="5334772"/>
                  <a:pt x="574943" y="5327578"/>
                </a:cubicBezTo>
                <a:cubicBezTo>
                  <a:pt x="533141" y="5325624"/>
                  <a:pt x="480989" y="5305543"/>
                  <a:pt x="441302" y="5307062"/>
                </a:cubicBezTo>
                <a:cubicBezTo>
                  <a:pt x="381194" y="5308098"/>
                  <a:pt x="355572" y="5361507"/>
                  <a:pt x="336819" y="5336690"/>
                </a:cubicBezTo>
                <a:cubicBezTo>
                  <a:pt x="308424" y="5343088"/>
                  <a:pt x="294704" y="5344301"/>
                  <a:pt x="270932" y="5345451"/>
                </a:cubicBezTo>
                <a:lnTo>
                  <a:pt x="194189" y="5343588"/>
                </a:lnTo>
                <a:lnTo>
                  <a:pt x="192552" y="5342845"/>
                </a:lnTo>
                <a:cubicBezTo>
                  <a:pt x="185478" y="5341467"/>
                  <a:pt x="181262" y="5342160"/>
                  <a:pt x="178320" y="5343766"/>
                </a:cubicBezTo>
                <a:lnTo>
                  <a:pt x="175596" y="5346411"/>
                </a:lnTo>
                <a:lnTo>
                  <a:pt x="147287" y="5352625"/>
                </a:lnTo>
                <a:lnTo>
                  <a:pt x="114847" y="5355844"/>
                </a:lnTo>
                <a:lnTo>
                  <a:pt x="114306" y="5354983"/>
                </a:lnTo>
                <a:cubicBezTo>
                  <a:pt x="110042" y="5353823"/>
                  <a:pt x="100016" y="5353058"/>
                  <a:pt x="89264" y="5348886"/>
                </a:cubicBezTo>
                <a:cubicBezTo>
                  <a:pt x="93123" y="5327937"/>
                  <a:pt x="57863" y="5341064"/>
                  <a:pt x="49794" y="5329950"/>
                </a:cubicBezTo>
                <a:cubicBezTo>
                  <a:pt x="40251" y="5331715"/>
                  <a:pt x="30226" y="5333199"/>
                  <a:pt x="19924" y="5334282"/>
                </a:cubicBezTo>
                <a:lnTo>
                  <a:pt x="13819" y="5334653"/>
                </a:lnTo>
                <a:lnTo>
                  <a:pt x="13657" y="5334455"/>
                </a:lnTo>
                <a:cubicBezTo>
                  <a:pt x="12246" y="5334096"/>
                  <a:pt x="10207" y="5334053"/>
                  <a:pt x="7139" y="5334438"/>
                </a:cubicBezTo>
                <a:lnTo>
                  <a:pt x="2684" y="5335333"/>
                </a:lnTo>
                <a:lnTo>
                  <a:pt x="0" y="5335496"/>
                </a:lnTo>
                <a:lnTo>
                  <a:pt x="0" y="10592"/>
                </a:lnTo>
                <a:lnTo>
                  <a:pt x="1124382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AB12C82-D5CB-979F-5015-9AD338AF9B3E}"/>
              </a:ext>
            </a:extLst>
          </p:cNvPr>
          <p:cNvSpPr>
            <a:spLocks noGrp="1"/>
          </p:cNvSpPr>
          <p:nvPr>
            <p:ph type="title"/>
          </p:nvPr>
        </p:nvSpPr>
        <p:spPr>
          <a:xfrm>
            <a:off x="1629751" y="1059116"/>
            <a:ext cx="8924392" cy="933486"/>
          </a:xfrm>
        </p:spPr>
        <p:txBody>
          <a:bodyPr vert="horz" lIns="91440" tIns="45720" rIns="91440" bIns="45720" rtlCol="0">
            <a:normAutofit/>
          </a:bodyPr>
          <a:lstStyle/>
          <a:p>
            <a:pPr algn="ctr"/>
            <a:r>
              <a:rPr lang="en-US" b="1"/>
              <a:t>Agenda</a:t>
            </a:r>
            <a:endParaRPr lang="en-US" kern="1200">
              <a:latin typeface="+mj-lt"/>
              <a:ea typeface="+mj-ea"/>
              <a:cs typeface="+mj-cs"/>
            </a:endParaRPr>
          </a:p>
        </p:txBody>
      </p:sp>
      <p:sp>
        <p:nvSpPr>
          <p:cNvPr id="65" name="Rectangle 6">
            <a:extLst>
              <a:ext uri="{FF2B5EF4-FFF2-40B4-BE49-F238E27FC236}">
                <a16:creationId xmlns:a16="http://schemas.microsoft.com/office/drawing/2014/main" id="{71B10346-89D8-8FB6-0F24-EA183CFF56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0000">
            <a:off x="5418161" y="351736"/>
            <a:ext cx="1352113" cy="40780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7" name="Content Placeholder 3">
            <a:extLst>
              <a:ext uri="{FF2B5EF4-FFF2-40B4-BE49-F238E27FC236}">
                <a16:creationId xmlns:a16="http://schemas.microsoft.com/office/drawing/2014/main" id="{D271A9DA-25F0-C2A9-2741-F175A2FCCC16}"/>
              </a:ext>
            </a:extLst>
          </p:cNvPr>
          <p:cNvGraphicFramePr>
            <a:graphicFrameLocks noGrp="1"/>
          </p:cNvGraphicFramePr>
          <p:nvPr>
            <p:ph idx="1"/>
            <p:extLst>
              <p:ext uri="{D42A27DB-BD31-4B8C-83A1-F6EECF244321}">
                <p14:modId xmlns:p14="http://schemas.microsoft.com/office/powerpoint/2010/main" val="3640915010"/>
              </p:ext>
            </p:extLst>
          </p:nvPr>
        </p:nvGraphicFramePr>
        <p:xfrm>
          <a:off x="1957986" y="1842448"/>
          <a:ext cx="8273380" cy="37791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2296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BEE244-46BA-4A11-D6A1-D768FA810FDE}"/>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DE129AB-7574-21BD-DA7F-CA1504C8A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06DC4CC-2B3C-93AD-9D66-1B99AD813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B3F4221A-3572-3073-6D08-122DCE3D49FC}"/>
              </a:ext>
            </a:extLst>
          </p:cNvPr>
          <p:cNvSpPr>
            <a:spLocks noGrp="1"/>
          </p:cNvSpPr>
          <p:nvPr>
            <p:ph type="title"/>
          </p:nvPr>
        </p:nvSpPr>
        <p:spPr>
          <a:xfrm>
            <a:off x="497973" y="393380"/>
            <a:ext cx="7655427" cy="739881"/>
          </a:xfrm>
        </p:spPr>
        <p:txBody>
          <a:bodyPr vert="horz" lIns="91440" tIns="45720" rIns="91440" bIns="45720" rtlCol="0" anchor="b">
            <a:normAutofit/>
          </a:bodyPr>
          <a:lstStyle/>
          <a:p>
            <a:r>
              <a:rPr lang="en-US" sz="2800" b="1" dirty="0"/>
              <a:t>Breast Cancer Statistics in Australia</a:t>
            </a:r>
          </a:p>
        </p:txBody>
      </p:sp>
      <p:sp>
        <p:nvSpPr>
          <p:cNvPr id="17" name="Freeform: Shape 16">
            <a:extLst>
              <a:ext uri="{FF2B5EF4-FFF2-40B4-BE49-F238E27FC236}">
                <a16:creationId xmlns:a16="http://schemas.microsoft.com/office/drawing/2014/main" id="{F44D9B95-EA0B-6EF4-8DCF-DB8DF73AA1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0AAFCFC-2952-2E09-53F0-05FD143741AD}"/>
              </a:ext>
            </a:extLst>
          </p:cNvPr>
          <p:cNvPicPr>
            <a:picLocks noChangeAspect="1"/>
          </p:cNvPicPr>
          <p:nvPr/>
        </p:nvPicPr>
        <p:blipFill>
          <a:blip r:embed="rId3"/>
          <a:stretch>
            <a:fillRect/>
          </a:stretch>
        </p:blipFill>
        <p:spPr>
          <a:xfrm>
            <a:off x="6172201" y="1825624"/>
            <a:ext cx="5181600" cy="4351338"/>
          </a:xfrm>
          <a:prstGeom prst="rect">
            <a:avLst/>
          </a:prstGeom>
        </p:spPr>
      </p:pic>
      <p:sp>
        <p:nvSpPr>
          <p:cNvPr id="8" name="Content Placeholder 7">
            <a:extLst>
              <a:ext uri="{FF2B5EF4-FFF2-40B4-BE49-F238E27FC236}">
                <a16:creationId xmlns:a16="http://schemas.microsoft.com/office/drawing/2014/main" id="{CB03AEAB-193F-3BF6-BC70-D1B9FA6BEF35}"/>
              </a:ext>
            </a:extLst>
          </p:cNvPr>
          <p:cNvSpPr>
            <a:spLocks noGrp="1"/>
          </p:cNvSpPr>
          <p:nvPr>
            <p:ph sz="half" idx="2"/>
          </p:nvPr>
        </p:nvSpPr>
        <p:spPr>
          <a:xfrm>
            <a:off x="6172200" y="1825625"/>
            <a:ext cx="5181600" cy="4351338"/>
          </a:xfrm>
        </p:spPr>
        <p:txBody>
          <a:bodyPr/>
          <a:lstStyle/>
          <a:p>
            <a:endParaRPr lang="en-AU" dirty="0"/>
          </a:p>
        </p:txBody>
      </p:sp>
      <p:graphicFrame>
        <p:nvGraphicFramePr>
          <p:cNvPr id="22" name="TextBox 19">
            <a:extLst>
              <a:ext uri="{FF2B5EF4-FFF2-40B4-BE49-F238E27FC236}">
                <a16:creationId xmlns:a16="http://schemas.microsoft.com/office/drawing/2014/main" id="{836A027D-E942-4572-8E54-783477C12B04}"/>
              </a:ext>
            </a:extLst>
          </p:cNvPr>
          <p:cNvGraphicFramePr/>
          <p:nvPr>
            <p:extLst>
              <p:ext uri="{D42A27DB-BD31-4B8C-83A1-F6EECF244321}">
                <p14:modId xmlns:p14="http://schemas.microsoft.com/office/powerpoint/2010/main" val="2580671020"/>
              </p:ext>
            </p:extLst>
          </p:nvPr>
        </p:nvGraphicFramePr>
        <p:xfrm>
          <a:off x="365881" y="2008641"/>
          <a:ext cx="5591166" cy="48320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54127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051005-2A04-57EE-07C6-521AEC9A3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AD3D6-4094-2C47-A6BD-6D54D835AC2D}"/>
              </a:ext>
            </a:extLst>
          </p:cNvPr>
          <p:cNvSpPr>
            <a:spLocks noGrp="1"/>
          </p:cNvSpPr>
          <p:nvPr>
            <p:ph type="title"/>
          </p:nvPr>
        </p:nvSpPr>
        <p:spPr/>
        <p:txBody>
          <a:bodyPr vert="horz" lIns="91440" tIns="45720" rIns="91440" bIns="45720" rtlCol="0">
            <a:normAutofit/>
          </a:bodyPr>
          <a:lstStyle/>
          <a:p>
            <a:r>
              <a:rPr lang="en-US" sz="2800" b="1" dirty="0"/>
              <a:t>Screening and Early Diagnosis </a:t>
            </a:r>
            <a:endParaRPr lang="en-US" sz="2800" b="1" kern="1200" dirty="0">
              <a:latin typeface="+mj-lt"/>
              <a:ea typeface="+mj-ea"/>
              <a:cs typeface="+mj-cs"/>
            </a:endParaRPr>
          </a:p>
        </p:txBody>
      </p:sp>
      <p:sp>
        <p:nvSpPr>
          <p:cNvPr id="60" name="Content Placeholder 53">
            <a:extLst>
              <a:ext uri="{FF2B5EF4-FFF2-40B4-BE49-F238E27FC236}">
                <a16:creationId xmlns:a16="http://schemas.microsoft.com/office/drawing/2014/main" id="{CAB0432C-FFFF-C21C-7E40-13A9C0A36614}"/>
              </a:ext>
            </a:extLst>
          </p:cNvPr>
          <p:cNvSpPr>
            <a:spLocks noGrp="1"/>
          </p:cNvSpPr>
          <p:nvPr>
            <p:ph type="body" orient="vert" idx="1"/>
          </p:nvPr>
        </p:nvSpPr>
        <p:spPr/>
        <p:txBody>
          <a:bodyPr>
            <a:normAutofit/>
          </a:bodyPr>
          <a:lstStyle/>
          <a:p>
            <a:r>
              <a:rPr lang="en-AU" dirty="0"/>
              <a:t>Breast cancer screening</a:t>
            </a:r>
          </a:p>
          <a:p>
            <a:pPr lvl="1"/>
            <a:r>
              <a:rPr lang="en-AU" dirty="0"/>
              <a:t>Increase participation rate of breast cancer screening rate to at least 65% by 2025.</a:t>
            </a:r>
          </a:p>
          <a:p>
            <a:r>
              <a:rPr lang="en-AU" dirty="0"/>
              <a:t>After a </a:t>
            </a:r>
            <a:r>
              <a:rPr lang="en-AU" dirty="0" err="1"/>
              <a:t>diagnosisMachine</a:t>
            </a:r>
            <a:r>
              <a:rPr lang="en-AU" dirty="0"/>
              <a:t> learning models lead to improve accuracy in diagnoses, ensuring patients receive the correct treatment or follow up</a:t>
            </a:r>
          </a:p>
          <a:p>
            <a:r>
              <a:rPr lang="en-AU" dirty="0"/>
              <a:t>Early detection</a:t>
            </a:r>
          </a:p>
          <a:p>
            <a:pPr lvl="1"/>
            <a:r>
              <a:rPr lang="en-AU" dirty="0"/>
              <a:t>Screening survival rates.</a:t>
            </a:r>
          </a:p>
          <a:p>
            <a:endParaRPr lang="en-US" sz="2000" dirty="0"/>
          </a:p>
        </p:txBody>
      </p:sp>
      <p:pic>
        <p:nvPicPr>
          <p:cNvPr id="13" name="Content Placeholder 12">
            <a:extLst>
              <a:ext uri="{FF2B5EF4-FFF2-40B4-BE49-F238E27FC236}">
                <a16:creationId xmlns:a16="http://schemas.microsoft.com/office/drawing/2014/main" id="{EA81125F-BA7F-0683-4BC0-BBAA849B5698}"/>
              </a:ext>
            </a:extLst>
          </p:cNvPr>
          <p:cNvPicPr>
            <a:picLocks noChangeAspect="1"/>
          </p:cNvPicPr>
          <p:nvPr/>
        </p:nvPicPr>
        <p:blipFill>
          <a:blip r:embed="rId3"/>
          <a:stretch>
            <a:fillRect/>
          </a:stretch>
        </p:blipFill>
        <p:spPr>
          <a:xfrm>
            <a:off x="838201" y="1546167"/>
            <a:ext cx="10882744" cy="4590464"/>
          </a:xfrm>
          <a:prstGeom prst="rect">
            <a:avLst/>
          </a:prstGeom>
        </p:spPr>
      </p:pic>
      <p:pic>
        <p:nvPicPr>
          <p:cNvPr id="15" name="Content Placeholder 12">
            <a:extLst>
              <a:ext uri="{FF2B5EF4-FFF2-40B4-BE49-F238E27FC236}">
                <a16:creationId xmlns:a16="http://schemas.microsoft.com/office/drawing/2014/main" id="{9349F5DA-9186-335E-B673-2A4A31A1C388}"/>
              </a:ext>
            </a:extLst>
          </p:cNvPr>
          <p:cNvPicPr>
            <a:picLocks noChangeAspect="1"/>
          </p:cNvPicPr>
          <p:nvPr/>
        </p:nvPicPr>
        <p:blipFill>
          <a:blip r:embed="rId3"/>
          <a:stretch>
            <a:fillRect/>
          </a:stretch>
        </p:blipFill>
        <p:spPr>
          <a:xfrm>
            <a:off x="838201" y="1586499"/>
            <a:ext cx="10882744" cy="4590464"/>
          </a:xfrm>
          <a:prstGeom prst="rect">
            <a:avLst/>
          </a:prstGeom>
        </p:spPr>
      </p:pic>
    </p:spTree>
    <p:extLst>
      <p:ext uri="{BB962C8B-B14F-4D97-AF65-F5344CB8AC3E}">
        <p14:creationId xmlns:p14="http://schemas.microsoft.com/office/powerpoint/2010/main" val="1495434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1DE7A6-C657-5E6E-4E25-816C5F68BA77}"/>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F415649-8D17-4F4D-D7C5-F9B2D58A8E3B}"/>
              </a:ext>
            </a:extLst>
          </p:cNvPr>
          <p:cNvSpPr>
            <a:spLocks noGrp="1"/>
          </p:cNvSpPr>
          <p:nvPr>
            <p:ph type="title"/>
          </p:nvPr>
        </p:nvSpPr>
        <p:spPr>
          <a:xfrm>
            <a:off x="828675" y="468462"/>
            <a:ext cx="10534650" cy="817403"/>
          </a:xfrm>
        </p:spPr>
        <p:txBody>
          <a:bodyPr vert="horz" lIns="91440" tIns="45720" rIns="91440" bIns="45720" rtlCol="0" anchor="b">
            <a:normAutofit/>
          </a:bodyPr>
          <a:lstStyle/>
          <a:p>
            <a:r>
              <a:rPr lang="en-US" sz="2800" b="1" dirty="0"/>
              <a:t>Diagnosis-optimized Strategy </a:t>
            </a:r>
            <a:endParaRPr lang="en-US" sz="2800" kern="1200" dirty="0">
              <a:solidFill>
                <a:schemeClr val="tx1"/>
              </a:solidFill>
              <a:latin typeface="+mj-lt"/>
              <a:ea typeface="+mj-ea"/>
              <a:cs typeface="+mj-cs"/>
            </a:endParaRPr>
          </a:p>
        </p:txBody>
      </p:sp>
      <p:graphicFrame>
        <p:nvGraphicFramePr>
          <p:cNvPr id="39" name="Content Placeholder 7">
            <a:extLst>
              <a:ext uri="{FF2B5EF4-FFF2-40B4-BE49-F238E27FC236}">
                <a16:creationId xmlns:a16="http://schemas.microsoft.com/office/drawing/2014/main" id="{E66A87DE-F8FA-32BB-F2B4-13B20A5C77DC}"/>
              </a:ext>
            </a:extLst>
          </p:cNvPr>
          <p:cNvGraphicFramePr>
            <a:graphicFrameLocks noGrp="1"/>
          </p:cNvGraphicFramePr>
          <p:nvPr>
            <p:ph idx="1"/>
            <p:extLst>
              <p:ext uri="{D42A27DB-BD31-4B8C-83A1-F6EECF244321}">
                <p14:modId xmlns:p14="http://schemas.microsoft.com/office/powerpoint/2010/main" val="2139853239"/>
              </p:ext>
            </p:extLst>
          </p:nvPr>
        </p:nvGraphicFramePr>
        <p:xfrm>
          <a:off x="838200" y="2144805"/>
          <a:ext cx="10515600" cy="4032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0363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029ECE-9740-379F-1B90-85870E7F4621}"/>
            </a:ext>
          </a:extLst>
        </p:cNvPr>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EA4D1EC-D996-35C3-1FCE-150587DE989C}"/>
              </a:ext>
            </a:extLst>
          </p:cNvPr>
          <p:cNvSpPr>
            <a:spLocks noGrp="1"/>
          </p:cNvSpPr>
          <p:nvPr>
            <p:ph type="title"/>
          </p:nvPr>
        </p:nvSpPr>
        <p:spPr>
          <a:xfrm>
            <a:off x="754289" y="435037"/>
            <a:ext cx="3888526" cy="1501339"/>
          </a:xfrm>
        </p:spPr>
        <p:txBody>
          <a:bodyPr vert="horz" lIns="91440" tIns="45720" rIns="91440" bIns="45720" rtlCol="0" anchor="ctr">
            <a:normAutofit/>
          </a:bodyPr>
          <a:lstStyle/>
          <a:p>
            <a:r>
              <a:rPr lang="en-US" sz="3100" b="1" dirty="0"/>
              <a:t>Dataset Overview</a:t>
            </a:r>
            <a:br>
              <a:rPr lang="en-US" sz="4400" dirty="0"/>
            </a:br>
            <a:endParaRPr lang="en-US"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5238A762-FB0A-53B2-B7F6-6FFDB03BBE5E}"/>
              </a:ext>
            </a:extLst>
          </p:cNvPr>
          <p:cNvSpPr txBox="1"/>
          <p:nvPr/>
        </p:nvSpPr>
        <p:spPr>
          <a:xfrm>
            <a:off x="887504" y="2084294"/>
            <a:ext cx="3839223" cy="4280927"/>
          </a:xfrm>
          <a:prstGeom prst="rect">
            <a:avLst/>
          </a:prstGeom>
        </p:spPr>
        <p:txBody>
          <a:bodyPr vert="horz" lIns="91440" tIns="45720" rIns="91440" bIns="45720" rtlCol="0">
            <a:normAutofit fontScale="92500" lnSpcReduction="10000"/>
          </a:bodyPr>
          <a:lstStyle/>
          <a:p>
            <a:pPr indent="-228600" algn="just">
              <a:lnSpc>
                <a:spcPct val="90000"/>
              </a:lnSpc>
              <a:spcAft>
                <a:spcPts val="600"/>
              </a:spcAft>
              <a:buFont typeface="Arial" panose="020B0604020202020204" pitchFamily="34" charset="0"/>
              <a:buChar char="•"/>
            </a:pPr>
            <a:r>
              <a:rPr lang="en-US" b="1" dirty="0"/>
              <a:t>Data </a:t>
            </a:r>
          </a:p>
          <a:p>
            <a:pPr marL="742950" lvl="1" indent="-285750" algn="just">
              <a:lnSpc>
                <a:spcPct val="90000"/>
              </a:lnSpc>
              <a:spcAft>
                <a:spcPts val="600"/>
              </a:spcAft>
              <a:buFont typeface="Courier New" panose="02070309020205020404" pitchFamily="49" charset="0"/>
              <a:buChar char="o"/>
            </a:pPr>
            <a:r>
              <a:rPr lang="en-US" dirty="0"/>
              <a:t>Breast Cancer Wisconsin (Diagnostic)       Data Set</a:t>
            </a:r>
          </a:p>
          <a:p>
            <a:pPr algn="just">
              <a:lnSpc>
                <a:spcPct val="90000"/>
              </a:lnSpc>
              <a:spcAft>
                <a:spcPts val="600"/>
              </a:spcAft>
            </a:pPr>
            <a:endParaRPr lang="en-US" dirty="0"/>
          </a:p>
          <a:p>
            <a:pPr indent="-228600" algn="just">
              <a:lnSpc>
                <a:spcPct val="90000"/>
              </a:lnSpc>
              <a:spcAft>
                <a:spcPts val="600"/>
              </a:spcAft>
              <a:buFont typeface="Arial" panose="020B0604020202020204" pitchFamily="34" charset="0"/>
              <a:buChar char="•"/>
            </a:pPr>
            <a:r>
              <a:rPr lang="en-US" b="1" dirty="0"/>
              <a:t>Source</a:t>
            </a:r>
          </a:p>
          <a:p>
            <a:pPr marL="742950" lvl="1" indent="-285750" algn="just">
              <a:lnSpc>
                <a:spcPct val="90000"/>
              </a:lnSpc>
              <a:spcAft>
                <a:spcPts val="600"/>
              </a:spcAft>
              <a:buFont typeface="Courier New" panose="02070309020205020404" pitchFamily="49" charset="0"/>
              <a:buChar char="o"/>
            </a:pPr>
            <a:r>
              <a:rPr lang="en-US" dirty="0"/>
              <a:t>Kaggle</a:t>
            </a:r>
          </a:p>
          <a:p>
            <a:pPr algn="just">
              <a:lnSpc>
                <a:spcPct val="90000"/>
              </a:lnSpc>
              <a:spcAft>
                <a:spcPts val="600"/>
              </a:spcAft>
            </a:pPr>
            <a:endParaRPr lang="en-US" dirty="0"/>
          </a:p>
          <a:p>
            <a:pPr indent="-228600" algn="just">
              <a:lnSpc>
                <a:spcPct val="90000"/>
              </a:lnSpc>
              <a:spcAft>
                <a:spcPts val="600"/>
              </a:spcAft>
              <a:buFont typeface="Arial" panose="020B0604020202020204" pitchFamily="34" charset="0"/>
              <a:buChar char="•"/>
            </a:pPr>
            <a:r>
              <a:rPr lang="en-US" b="1" dirty="0"/>
              <a:t>Features</a:t>
            </a:r>
          </a:p>
          <a:p>
            <a:pPr marL="742950" lvl="1" indent="-285750" algn="just">
              <a:lnSpc>
                <a:spcPct val="90000"/>
              </a:lnSpc>
              <a:spcAft>
                <a:spcPts val="600"/>
              </a:spcAft>
              <a:buFont typeface="Courier New" panose="02070309020205020404" pitchFamily="49" charset="0"/>
              <a:buChar char="o"/>
            </a:pPr>
            <a:r>
              <a:rPr lang="en-US" dirty="0"/>
              <a:t>are computed from a digitized image of     describing characteristics of the cell nuclei</a:t>
            </a:r>
          </a:p>
          <a:p>
            <a:pPr algn="just">
              <a:lnSpc>
                <a:spcPct val="90000"/>
              </a:lnSpc>
              <a:spcAft>
                <a:spcPts val="600"/>
              </a:spcAft>
            </a:pPr>
            <a:endParaRPr lang="en-US" dirty="0"/>
          </a:p>
          <a:p>
            <a:pPr indent="-228600" algn="just">
              <a:lnSpc>
                <a:spcPct val="90000"/>
              </a:lnSpc>
              <a:spcAft>
                <a:spcPts val="600"/>
              </a:spcAft>
              <a:buFont typeface="Arial" panose="020B0604020202020204" pitchFamily="34" charset="0"/>
              <a:buChar char="•"/>
            </a:pPr>
            <a:r>
              <a:rPr lang="en-US" b="1" dirty="0"/>
              <a:t>Data size </a:t>
            </a:r>
          </a:p>
          <a:p>
            <a:pPr marL="742950" lvl="1" indent="-285750" algn="just">
              <a:lnSpc>
                <a:spcPct val="90000"/>
              </a:lnSpc>
              <a:spcAft>
                <a:spcPts val="600"/>
              </a:spcAft>
              <a:buFont typeface="Courier New" panose="02070309020205020404" pitchFamily="49" charset="0"/>
              <a:buChar char="o"/>
            </a:pPr>
            <a:r>
              <a:rPr lang="en-US" dirty="0"/>
              <a:t>569 rows × 33 columns before cleaning</a:t>
            </a:r>
          </a:p>
        </p:txBody>
      </p:sp>
      <p:pic>
        <p:nvPicPr>
          <p:cNvPr id="3" name="Picture 2" descr="A table with numbers and lines&#10;&#10;AI-generated content may be incorrect.">
            <a:extLst>
              <a:ext uri="{FF2B5EF4-FFF2-40B4-BE49-F238E27FC236}">
                <a16:creationId xmlns:a16="http://schemas.microsoft.com/office/drawing/2014/main" id="{47A9AC9F-432D-3BD7-7E15-809CC2F6DE92}"/>
              </a:ext>
            </a:extLst>
          </p:cNvPr>
          <p:cNvPicPr>
            <a:picLocks noChangeAspect="1"/>
          </p:cNvPicPr>
          <p:nvPr/>
        </p:nvPicPr>
        <p:blipFill>
          <a:blip r:embed="rId3"/>
          <a:stretch>
            <a:fillRect/>
          </a:stretch>
        </p:blipFill>
        <p:spPr>
          <a:xfrm>
            <a:off x="6096000" y="1535374"/>
            <a:ext cx="5452533" cy="3582536"/>
          </a:xfrm>
          <a:prstGeom prst="rect">
            <a:avLst/>
          </a:prstGeom>
        </p:spPr>
      </p:pic>
    </p:spTree>
    <p:extLst>
      <p:ext uri="{BB962C8B-B14F-4D97-AF65-F5344CB8AC3E}">
        <p14:creationId xmlns:p14="http://schemas.microsoft.com/office/powerpoint/2010/main" val="3099903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750AF7-A0C3-1D84-9A2C-3753339137B2}"/>
            </a:ext>
          </a:extLst>
        </p:cNvPr>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A96C6F-92C7-299F-C9A8-33C3E140CD55}"/>
              </a:ext>
            </a:extLst>
          </p:cNvPr>
          <p:cNvSpPr>
            <a:spLocks noGrp="1"/>
          </p:cNvSpPr>
          <p:nvPr>
            <p:ph type="title"/>
          </p:nvPr>
        </p:nvSpPr>
        <p:spPr>
          <a:xfrm>
            <a:off x="1137034" y="603622"/>
            <a:ext cx="5323531" cy="1330843"/>
          </a:xfrm>
        </p:spPr>
        <p:txBody>
          <a:bodyPr vert="horz" lIns="91440" tIns="45720" rIns="91440" bIns="45720" rtlCol="0" anchor="ctr">
            <a:normAutofit/>
          </a:bodyPr>
          <a:lstStyle/>
          <a:p>
            <a:r>
              <a:rPr lang="en-US" b="1" kern="1200">
                <a:solidFill>
                  <a:schemeClr val="tx1"/>
                </a:solidFill>
                <a:latin typeface="+mj-lt"/>
                <a:ea typeface="+mj-ea"/>
                <a:cs typeface="+mj-cs"/>
              </a:rPr>
              <a:t>Data Exploration and Cleaning </a:t>
            </a:r>
          </a:p>
        </p:txBody>
      </p:sp>
      <p:sp>
        <p:nvSpPr>
          <p:cNvPr id="5" name="TextBox 4">
            <a:extLst>
              <a:ext uri="{FF2B5EF4-FFF2-40B4-BE49-F238E27FC236}">
                <a16:creationId xmlns:a16="http://schemas.microsoft.com/office/drawing/2014/main" id="{EC854ABF-6947-05FC-71BF-65C9BD8AF22C}"/>
              </a:ext>
            </a:extLst>
          </p:cNvPr>
          <p:cNvSpPr txBox="1"/>
          <p:nvPr/>
        </p:nvSpPr>
        <p:spPr>
          <a:xfrm>
            <a:off x="1137034" y="2194103"/>
            <a:ext cx="5066885" cy="3908586"/>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1400" b="1"/>
              <a:t>To be removed</a:t>
            </a:r>
          </a:p>
          <a:p>
            <a:pPr marL="742950" lvl="1" indent="-228600">
              <a:lnSpc>
                <a:spcPct val="90000"/>
              </a:lnSpc>
              <a:spcAft>
                <a:spcPts val="600"/>
              </a:spcAft>
              <a:buFont typeface="Arial" panose="020B0604020202020204" pitchFamily="34" charset="0"/>
              <a:buChar char="•"/>
            </a:pPr>
            <a:r>
              <a:rPr lang="en-US" sz="1400" b="1"/>
              <a:t>Id</a:t>
            </a:r>
            <a:r>
              <a:rPr lang="en-US" sz="1400"/>
              <a:t> cannot be used for classification</a:t>
            </a:r>
          </a:p>
          <a:p>
            <a:pPr marL="742950" lvl="1" indent="-228600">
              <a:lnSpc>
                <a:spcPct val="90000"/>
              </a:lnSpc>
              <a:spcAft>
                <a:spcPts val="600"/>
              </a:spcAft>
              <a:buFont typeface="Arial" panose="020B0604020202020204" pitchFamily="34" charset="0"/>
              <a:buChar char="•"/>
            </a:pPr>
            <a:r>
              <a:rPr lang="en-US" sz="1400" b="1"/>
              <a:t>Unnamed</a:t>
            </a:r>
            <a:r>
              <a:rPr lang="en-US" sz="1400"/>
              <a:t> includes NaN</a:t>
            </a:r>
          </a:p>
          <a:p>
            <a:pPr indent="-228600">
              <a:lnSpc>
                <a:spcPct val="90000"/>
              </a:lnSpc>
              <a:spcAft>
                <a:spcPts val="600"/>
              </a:spcAft>
              <a:buFont typeface="Arial" panose="020B0604020202020204" pitchFamily="34" charset="0"/>
              <a:buChar char="•"/>
            </a:pPr>
            <a:endParaRPr lang="en-US" sz="1400"/>
          </a:p>
          <a:p>
            <a:pPr marL="285750" indent="-228600">
              <a:lnSpc>
                <a:spcPct val="90000"/>
              </a:lnSpc>
              <a:spcAft>
                <a:spcPts val="600"/>
              </a:spcAft>
              <a:buFont typeface="Arial" panose="020B0604020202020204" pitchFamily="34" charset="0"/>
              <a:buChar char="•"/>
            </a:pPr>
            <a:r>
              <a:rPr lang="en-US" sz="1400"/>
              <a:t>After cleaning</a:t>
            </a:r>
          </a:p>
          <a:p>
            <a:pPr marL="742950" lvl="1" indent="-228600">
              <a:lnSpc>
                <a:spcPct val="90000"/>
              </a:lnSpc>
              <a:spcAft>
                <a:spcPts val="600"/>
              </a:spcAft>
              <a:buFont typeface="Arial" panose="020B0604020202020204" pitchFamily="34" charset="0"/>
              <a:buChar char="•"/>
            </a:pPr>
            <a:r>
              <a:rPr lang="en-US" sz="1400"/>
              <a:t>No more </a:t>
            </a:r>
            <a:r>
              <a:rPr lang="en-US" sz="1400" b="1"/>
              <a:t>Missing</a:t>
            </a:r>
            <a:r>
              <a:rPr lang="en-US" sz="1400"/>
              <a:t> found</a:t>
            </a:r>
          </a:p>
          <a:p>
            <a:pPr indent="-228600">
              <a:lnSpc>
                <a:spcPct val="90000"/>
              </a:lnSpc>
              <a:spcAft>
                <a:spcPts val="600"/>
              </a:spcAft>
              <a:buFont typeface="Arial" panose="020B0604020202020204" pitchFamily="34" charset="0"/>
              <a:buChar char="•"/>
            </a:pPr>
            <a:endParaRPr lang="en-US" sz="1400"/>
          </a:p>
          <a:p>
            <a:pPr marL="285750" indent="-228600">
              <a:lnSpc>
                <a:spcPct val="90000"/>
              </a:lnSpc>
              <a:spcAft>
                <a:spcPts val="600"/>
              </a:spcAft>
              <a:buFont typeface="Arial" panose="020B0604020202020204" pitchFamily="34" charset="0"/>
              <a:buChar char="•"/>
            </a:pPr>
            <a:r>
              <a:rPr lang="en-US" sz="1400" b="1"/>
              <a:t>Diagnosis</a:t>
            </a:r>
            <a:r>
              <a:rPr lang="en-US" sz="1400"/>
              <a:t> is to be used as class labels:</a:t>
            </a:r>
          </a:p>
          <a:p>
            <a:pPr marL="800100" lvl="1" indent="-228600">
              <a:lnSpc>
                <a:spcPct val="90000"/>
              </a:lnSpc>
              <a:spcAft>
                <a:spcPts val="600"/>
              </a:spcAft>
              <a:buFont typeface="Arial" panose="020B0604020202020204" pitchFamily="34" charset="0"/>
              <a:buChar char="•"/>
            </a:pPr>
            <a:r>
              <a:rPr lang="en-US" sz="1400"/>
              <a:t>‘</a:t>
            </a:r>
            <a:r>
              <a:rPr lang="en-US" sz="1400" b="1"/>
              <a:t>M</a:t>
            </a:r>
            <a:r>
              <a:rPr lang="en-US" sz="1400"/>
              <a:t>’ = Malignant, Cancerous (potentially dangerous)</a:t>
            </a:r>
          </a:p>
          <a:p>
            <a:pPr marL="800100" lvl="1" indent="-228600">
              <a:lnSpc>
                <a:spcPct val="90000"/>
              </a:lnSpc>
              <a:spcAft>
                <a:spcPts val="600"/>
              </a:spcAft>
              <a:buFont typeface="Arial" panose="020B0604020202020204" pitchFamily="34" charset="0"/>
              <a:buChar char="•"/>
            </a:pPr>
            <a:r>
              <a:rPr lang="en-US" sz="1400"/>
              <a:t>‘</a:t>
            </a:r>
            <a:r>
              <a:rPr lang="en-US" sz="1400" b="1"/>
              <a:t>B</a:t>
            </a:r>
            <a:r>
              <a:rPr lang="en-US" sz="1400"/>
              <a:t>’ = Benign, Non-cancerous</a:t>
            </a:r>
          </a:p>
          <a:p>
            <a:pPr lvl="1" indent="-228600">
              <a:lnSpc>
                <a:spcPct val="90000"/>
              </a:lnSpc>
              <a:spcAft>
                <a:spcPts val="600"/>
              </a:spcAft>
              <a:buFont typeface="Arial" panose="020B0604020202020204" pitchFamily="34" charset="0"/>
              <a:buChar char="•"/>
            </a:pPr>
            <a:endParaRPr lang="en-US" sz="1400"/>
          </a:p>
          <a:p>
            <a:pPr marL="342900" indent="-228600">
              <a:lnSpc>
                <a:spcPct val="90000"/>
              </a:lnSpc>
              <a:spcAft>
                <a:spcPts val="600"/>
              </a:spcAft>
              <a:buFont typeface="Arial" panose="020B0604020202020204" pitchFamily="34" charset="0"/>
              <a:buChar char="•"/>
            </a:pPr>
            <a:r>
              <a:rPr lang="en-US" sz="1400"/>
              <a:t>10 real-valued features and 3 values are computed for each nucleus</a:t>
            </a:r>
          </a:p>
          <a:p>
            <a:pPr marL="800100" lvl="1" indent="-228600">
              <a:lnSpc>
                <a:spcPct val="90000"/>
              </a:lnSpc>
              <a:spcAft>
                <a:spcPts val="600"/>
              </a:spcAft>
              <a:buFont typeface="Arial" panose="020B0604020202020204" pitchFamily="34" charset="0"/>
              <a:buChar char="•"/>
            </a:pPr>
            <a:r>
              <a:rPr lang="en-US" sz="1400"/>
              <a:t> Resulting in </a:t>
            </a:r>
            <a:r>
              <a:rPr lang="en-US" sz="1400" b="1"/>
              <a:t>30 features</a:t>
            </a:r>
            <a:r>
              <a:rPr lang="en-US" sz="1400"/>
              <a:t>. </a:t>
            </a:r>
          </a:p>
        </p:txBody>
      </p:sp>
      <p:sp>
        <p:nvSpPr>
          <p:cNvPr id="83" name="Freeform: Shape 82">
            <a:extLst>
              <a:ext uri="{FF2B5EF4-FFF2-40B4-BE49-F238E27FC236}">
                <a16:creationId xmlns:a16="http://schemas.microsoft.com/office/drawing/2014/main" id="{5C27D684-2832-41BD-AC29-838243B80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3366" y="0"/>
            <a:ext cx="4918634" cy="6858000"/>
          </a:xfrm>
          <a:custGeom>
            <a:avLst/>
            <a:gdLst>
              <a:gd name="connsiteX0" fmla="*/ 1321253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04089 w 4897678"/>
              <a:gd name="connsiteY81" fmla="*/ 600848 h 6858000"/>
              <a:gd name="connsiteX82" fmla="*/ 1303453 w 4897678"/>
              <a:gd name="connsiteY82" fmla="*/ 554481 h 6858000"/>
              <a:gd name="connsiteX83" fmla="*/ 1260447 w 4897678"/>
              <a:gd name="connsiteY83" fmla="*/ 449658 h 6858000"/>
              <a:gd name="connsiteX84" fmla="*/ 1265072 w 4897678"/>
              <a:gd name="connsiteY84" fmla="*/ 352797 h 6858000"/>
              <a:gd name="connsiteX85" fmla="*/ 1275970 w 4897678"/>
              <a:gd name="connsiteY85" fmla="*/ 206812 h 6858000"/>
              <a:gd name="connsiteX86" fmla="*/ 1279582 w 4897678"/>
              <a:gd name="connsiteY86" fmla="*/ 140400 h 6858000"/>
              <a:gd name="connsiteX87" fmla="*/ 1279125 w 4897678"/>
              <a:gd name="connsiteY87" fmla="*/ 127605 h 6858000"/>
              <a:gd name="connsiteX88" fmla="*/ 1290126 w 4897678"/>
              <a:gd name="connsiteY88" fmla="*/ 68981 h 6858000"/>
              <a:gd name="connsiteX89" fmla="*/ 1296403 w 4897678"/>
              <a:gd name="connsiteY89" fmla="*/ 57111 h 6858000"/>
              <a:gd name="connsiteX90" fmla="*/ 1319538 w 4897678"/>
              <a:gd name="connsiteY90" fmla="*/ 13130 h 6858000"/>
              <a:gd name="connsiteX0" fmla="*/ 1321253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04089 w 4897678"/>
              <a:gd name="connsiteY81" fmla="*/ 600848 h 6858000"/>
              <a:gd name="connsiteX82" fmla="*/ 1303453 w 4897678"/>
              <a:gd name="connsiteY82" fmla="*/ 554481 h 6858000"/>
              <a:gd name="connsiteX83" fmla="*/ 1260447 w 4897678"/>
              <a:gd name="connsiteY83" fmla="*/ 449658 h 6858000"/>
              <a:gd name="connsiteX84" fmla="*/ 1265072 w 4897678"/>
              <a:gd name="connsiteY84" fmla="*/ 352797 h 6858000"/>
              <a:gd name="connsiteX85" fmla="*/ 1442766 w 4897678"/>
              <a:gd name="connsiteY85" fmla="*/ 236597 h 6858000"/>
              <a:gd name="connsiteX86" fmla="*/ 1279582 w 4897678"/>
              <a:gd name="connsiteY86" fmla="*/ 140400 h 6858000"/>
              <a:gd name="connsiteX87" fmla="*/ 1279125 w 4897678"/>
              <a:gd name="connsiteY87" fmla="*/ 127605 h 6858000"/>
              <a:gd name="connsiteX88" fmla="*/ 1290126 w 4897678"/>
              <a:gd name="connsiteY88" fmla="*/ 68981 h 6858000"/>
              <a:gd name="connsiteX89" fmla="*/ 1296403 w 4897678"/>
              <a:gd name="connsiteY89" fmla="*/ 57111 h 6858000"/>
              <a:gd name="connsiteX90" fmla="*/ 1319538 w 4897678"/>
              <a:gd name="connsiteY90" fmla="*/ 13130 h 6858000"/>
              <a:gd name="connsiteX91" fmla="*/ 1321253 w 4897678"/>
              <a:gd name="connsiteY91" fmla="*/ 0 h 6858000"/>
              <a:gd name="connsiteX0" fmla="*/ 1321253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04089 w 4897678"/>
              <a:gd name="connsiteY81" fmla="*/ 600848 h 6858000"/>
              <a:gd name="connsiteX82" fmla="*/ 1303453 w 4897678"/>
              <a:gd name="connsiteY82" fmla="*/ 554481 h 6858000"/>
              <a:gd name="connsiteX83" fmla="*/ 1260447 w 4897678"/>
              <a:gd name="connsiteY83" fmla="*/ 449658 h 6858000"/>
              <a:gd name="connsiteX84" fmla="*/ 1384212 w 4897678"/>
              <a:gd name="connsiteY84" fmla="*/ 334926 h 6858000"/>
              <a:gd name="connsiteX85" fmla="*/ 1442766 w 4897678"/>
              <a:gd name="connsiteY85" fmla="*/ 236597 h 6858000"/>
              <a:gd name="connsiteX86" fmla="*/ 1279582 w 4897678"/>
              <a:gd name="connsiteY86" fmla="*/ 140400 h 6858000"/>
              <a:gd name="connsiteX87" fmla="*/ 1279125 w 4897678"/>
              <a:gd name="connsiteY87" fmla="*/ 127605 h 6858000"/>
              <a:gd name="connsiteX88" fmla="*/ 1290126 w 4897678"/>
              <a:gd name="connsiteY88" fmla="*/ 68981 h 6858000"/>
              <a:gd name="connsiteX89" fmla="*/ 1296403 w 4897678"/>
              <a:gd name="connsiteY89" fmla="*/ 57111 h 6858000"/>
              <a:gd name="connsiteX90" fmla="*/ 1319538 w 4897678"/>
              <a:gd name="connsiteY90" fmla="*/ 13130 h 6858000"/>
              <a:gd name="connsiteX91" fmla="*/ 1321253 w 4897678"/>
              <a:gd name="connsiteY91" fmla="*/ 0 h 6858000"/>
              <a:gd name="connsiteX0" fmla="*/ 1321253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04089 w 4897678"/>
              <a:gd name="connsiteY81" fmla="*/ 600848 h 6858000"/>
              <a:gd name="connsiteX82" fmla="*/ 1303453 w 4897678"/>
              <a:gd name="connsiteY82" fmla="*/ 554481 h 6858000"/>
              <a:gd name="connsiteX83" fmla="*/ 1349802 w 4897678"/>
              <a:gd name="connsiteY83" fmla="*/ 431787 h 6858000"/>
              <a:gd name="connsiteX84" fmla="*/ 1384212 w 4897678"/>
              <a:gd name="connsiteY84" fmla="*/ 334926 h 6858000"/>
              <a:gd name="connsiteX85" fmla="*/ 1442766 w 4897678"/>
              <a:gd name="connsiteY85" fmla="*/ 236597 h 6858000"/>
              <a:gd name="connsiteX86" fmla="*/ 1279582 w 4897678"/>
              <a:gd name="connsiteY86" fmla="*/ 140400 h 6858000"/>
              <a:gd name="connsiteX87" fmla="*/ 1279125 w 4897678"/>
              <a:gd name="connsiteY87" fmla="*/ 127605 h 6858000"/>
              <a:gd name="connsiteX88" fmla="*/ 1290126 w 4897678"/>
              <a:gd name="connsiteY88" fmla="*/ 68981 h 6858000"/>
              <a:gd name="connsiteX89" fmla="*/ 1296403 w 4897678"/>
              <a:gd name="connsiteY89" fmla="*/ 57111 h 6858000"/>
              <a:gd name="connsiteX90" fmla="*/ 1319538 w 4897678"/>
              <a:gd name="connsiteY90" fmla="*/ 13130 h 6858000"/>
              <a:gd name="connsiteX91" fmla="*/ 1321253 w 4897678"/>
              <a:gd name="connsiteY91" fmla="*/ 0 h 6858000"/>
              <a:gd name="connsiteX0" fmla="*/ 1321253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04089 w 4897678"/>
              <a:gd name="connsiteY81" fmla="*/ 600848 h 6858000"/>
              <a:gd name="connsiteX82" fmla="*/ 1357066 w 4897678"/>
              <a:gd name="connsiteY82" fmla="*/ 530653 h 6858000"/>
              <a:gd name="connsiteX83" fmla="*/ 1349802 w 4897678"/>
              <a:gd name="connsiteY83" fmla="*/ 431787 h 6858000"/>
              <a:gd name="connsiteX84" fmla="*/ 1384212 w 4897678"/>
              <a:gd name="connsiteY84" fmla="*/ 334926 h 6858000"/>
              <a:gd name="connsiteX85" fmla="*/ 1442766 w 4897678"/>
              <a:gd name="connsiteY85" fmla="*/ 236597 h 6858000"/>
              <a:gd name="connsiteX86" fmla="*/ 1279582 w 4897678"/>
              <a:gd name="connsiteY86" fmla="*/ 140400 h 6858000"/>
              <a:gd name="connsiteX87" fmla="*/ 1279125 w 4897678"/>
              <a:gd name="connsiteY87" fmla="*/ 127605 h 6858000"/>
              <a:gd name="connsiteX88" fmla="*/ 1290126 w 4897678"/>
              <a:gd name="connsiteY88" fmla="*/ 68981 h 6858000"/>
              <a:gd name="connsiteX89" fmla="*/ 1296403 w 4897678"/>
              <a:gd name="connsiteY89" fmla="*/ 57111 h 6858000"/>
              <a:gd name="connsiteX90" fmla="*/ 1319538 w 4897678"/>
              <a:gd name="connsiteY90" fmla="*/ 13130 h 6858000"/>
              <a:gd name="connsiteX91" fmla="*/ 1321253 w 4897678"/>
              <a:gd name="connsiteY91" fmla="*/ 0 h 6858000"/>
              <a:gd name="connsiteX0" fmla="*/ 1321253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63659 w 4897678"/>
              <a:gd name="connsiteY81" fmla="*/ 600848 h 6858000"/>
              <a:gd name="connsiteX82" fmla="*/ 1357066 w 4897678"/>
              <a:gd name="connsiteY82" fmla="*/ 530653 h 6858000"/>
              <a:gd name="connsiteX83" fmla="*/ 1349802 w 4897678"/>
              <a:gd name="connsiteY83" fmla="*/ 431787 h 6858000"/>
              <a:gd name="connsiteX84" fmla="*/ 1384212 w 4897678"/>
              <a:gd name="connsiteY84" fmla="*/ 334926 h 6858000"/>
              <a:gd name="connsiteX85" fmla="*/ 1442766 w 4897678"/>
              <a:gd name="connsiteY85" fmla="*/ 236597 h 6858000"/>
              <a:gd name="connsiteX86" fmla="*/ 1279582 w 4897678"/>
              <a:gd name="connsiteY86" fmla="*/ 140400 h 6858000"/>
              <a:gd name="connsiteX87" fmla="*/ 1279125 w 4897678"/>
              <a:gd name="connsiteY87" fmla="*/ 127605 h 6858000"/>
              <a:gd name="connsiteX88" fmla="*/ 1290126 w 4897678"/>
              <a:gd name="connsiteY88" fmla="*/ 68981 h 6858000"/>
              <a:gd name="connsiteX89" fmla="*/ 1296403 w 4897678"/>
              <a:gd name="connsiteY89" fmla="*/ 57111 h 6858000"/>
              <a:gd name="connsiteX90" fmla="*/ 1319538 w 4897678"/>
              <a:gd name="connsiteY90" fmla="*/ 13130 h 6858000"/>
              <a:gd name="connsiteX91" fmla="*/ 1321253 w 4897678"/>
              <a:gd name="connsiteY91" fmla="*/ 0 h 6858000"/>
              <a:gd name="connsiteX0" fmla="*/ 1321253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63659 w 4897678"/>
              <a:gd name="connsiteY81" fmla="*/ 600848 h 6858000"/>
              <a:gd name="connsiteX82" fmla="*/ 1357066 w 4897678"/>
              <a:gd name="connsiteY82" fmla="*/ 530653 h 6858000"/>
              <a:gd name="connsiteX83" fmla="*/ 1349802 w 4897678"/>
              <a:gd name="connsiteY83" fmla="*/ 431787 h 6858000"/>
              <a:gd name="connsiteX84" fmla="*/ 1384212 w 4897678"/>
              <a:gd name="connsiteY84" fmla="*/ 334926 h 6858000"/>
              <a:gd name="connsiteX85" fmla="*/ 1442766 w 4897678"/>
              <a:gd name="connsiteY85" fmla="*/ 236597 h 6858000"/>
              <a:gd name="connsiteX86" fmla="*/ 1279582 w 4897678"/>
              <a:gd name="connsiteY86" fmla="*/ 140400 h 6858000"/>
              <a:gd name="connsiteX87" fmla="*/ 1290126 w 4897678"/>
              <a:gd name="connsiteY87" fmla="*/ 68981 h 6858000"/>
              <a:gd name="connsiteX88" fmla="*/ 1296403 w 4897678"/>
              <a:gd name="connsiteY88" fmla="*/ 57111 h 6858000"/>
              <a:gd name="connsiteX89" fmla="*/ 1319538 w 4897678"/>
              <a:gd name="connsiteY89" fmla="*/ 13130 h 6858000"/>
              <a:gd name="connsiteX90" fmla="*/ 1321253 w 4897678"/>
              <a:gd name="connsiteY90" fmla="*/ 0 h 6858000"/>
              <a:gd name="connsiteX0" fmla="*/ 1321253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63659 w 4897678"/>
              <a:gd name="connsiteY81" fmla="*/ 600848 h 6858000"/>
              <a:gd name="connsiteX82" fmla="*/ 1357066 w 4897678"/>
              <a:gd name="connsiteY82" fmla="*/ 530653 h 6858000"/>
              <a:gd name="connsiteX83" fmla="*/ 1349802 w 4897678"/>
              <a:gd name="connsiteY83" fmla="*/ 431787 h 6858000"/>
              <a:gd name="connsiteX84" fmla="*/ 1384212 w 4897678"/>
              <a:gd name="connsiteY84" fmla="*/ 334926 h 6858000"/>
              <a:gd name="connsiteX85" fmla="*/ 1442766 w 4897678"/>
              <a:gd name="connsiteY85" fmla="*/ 236597 h 6858000"/>
              <a:gd name="connsiteX86" fmla="*/ 1470206 w 4897678"/>
              <a:gd name="connsiteY86" fmla="*/ 182099 h 6858000"/>
              <a:gd name="connsiteX87" fmla="*/ 1290126 w 4897678"/>
              <a:gd name="connsiteY87" fmla="*/ 68981 h 6858000"/>
              <a:gd name="connsiteX88" fmla="*/ 1296403 w 4897678"/>
              <a:gd name="connsiteY88" fmla="*/ 57111 h 6858000"/>
              <a:gd name="connsiteX89" fmla="*/ 1319538 w 4897678"/>
              <a:gd name="connsiteY89" fmla="*/ 13130 h 6858000"/>
              <a:gd name="connsiteX90" fmla="*/ 1321253 w 4897678"/>
              <a:gd name="connsiteY90" fmla="*/ 0 h 6858000"/>
              <a:gd name="connsiteX0" fmla="*/ 1321253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63659 w 4897678"/>
              <a:gd name="connsiteY81" fmla="*/ 600848 h 6858000"/>
              <a:gd name="connsiteX82" fmla="*/ 1357066 w 4897678"/>
              <a:gd name="connsiteY82" fmla="*/ 530653 h 6858000"/>
              <a:gd name="connsiteX83" fmla="*/ 1349802 w 4897678"/>
              <a:gd name="connsiteY83" fmla="*/ 431787 h 6858000"/>
              <a:gd name="connsiteX84" fmla="*/ 1384212 w 4897678"/>
              <a:gd name="connsiteY84" fmla="*/ 334926 h 6858000"/>
              <a:gd name="connsiteX85" fmla="*/ 1442766 w 4897678"/>
              <a:gd name="connsiteY85" fmla="*/ 236597 h 6858000"/>
              <a:gd name="connsiteX86" fmla="*/ 1470206 w 4897678"/>
              <a:gd name="connsiteY86" fmla="*/ 182099 h 6858000"/>
              <a:gd name="connsiteX87" fmla="*/ 1290126 w 4897678"/>
              <a:gd name="connsiteY87" fmla="*/ 68981 h 6858000"/>
              <a:gd name="connsiteX88" fmla="*/ 1481070 w 4897678"/>
              <a:gd name="connsiteY88" fmla="*/ 69025 h 6858000"/>
              <a:gd name="connsiteX89" fmla="*/ 1319538 w 4897678"/>
              <a:gd name="connsiteY89" fmla="*/ 13130 h 6858000"/>
              <a:gd name="connsiteX90" fmla="*/ 1321253 w 4897678"/>
              <a:gd name="connsiteY90" fmla="*/ 0 h 6858000"/>
              <a:gd name="connsiteX0" fmla="*/ 1321253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63659 w 4897678"/>
              <a:gd name="connsiteY81" fmla="*/ 600848 h 6858000"/>
              <a:gd name="connsiteX82" fmla="*/ 1357066 w 4897678"/>
              <a:gd name="connsiteY82" fmla="*/ 530653 h 6858000"/>
              <a:gd name="connsiteX83" fmla="*/ 1349802 w 4897678"/>
              <a:gd name="connsiteY83" fmla="*/ 431787 h 6858000"/>
              <a:gd name="connsiteX84" fmla="*/ 1384212 w 4897678"/>
              <a:gd name="connsiteY84" fmla="*/ 334926 h 6858000"/>
              <a:gd name="connsiteX85" fmla="*/ 1442766 w 4897678"/>
              <a:gd name="connsiteY85" fmla="*/ 236597 h 6858000"/>
              <a:gd name="connsiteX86" fmla="*/ 1470206 w 4897678"/>
              <a:gd name="connsiteY86" fmla="*/ 182099 h 6858000"/>
              <a:gd name="connsiteX87" fmla="*/ 1462879 w 4897678"/>
              <a:gd name="connsiteY87" fmla="*/ 128551 h 6858000"/>
              <a:gd name="connsiteX88" fmla="*/ 1481070 w 4897678"/>
              <a:gd name="connsiteY88" fmla="*/ 69025 h 6858000"/>
              <a:gd name="connsiteX89" fmla="*/ 1319538 w 4897678"/>
              <a:gd name="connsiteY89" fmla="*/ 13130 h 6858000"/>
              <a:gd name="connsiteX90" fmla="*/ 1321253 w 4897678"/>
              <a:gd name="connsiteY90"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63659 w 4897678"/>
              <a:gd name="connsiteY81" fmla="*/ 600848 h 6858000"/>
              <a:gd name="connsiteX82" fmla="*/ 1357066 w 4897678"/>
              <a:gd name="connsiteY82" fmla="*/ 530653 h 6858000"/>
              <a:gd name="connsiteX83" fmla="*/ 1349802 w 4897678"/>
              <a:gd name="connsiteY83" fmla="*/ 431787 h 6858000"/>
              <a:gd name="connsiteX84" fmla="*/ 1384212 w 4897678"/>
              <a:gd name="connsiteY84" fmla="*/ 334926 h 6858000"/>
              <a:gd name="connsiteX85" fmla="*/ 1442766 w 4897678"/>
              <a:gd name="connsiteY85" fmla="*/ 236597 h 6858000"/>
              <a:gd name="connsiteX86" fmla="*/ 1470206 w 4897678"/>
              <a:gd name="connsiteY86" fmla="*/ 182099 h 6858000"/>
              <a:gd name="connsiteX87" fmla="*/ 1462879 w 4897678"/>
              <a:gd name="connsiteY87" fmla="*/ 128551 h 6858000"/>
              <a:gd name="connsiteX88" fmla="*/ 1481070 w 4897678"/>
              <a:gd name="connsiteY88" fmla="*/ 69025 h 6858000"/>
              <a:gd name="connsiteX89" fmla="*/ 1319538 w 4897678"/>
              <a:gd name="connsiteY89" fmla="*/ 13130 h 6858000"/>
              <a:gd name="connsiteX90" fmla="*/ 1553576 w 4897678"/>
              <a:gd name="connsiteY90"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63659 w 4897678"/>
              <a:gd name="connsiteY81" fmla="*/ 600848 h 6858000"/>
              <a:gd name="connsiteX82" fmla="*/ 1357066 w 4897678"/>
              <a:gd name="connsiteY82" fmla="*/ 530653 h 6858000"/>
              <a:gd name="connsiteX83" fmla="*/ 1349802 w 4897678"/>
              <a:gd name="connsiteY83" fmla="*/ 431787 h 6858000"/>
              <a:gd name="connsiteX84" fmla="*/ 1384212 w 4897678"/>
              <a:gd name="connsiteY84" fmla="*/ 334926 h 6858000"/>
              <a:gd name="connsiteX85" fmla="*/ 1442766 w 4897678"/>
              <a:gd name="connsiteY85" fmla="*/ 236597 h 6858000"/>
              <a:gd name="connsiteX86" fmla="*/ 1470206 w 4897678"/>
              <a:gd name="connsiteY86" fmla="*/ 182099 h 6858000"/>
              <a:gd name="connsiteX87" fmla="*/ 1462879 w 4897678"/>
              <a:gd name="connsiteY87" fmla="*/ 128551 h 6858000"/>
              <a:gd name="connsiteX88" fmla="*/ 1481070 w 4897678"/>
              <a:gd name="connsiteY88" fmla="*/ 69025 h 6858000"/>
              <a:gd name="connsiteX89" fmla="*/ 1504205 w 4897678"/>
              <a:gd name="connsiteY89" fmla="*/ 42915 h 6858000"/>
              <a:gd name="connsiteX90" fmla="*/ 1553576 w 4897678"/>
              <a:gd name="connsiteY90"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63659 w 4897678"/>
              <a:gd name="connsiteY81" fmla="*/ 600848 h 6858000"/>
              <a:gd name="connsiteX82" fmla="*/ 1357066 w 4897678"/>
              <a:gd name="connsiteY82" fmla="*/ 530653 h 6858000"/>
              <a:gd name="connsiteX83" fmla="*/ 1373630 w 4897678"/>
              <a:gd name="connsiteY83" fmla="*/ 455615 h 6858000"/>
              <a:gd name="connsiteX84" fmla="*/ 1384212 w 4897678"/>
              <a:gd name="connsiteY84" fmla="*/ 334926 h 6858000"/>
              <a:gd name="connsiteX85" fmla="*/ 1442766 w 4897678"/>
              <a:gd name="connsiteY85" fmla="*/ 236597 h 6858000"/>
              <a:gd name="connsiteX86" fmla="*/ 1470206 w 4897678"/>
              <a:gd name="connsiteY86" fmla="*/ 182099 h 6858000"/>
              <a:gd name="connsiteX87" fmla="*/ 1462879 w 4897678"/>
              <a:gd name="connsiteY87" fmla="*/ 128551 h 6858000"/>
              <a:gd name="connsiteX88" fmla="*/ 1481070 w 4897678"/>
              <a:gd name="connsiteY88" fmla="*/ 69025 h 6858000"/>
              <a:gd name="connsiteX89" fmla="*/ 1504205 w 4897678"/>
              <a:gd name="connsiteY89" fmla="*/ 42915 h 6858000"/>
              <a:gd name="connsiteX90" fmla="*/ 1553576 w 4897678"/>
              <a:gd name="connsiteY90"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790693 w 4897678"/>
              <a:gd name="connsiteY39" fmla="*/ 5023013 h 6858000"/>
              <a:gd name="connsiteX40" fmla="*/ 916267 w 4897678"/>
              <a:gd name="connsiteY40" fmla="*/ 4639226 h 6858000"/>
              <a:gd name="connsiteX41" fmla="*/ 960970 w 4897678"/>
              <a:gd name="connsiteY41" fmla="*/ 4458968 h 6858000"/>
              <a:gd name="connsiteX42" fmla="*/ 974467 w 4897678"/>
              <a:gd name="connsiteY42" fmla="*/ 4400454 h 6858000"/>
              <a:gd name="connsiteX43" fmla="*/ 1019252 w 4897678"/>
              <a:gd name="connsiteY43" fmla="*/ 4326337 h 6858000"/>
              <a:gd name="connsiteX44" fmla="*/ 1097435 w 4897678"/>
              <a:gd name="connsiteY44" fmla="*/ 4004432 h 6858000"/>
              <a:gd name="connsiteX45" fmla="*/ 1115477 w 4897678"/>
              <a:gd name="connsiteY45" fmla="*/ 3887430 h 6858000"/>
              <a:gd name="connsiteX46" fmla="*/ 1129980 w 4897678"/>
              <a:gd name="connsiteY46" fmla="*/ 3841018 h 6858000"/>
              <a:gd name="connsiteX47" fmla="*/ 1128054 w 4897678"/>
              <a:gd name="connsiteY47" fmla="*/ 3833633 h 6858000"/>
              <a:gd name="connsiteX48" fmla="*/ 1144766 w 4897678"/>
              <a:gd name="connsiteY48" fmla="*/ 3703595 h 6858000"/>
              <a:gd name="connsiteX49" fmla="*/ 1146269 w 4897678"/>
              <a:gd name="connsiteY49" fmla="*/ 3675779 h 6858000"/>
              <a:gd name="connsiteX50" fmla="*/ 1145250 w 4897678"/>
              <a:gd name="connsiteY50" fmla="*/ 3673177 h 6858000"/>
              <a:gd name="connsiteX51" fmla="*/ 1145144 w 4897678"/>
              <a:gd name="connsiteY51" fmla="*/ 3399727 h 6858000"/>
              <a:gd name="connsiteX52" fmla="*/ 1153102 w 4897678"/>
              <a:gd name="connsiteY52" fmla="*/ 3022588 h 6858000"/>
              <a:gd name="connsiteX53" fmla="*/ 1187493 w 4897678"/>
              <a:gd name="connsiteY53" fmla="*/ 2780324 h 6858000"/>
              <a:gd name="connsiteX54" fmla="*/ 1174471 w 4897678"/>
              <a:gd name="connsiteY54" fmla="*/ 2636046 h 6858000"/>
              <a:gd name="connsiteX55" fmla="*/ 1173030 w 4897678"/>
              <a:gd name="connsiteY55" fmla="*/ 2517573 h 6858000"/>
              <a:gd name="connsiteX56" fmla="*/ 1179971 w 4897678"/>
              <a:gd name="connsiteY56" fmla="*/ 2259305 h 6858000"/>
              <a:gd name="connsiteX57" fmla="*/ 1180091 w 4897678"/>
              <a:gd name="connsiteY57" fmla="*/ 2154737 h 6858000"/>
              <a:gd name="connsiteX58" fmla="*/ 1173497 w 4897678"/>
              <a:gd name="connsiteY58" fmla="*/ 2118139 h 6858000"/>
              <a:gd name="connsiteX59" fmla="*/ 1168754 w 4897678"/>
              <a:gd name="connsiteY59" fmla="*/ 2064932 h 6858000"/>
              <a:gd name="connsiteX60" fmla="*/ 1175360 w 4897678"/>
              <a:gd name="connsiteY60" fmla="*/ 2031780 h 6858000"/>
              <a:gd name="connsiteX61" fmla="*/ 1175420 w 4897678"/>
              <a:gd name="connsiteY61" fmla="*/ 2025741 h 6858000"/>
              <a:gd name="connsiteX62" fmla="*/ 1192392 w 4897678"/>
              <a:gd name="connsiteY62" fmla="*/ 1985855 h 6858000"/>
              <a:gd name="connsiteX63" fmla="*/ 1240537 w 4897678"/>
              <a:gd name="connsiteY63" fmla="*/ 1810891 h 6858000"/>
              <a:gd name="connsiteX64" fmla="*/ 1262324 w 4897678"/>
              <a:gd name="connsiteY64" fmla="*/ 1680343 h 6858000"/>
              <a:gd name="connsiteX65" fmla="*/ 1264475 w 4897678"/>
              <a:gd name="connsiteY65" fmla="*/ 1634781 h 6858000"/>
              <a:gd name="connsiteX66" fmla="*/ 1268425 w 4897678"/>
              <a:gd name="connsiteY66" fmla="*/ 1558391 h 6858000"/>
              <a:gd name="connsiteX67" fmla="*/ 1263100 w 4897678"/>
              <a:gd name="connsiteY67" fmla="*/ 1489998 h 6858000"/>
              <a:gd name="connsiteX68" fmla="*/ 1286195 w 4897678"/>
              <a:gd name="connsiteY68" fmla="*/ 1421105 h 6858000"/>
              <a:gd name="connsiteX69" fmla="*/ 1298315 w 4897678"/>
              <a:gd name="connsiteY69" fmla="*/ 1361656 h 6858000"/>
              <a:gd name="connsiteX70" fmla="*/ 1294008 w 4897678"/>
              <a:gd name="connsiteY70" fmla="*/ 1357170 h 6858000"/>
              <a:gd name="connsiteX71" fmla="*/ 1295031 w 4897678"/>
              <a:gd name="connsiteY71" fmla="*/ 1349556 h 6858000"/>
              <a:gd name="connsiteX72" fmla="*/ 1301170 w 4897678"/>
              <a:gd name="connsiteY72" fmla="*/ 1345177 h 6858000"/>
              <a:gd name="connsiteX73" fmla="*/ 1337115 w 4897678"/>
              <a:gd name="connsiteY73" fmla="*/ 1249089 h 6858000"/>
              <a:gd name="connsiteX74" fmla="*/ 1335308 w 4897678"/>
              <a:gd name="connsiteY74" fmla="*/ 1164961 h 6858000"/>
              <a:gd name="connsiteX75" fmla="*/ 1365049 w 4897678"/>
              <a:gd name="connsiteY75" fmla="*/ 1102487 h 6858000"/>
              <a:gd name="connsiteX76" fmla="*/ 1380977 w 4897678"/>
              <a:gd name="connsiteY76" fmla="*/ 1051638 h 6858000"/>
              <a:gd name="connsiteX77" fmla="*/ 1360650 w 4897678"/>
              <a:gd name="connsiteY77" fmla="*/ 950605 h 6858000"/>
              <a:gd name="connsiteX78" fmla="*/ 1321700 w 4897678"/>
              <a:gd name="connsiteY78" fmla="*/ 890133 h 6858000"/>
              <a:gd name="connsiteX79" fmla="*/ 1306943 w 4897678"/>
              <a:gd name="connsiteY79" fmla="*/ 779617 h 6858000"/>
              <a:gd name="connsiteX80" fmla="*/ 1304115 w 4897678"/>
              <a:gd name="connsiteY80" fmla="*/ 737583 h 6858000"/>
              <a:gd name="connsiteX81" fmla="*/ 1363659 w 4897678"/>
              <a:gd name="connsiteY81" fmla="*/ 600848 h 6858000"/>
              <a:gd name="connsiteX82" fmla="*/ 1357066 w 4897678"/>
              <a:gd name="connsiteY82" fmla="*/ 530653 h 6858000"/>
              <a:gd name="connsiteX83" fmla="*/ 1373630 w 4897678"/>
              <a:gd name="connsiteY83" fmla="*/ 455615 h 6858000"/>
              <a:gd name="connsiteX84" fmla="*/ 1413997 w 4897678"/>
              <a:gd name="connsiteY84" fmla="*/ 334926 h 6858000"/>
              <a:gd name="connsiteX85" fmla="*/ 1442766 w 4897678"/>
              <a:gd name="connsiteY85" fmla="*/ 236597 h 6858000"/>
              <a:gd name="connsiteX86" fmla="*/ 1470206 w 4897678"/>
              <a:gd name="connsiteY86" fmla="*/ 182099 h 6858000"/>
              <a:gd name="connsiteX87" fmla="*/ 1462879 w 4897678"/>
              <a:gd name="connsiteY87" fmla="*/ 128551 h 6858000"/>
              <a:gd name="connsiteX88" fmla="*/ 1481070 w 4897678"/>
              <a:gd name="connsiteY88" fmla="*/ 69025 h 6858000"/>
              <a:gd name="connsiteX89" fmla="*/ 1504205 w 4897678"/>
              <a:gd name="connsiteY89" fmla="*/ 42915 h 6858000"/>
              <a:gd name="connsiteX90" fmla="*/ 1553576 w 4897678"/>
              <a:gd name="connsiteY90"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525372 w 4897678"/>
              <a:gd name="connsiteY37" fmla="*/ 4949987 h 6858000"/>
              <a:gd name="connsiteX38" fmla="*/ 779657 w 4897678"/>
              <a:gd name="connsiteY38" fmla="*/ 5057680 h 6858000"/>
              <a:gd name="connsiteX39" fmla="*/ 916267 w 4897678"/>
              <a:gd name="connsiteY39" fmla="*/ 4639226 h 6858000"/>
              <a:gd name="connsiteX40" fmla="*/ 960970 w 4897678"/>
              <a:gd name="connsiteY40" fmla="*/ 4458968 h 6858000"/>
              <a:gd name="connsiteX41" fmla="*/ 974467 w 4897678"/>
              <a:gd name="connsiteY41" fmla="*/ 4400454 h 6858000"/>
              <a:gd name="connsiteX42" fmla="*/ 1019252 w 4897678"/>
              <a:gd name="connsiteY42" fmla="*/ 4326337 h 6858000"/>
              <a:gd name="connsiteX43" fmla="*/ 1097435 w 4897678"/>
              <a:gd name="connsiteY43" fmla="*/ 4004432 h 6858000"/>
              <a:gd name="connsiteX44" fmla="*/ 1115477 w 4897678"/>
              <a:gd name="connsiteY44" fmla="*/ 3887430 h 6858000"/>
              <a:gd name="connsiteX45" fmla="*/ 1129980 w 4897678"/>
              <a:gd name="connsiteY45" fmla="*/ 3841018 h 6858000"/>
              <a:gd name="connsiteX46" fmla="*/ 1128054 w 4897678"/>
              <a:gd name="connsiteY46" fmla="*/ 3833633 h 6858000"/>
              <a:gd name="connsiteX47" fmla="*/ 1144766 w 4897678"/>
              <a:gd name="connsiteY47" fmla="*/ 3703595 h 6858000"/>
              <a:gd name="connsiteX48" fmla="*/ 1146269 w 4897678"/>
              <a:gd name="connsiteY48" fmla="*/ 3675779 h 6858000"/>
              <a:gd name="connsiteX49" fmla="*/ 1145250 w 4897678"/>
              <a:gd name="connsiteY49" fmla="*/ 3673177 h 6858000"/>
              <a:gd name="connsiteX50" fmla="*/ 1145144 w 4897678"/>
              <a:gd name="connsiteY50" fmla="*/ 3399727 h 6858000"/>
              <a:gd name="connsiteX51" fmla="*/ 1153102 w 4897678"/>
              <a:gd name="connsiteY51" fmla="*/ 3022588 h 6858000"/>
              <a:gd name="connsiteX52" fmla="*/ 1187493 w 4897678"/>
              <a:gd name="connsiteY52" fmla="*/ 2780324 h 6858000"/>
              <a:gd name="connsiteX53" fmla="*/ 1174471 w 4897678"/>
              <a:gd name="connsiteY53" fmla="*/ 2636046 h 6858000"/>
              <a:gd name="connsiteX54" fmla="*/ 1173030 w 4897678"/>
              <a:gd name="connsiteY54" fmla="*/ 2517573 h 6858000"/>
              <a:gd name="connsiteX55" fmla="*/ 1179971 w 4897678"/>
              <a:gd name="connsiteY55" fmla="*/ 2259305 h 6858000"/>
              <a:gd name="connsiteX56" fmla="*/ 1180091 w 4897678"/>
              <a:gd name="connsiteY56" fmla="*/ 2154737 h 6858000"/>
              <a:gd name="connsiteX57" fmla="*/ 1173497 w 4897678"/>
              <a:gd name="connsiteY57" fmla="*/ 2118139 h 6858000"/>
              <a:gd name="connsiteX58" fmla="*/ 1168754 w 4897678"/>
              <a:gd name="connsiteY58" fmla="*/ 2064932 h 6858000"/>
              <a:gd name="connsiteX59" fmla="*/ 1175360 w 4897678"/>
              <a:gd name="connsiteY59" fmla="*/ 2031780 h 6858000"/>
              <a:gd name="connsiteX60" fmla="*/ 1175420 w 4897678"/>
              <a:gd name="connsiteY60" fmla="*/ 2025741 h 6858000"/>
              <a:gd name="connsiteX61" fmla="*/ 1192392 w 4897678"/>
              <a:gd name="connsiteY61" fmla="*/ 1985855 h 6858000"/>
              <a:gd name="connsiteX62" fmla="*/ 1240537 w 4897678"/>
              <a:gd name="connsiteY62" fmla="*/ 1810891 h 6858000"/>
              <a:gd name="connsiteX63" fmla="*/ 1262324 w 4897678"/>
              <a:gd name="connsiteY63" fmla="*/ 1680343 h 6858000"/>
              <a:gd name="connsiteX64" fmla="*/ 1264475 w 4897678"/>
              <a:gd name="connsiteY64" fmla="*/ 1634781 h 6858000"/>
              <a:gd name="connsiteX65" fmla="*/ 1268425 w 4897678"/>
              <a:gd name="connsiteY65" fmla="*/ 1558391 h 6858000"/>
              <a:gd name="connsiteX66" fmla="*/ 1263100 w 4897678"/>
              <a:gd name="connsiteY66" fmla="*/ 1489998 h 6858000"/>
              <a:gd name="connsiteX67" fmla="*/ 1286195 w 4897678"/>
              <a:gd name="connsiteY67" fmla="*/ 1421105 h 6858000"/>
              <a:gd name="connsiteX68" fmla="*/ 1298315 w 4897678"/>
              <a:gd name="connsiteY68" fmla="*/ 1361656 h 6858000"/>
              <a:gd name="connsiteX69" fmla="*/ 1294008 w 4897678"/>
              <a:gd name="connsiteY69" fmla="*/ 1357170 h 6858000"/>
              <a:gd name="connsiteX70" fmla="*/ 1295031 w 4897678"/>
              <a:gd name="connsiteY70" fmla="*/ 1349556 h 6858000"/>
              <a:gd name="connsiteX71" fmla="*/ 1301170 w 4897678"/>
              <a:gd name="connsiteY71" fmla="*/ 1345177 h 6858000"/>
              <a:gd name="connsiteX72" fmla="*/ 1337115 w 4897678"/>
              <a:gd name="connsiteY72" fmla="*/ 1249089 h 6858000"/>
              <a:gd name="connsiteX73" fmla="*/ 1335308 w 4897678"/>
              <a:gd name="connsiteY73" fmla="*/ 1164961 h 6858000"/>
              <a:gd name="connsiteX74" fmla="*/ 1365049 w 4897678"/>
              <a:gd name="connsiteY74" fmla="*/ 1102487 h 6858000"/>
              <a:gd name="connsiteX75" fmla="*/ 1380977 w 4897678"/>
              <a:gd name="connsiteY75" fmla="*/ 1051638 h 6858000"/>
              <a:gd name="connsiteX76" fmla="*/ 1360650 w 4897678"/>
              <a:gd name="connsiteY76" fmla="*/ 950605 h 6858000"/>
              <a:gd name="connsiteX77" fmla="*/ 1321700 w 4897678"/>
              <a:gd name="connsiteY77" fmla="*/ 890133 h 6858000"/>
              <a:gd name="connsiteX78" fmla="*/ 1306943 w 4897678"/>
              <a:gd name="connsiteY78" fmla="*/ 779617 h 6858000"/>
              <a:gd name="connsiteX79" fmla="*/ 1304115 w 4897678"/>
              <a:gd name="connsiteY79" fmla="*/ 737583 h 6858000"/>
              <a:gd name="connsiteX80" fmla="*/ 1363659 w 4897678"/>
              <a:gd name="connsiteY80" fmla="*/ 600848 h 6858000"/>
              <a:gd name="connsiteX81" fmla="*/ 1357066 w 4897678"/>
              <a:gd name="connsiteY81" fmla="*/ 530653 h 6858000"/>
              <a:gd name="connsiteX82" fmla="*/ 1373630 w 4897678"/>
              <a:gd name="connsiteY82" fmla="*/ 455615 h 6858000"/>
              <a:gd name="connsiteX83" fmla="*/ 1413997 w 4897678"/>
              <a:gd name="connsiteY83" fmla="*/ 334926 h 6858000"/>
              <a:gd name="connsiteX84" fmla="*/ 1442766 w 4897678"/>
              <a:gd name="connsiteY84" fmla="*/ 236597 h 6858000"/>
              <a:gd name="connsiteX85" fmla="*/ 1470206 w 4897678"/>
              <a:gd name="connsiteY85" fmla="*/ 182099 h 6858000"/>
              <a:gd name="connsiteX86" fmla="*/ 1462879 w 4897678"/>
              <a:gd name="connsiteY86" fmla="*/ 128551 h 6858000"/>
              <a:gd name="connsiteX87" fmla="*/ 1481070 w 4897678"/>
              <a:gd name="connsiteY87" fmla="*/ 69025 h 6858000"/>
              <a:gd name="connsiteX88" fmla="*/ 1504205 w 4897678"/>
              <a:gd name="connsiteY88" fmla="*/ 42915 h 6858000"/>
              <a:gd name="connsiteX89" fmla="*/ 1553576 w 4897678"/>
              <a:gd name="connsiteY89"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779657 w 4897678"/>
              <a:gd name="connsiteY37" fmla="*/ 5057680 h 6858000"/>
              <a:gd name="connsiteX38" fmla="*/ 916267 w 4897678"/>
              <a:gd name="connsiteY38" fmla="*/ 4639226 h 6858000"/>
              <a:gd name="connsiteX39" fmla="*/ 960970 w 4897678"/>
              <a:gd name="connsiteY39" fmla="*/ 4458968 h 6858000"/>
              <a:gd name="connsiteX40" fmla="*/ 974467 w 4897678"/>
              <a:gd name="connsiteY40" fmla="*/ 4400454 h 6858000"/>
              <a:gd name="connsiteX41" fmla="*/ 1019252 w 4897678"/>
              <a:gd name="connsiteY41" fmla="*/ 4326337 h 6858000"/>
              <a:gd name="connsiteX42" fmla="*/ 1097435 w 4897678"/>
              <a:gd name="connsiteY42" fmla="*/ 4004432 h 6858000"/>
              <a:gd name="connsiteX43" fmla="*/ 1115477 w 4897678"/>
              <a:gd name="connsiteY43" fmla="*/ 3887430 h 6858000"/>
              <a:gd name="connsiteX44" fmla="*/ 1129980 w 4897678"/>
              <a:gd name="connsiteY44" fmla="*/ 3841018 h 6858000"/>
              <a:gd name="connsiteX45" fmla="*/ 1128054 w 4897678"/>
              <a:gd name="connsiteY45" fmla="*/ 3833633 h 6858000"/>
              <a:gd name="connsiteX46" fmla="*/ 1144766 w 4897678"/>
              <a:gd name="connsiteY46" fmla="*/ 3703595 h 6858000"/>
              <a:gd name="connsiteX47" fmla="*/ 1146269 w 4897678"/>
              <a:gd name="connsiteY47" fmla="*/ 3675779 h 6858000"/>
              <a:gd name="connsiteX48" fmla="*/ 1145250 w 4897678"/>
              <a:gd name="connsiteY48" fmla="*/ 3673177 h 6858000"/>
              <a:gd name="connsiteX49" fmla="*/ 1145144 w 4897678"/>
              <a:gd name="connsiteY49" fmla="*/ 3399727 h 6858000"/>
              <a:gd name="connsiteX50" fmla="*/ 1153102 w 4897678"/>
              <a:gd name="connsiteY50" fmla="*/ 3022588 h 6858000"/>
              <a:gd name="connsiteX51" fmla="*/ 1187493 w 4897678"/>
              <a:gd name="connsiteY51" fmla="*/ 2780324 h 6858000"/>
              <a:gd name="connsiteX52" fmla="*/ 1174471 w 4897678"/>
              <a:gd name="connsiteY52" fmla="*/ 2636046 h 6858000"/>
              <a:gd name="connsiteX53" fmla="*/ 1173030 w 4897678"/>
              <a:gd name="connsiteY53" fmla="*/ 2517573 h 6858000"/>
              <a:gd name="connsiteX54" fmla="*/ 1179971 w 4897678"/>
              <a:gd name="connsiteY54" fmla="*/ 2259305 h 6858000"/>
              <a:gd name="connsiteX55" fmla="*/ 1180091 w 4897678"/>
              <a:gd name="connsiteY55" fmla="*/ 2154737 h 6858000"/>
              <a:gd name="connsiteX56" fmla="*/ 1173497 w 4897678"/>
              <a:gd name="connsiteY56" fmla="*/ 2118139 h 6858000"/>
              <a:gd name="connsiteX57" fmla="*/ 1168754 w 4897678"/>
              <a:gd name="connsiteY57" fmla="*/ 2064932 h 6858000"/>
              <a:gd name="connsiteX58" fmla="*/ 1175360 w 4897678"/>
              <a:gd name="connsiteY58" fmla="*/ 2031780 h 6858000"/>
              <a:gd name="connsiteX59" fmla="*/ 1175420 w 4897678"/>
              <a:gd name="connsiteY59" fmla="*/ 2025741 h 6858000"/>
              <a:gd name="connsiteX60" fmla="*/ 1192392 w 4897678"/>
              <a:gd name="connsiteY60" fmla="*/ 1985855 h 6858000"/>
              <a:gd name="connsiteX61" fmla="*/ 1240537 w 4897678"/>
              <a:gd name="connsiteY61" fmla="*/ 1810891 h 6858000"/>
              <a:gd name="connsiteX62" fmla="*/ 1262324 w 4897678"/>
              <a:gd name="connsiteY62" fmla="*/ 1680343 h 6858000"/>
              <a:gd name="connsiteX63" fmla="*/ 1264475 w 4897678"/>
              <a:gd name="connsiteY63" fmla="*/ 1634781 h 6858000"/>
              <a:gd name="connsiteX64" fmla="*/ 1268425 w 4897678"/>
              <a:gd name="connsiteY64" fmla="*/ 1558391 h 6858000"/>
              <a:gd name="connsiteX65" fmla="*/ 1263100 w 4897678"/>
              <a:gd name="connsiteY65" fmla="*/ 1489998 h 6858000"/>
              <a:gd name="connsiteX66" fmla="*/ 1286195 w 4897678"/>
              <a:gd name="connsiteY66" fmla="*/ 1421105 h 6858000"/>
              <a:gd name="connsiteX67" fmla="*/ 1298315 w 4897678"/>
              <a:gd name="connsiteY67" fmla="*/ 1361656 h 6858000"/>
              <a:gd name="connsiteX68" fmla="*/ 1294008 w 4897678"/>
              <a:gd name="connsiteY68" fmla="*/ 1357170 h 6858000"/>
              <a:gd name="connsiteX69" fmla="*/ 1295031 w 4897678"/>
              <a:gd name="connsiteY69" fmla="*/ 1349556 h 6858000"/>
              <a:gd name="connsiteX70" fmla="*/ 1301170 w 4897678"/>
              <a:gd name="connsiteY70" fmla="*/ 1345177 h 6858000"/>
              <a:gd name="connsiteX71" fmla="*/ 1337115 w 4897678"/>
              <a:gd name="connsiteY71" fmla="*/ 1249089 h 6858000"/>
              <a:gd name="connsiteX72" fmla="*/ 1335308 w 4897678"/>
              <a:gd name="connsiteY72" fmla="*/ 1164961 h 6858000"/>
              <a:gd name="connsiteX73" fmla="*/ 1365049 w 4897678"/>
              <a:gd name="connsiteY73" fmla="*/ 1102487 h 6858000"/>
              <a:gd name="connsiteX74" fmla="*/ 1380977 w 4897678"/>
              <a:gd name="connsiteY74" fmla="*/ 1051638 h 6858000"/>
              <a:gd name="connsiteX75" fmla="*/ 1360650 w 4897678"/>
              <a:gd name="connsiteY75" fmla="*/ 950605 h 6858000"/>
              <a:gd name="connsiteX76" fmla="*/ 1321700 w 4897678"/>
              <a:gd name="connsiteY76" fmla="*/ 890133 h 6858000"/>
              <a:gd name="connsiteX77" fmla="*/ 1306943 w 4897678"/>
              <a:gd name="connsiteY77" fmla="*/ 779617 h 6858000"/>
              <a:gd name="connsiteX78" fmla="*/ 1304115 w 4897678"/>
              <a:gd name="connsiteY78" fmla="*/ 737583 h 6858000"/>
              <a:gd name="connsiteX79" fmla="*/ 1363659 w 4897678"/>
              <a:gd name="connsiteY79" fmla="*/ 600848 h 6858000"/>
              <a:gd name="connsiteX80" fmla="*/ 1357066 w 4897678"/>
              <a:gd name="connsiteY80" fmla="*/ 530653 h 6858000"/>
              <a:gd name="connsiteX81" fmla="*/ 1373630 w 4897678"/>
              <a:gd name="connsiteY81" fmla="*/ 455615 h 6858000"/>
              <a:gd name="connsiteX82" fmla="*/ 1413997 w 4897678"/>
              <a:gd name="connsiteY82" fmla="*/ 334926 h 6858000"/>
              <a:gd name="connsiteX83" fmla="*/ 1442766 w 4897678"/>
              <a:gd name="connsiteY83" fmla="*/ 236597 h 6858000"/>
              <a:gd name="connsiteX84" fmla="*/ 1470206 w 4897678"/>
              <a:gd name="connsiteY84" fmla="*/ 182099 h 6858000"/>
              <a:gd name="connsiteX85" fmla="*/ 1462879 w 4897678"/>
              <a:gd name="connsiteY85" fmla="*/ 128551 h 6858000"/>
              <a:gd name="connsiteX86" fmla="*/ 1481070 w 4897678"/>
              <a:gd name="connsiteY86" fmla="*/ 69025 h 6858000"/>
              <a:gd name="connsiteX87" fmla="*/ 1504205 w 4897678"/>
              <a:gd name="connsiteY87" fmla="*/ 42915 h 6858000"/>
              <a:gd name="connsiteX88" fmla="*/ 1553576 w 4897678"/>
              <a:gd name="connsiteY88"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524753 w 4897678"/>
              <a:gd name="connsiteY36" fmla="*/ 4951448 h 6858000"/>
              <a:gd name="connsiteX37" fmla="*/ 916267 w 4897678"/>
              <a:gd name="connsiteY37" fmla="*/ 4639226 h 6858000"/>
              <a:gd name="connsiteX38" fmla="*/ 960970 w 4897678"/>
              <a:gd name="connsiteY38" fmla="*/ 4458968 h 6858000"/>
              <a:gd name="connsiteX39" fmla="*/ 974467 w 4897678"/>
              <a:gd name="connsiteY39" fmla="*/ 4400454 h 6858000"/>
              <a:gd name="connsiteX40" fmla="*/ 1019252 w 4897678"/>
              <a:gd name="connsiteY40" fmla="*/ 4326337 h 6858000"/>
              <a:gd name="connsiteX41" fmla="*/ 1097435 w 4897678"/>
              <a:gd name="connsiteY41" fmla="*/ 4004432 h 6858000"/>
              <a:gd name="connsiteX42" fmla="*/ 1115477 w 4897678"/>
              <a:gd name="connsiteY42" fmla="*/ 3887430 h 6858000"/>
              <a:gd name="connsiteX43" fmla="*/ 1129980 w 4897678"/>
              <a:gd name="connsiteY43" fmla="*/ 3841018 h 6858000"/>
              <a:gd name="connsiteX44" fmla="*/ 1128054 w 4897678"/>
              <a:gd name="connsiteY44" fmla="*/ 3833633 h 6858000"/>
              <a:gd name="connsiteX45" fmla="*/ 1144766 w 4897678"/>
              <a:gd name="connsiteY45" fmla="*/ 3703595 h 6858000"/>
              <a:gd name="connsiteX46" fmla="*/ 1146269 w 4897678"/>
              <a:gd name="connsiteY46" fmla="*/ 3675779 h 6858000"/>
              <a:gd name="connsiteX47" fmla="*/ 1145250 w 4897678"/>
              <a:gd name="connsiteY47" fmla="*/ 3673177 h 6858000"/>
              <a:gd name="connsiteX48" fmla="*/ 1145144 w 4897678"/>
              <a:gd name="connsiteY48" fmla="*/ 3399727 h 6858000"/>
              <a:gd name="connsiteX49" fmla="*/ 1153102 w 4897678"/>
              <a:gd name="connsiteY49" fmla="*/ 3022588 h 6858000"/>
              <a:gd name="connsiteX50" fmla="*/ 1187493 w 4897678"/>
              <a:gd name="connsiteY50" fmla="*/ 2780324 h 6858000"/>
              <a:gd name="connsiteX51" fmla="*/ 1174471 w 4897678"/>
              <a:gd name="connsiteY51" fmla="*/ 2636046 h 6858000"/>
              <a:gd name="connsiteX52" fmla="*/ 1173030 w 4897678"/>
              <a:gd name="connsiteY52" fmla="*/ 2517573 h 6858000"/>
              <a:gd name="connsiteX53" fmla="*/ 1179971 w 4897678"/>
              <a:gd name="connsiteY53" fmla="*/ 2259305 h 6858000"/>
              <a:gd name="connsiteX54" fmla="*/ 1180091 w 4897678"/>
              <a:gd name="connsiteY54" fmla="*/ 2154737 h 6858000"/>
              <a:gd name="connsiteX55" fmla="*/ 1173497 w 4897678"/>
              <a:gd name="connsiteY55" fmla="*/ 2118139 h 6858000"/>
              <a:gd name="connsiteX56" fmla="*/ 1168754 w 4897678"/>
              <a:gd name="connsiteY56" fmla="*/ 2064932 h 6858000"/>
              <a:gd name="connsiteX57" fmla="*/ 1175360 w 4897678"/>
              <a:gd name="connsiteY57" fmla="*/ 2031780 h 6858000"/>
              <a:gd name="connsiteX58" fmla="*/ 1175420 w 4897678"/>
              <a:gd name="connsiteY58" fmla="*/ 2025741 h 6858000"/>
              <a:gd name="connsiteX59" fmla="*/ 1192392 w 4897678"/>
              <a:gd name="connsiteY59" fmla="*/ 1985855 h 6858000"/>
              <a:gd name="connsiteX60" fmla="*/ 1240537 w 4897678"/>
              <a:gd name="connsiteY60" fmla="*/ 1810891 h 6858000"/>
              <a:gd name="connsiteX61" fmla="*/ 1262324 w 4897678"/>
              <a:gd name="connsiteY61" fmla="*/ 1680343 h 6858000"/>
              <a:gd name="connsiteX62" fmla="*/ 1264475 w 4897678"/>
              <a:gd name="connsiteY62" fmla="*/ 1634781 h 6858000"/>
              <a:gd name="connsiteX63" fmla="*/ 1268425 w 4897678"/>
              <a:gd name="connsiteY63" fmla="*/ 1558391 h 6858000"/>
              <a:gd name="connsiteX64" fmla="*/ 1263100 w 4897678"/>
              <a:gd name="connsiteY64" fmla="*/ 1489998 h 6858000"/>
              <a:gd name="connsiteX65" fmla="*/ 1286195 w 4897678"/>
              <a:gd name="connsiteY65" fmla="*/ 1421105 h 6858000"/>
              <a:gd name="connsiteX66" fmla="*/ 1298315 w 4897678"/>
              <a:gd name="connsiteY66" fmla="*/ 1361656 h 6858000"/>
              <a:gd name="connsiteX67" fmla="*/ 1294008 w 4897678"/>
              <a:gd name="connsiteY67" fmla="*/ 1357170 h 6858000"/>
              <a:gd name="connsiteX68" fmla="*/ 1295031 w 4897678"/>
              <a:gd name="connsiteY68" fmla="*/ 1349556 h 6858000"/>
              <a:gd name="connsiteX69" fmla="*/ 1301170 w 4897678"/>
              <a:gd name="connsiteY69" fmla="*/ 1345177 h 6858000"/>
              <a:gd name="connsiteX70" fmla="*/ 1337115 w 4897678"/>
              <a:gd name="connsiteY70" fmla="*/ 1249089 h 6858000"/>
              <a:gd name="connsiteX71" fmla="*/ 1335308 w 4897678"/>
              <a:gd name="connsiteY71" fmla="*/ 1164961 h 6858000"/>
              <a:gd name="connsiteX72" fmla="*/ 1365049 w 4897678"/>
              <a:gd name="connsiteY72" fmla="*/ 1102487 h 6858000"/>
              <a:gd name="connsiteX73" fmla="*/ 1380977 w 4897678"/>
              <a:gd name="connsiteY73" fmla="*/ 1051638 h 6858000"/>
              <a:gd name="connsiteX74" fmla="*/ 1360650 w 4897678"/>
              <a:gd name="connsiteY74" fmla="*/ 950605 h 6858000"/>
              <a:gd name="connsiteX75" fmla="*/ 1321700 w 4897678"/>
              <a:gd name="connsiteY75" fmla="*/ 890133 h 6858000"/>
              <a:gd name="connsiteX76" fmla="*/ 1306943 w 4897678"/>
              <a:gd name="connsiteY76" fmla="*/ 779617 h 6858000"/>
              <a:gd name="connsiteX77" fmla="*/ 1304115 w 4897678"/>
              <a:gd name="connsiteY77" fmla="*/ 737583 h 6858000"/>
              <a:gd name="connsiteX78" fmla="*/ 1363659 w 4897678"/>
              <a:gd name="connsiteY78" fmla="*/ 600848 h 6858000"/>
              <a:gd name="connsiteX79" fmla="*/ 1357066 w 4897678"/>
              <a:gd name="connsiteY79" fmla="*/ 530653 h 6858000"/>
              <a:gd name="connsiteX80" fmla="*/ 1373630 w 4897678"/>
              <a:gd name="connsiteY80" fmla="*/ 455615 h 6858000"/>
              <a:gd name="connsiteX81" fmla="*/ 1413997 w 4897678"/>
              <a:gd name="connsiteY81" fmla="*/ 334926 h 6858000"/>
              <a:gd name="connsiteX82" fmla="*/ 1442766 w 4897678"/>
              <a:gd name="connsiteY82" fmla="*/ 236597 h 6858000"/>
              <a:gd name="connsiteX83" fmla="*/ 1470206 w 4897678"/>
              <a:gd name="connsiteY83" fmla="*/ 182099 h 6858000"/>
              <a:gd name="connsiteX84" fmla="*/ 1462879 w 4897678"/>
              <a:gd name="connsiteY84" fmla="*/ 128551 h 6858000"/>
              <a:gd name="connsiteX85" fmla="*/ 1481070 w 4897678"/>
              <a:gd name="connsiteY85" fmla="*/ 69025 h 6858000"/>
              <a:gd name="connsiteX86" fmla="*/ 1504205 w 4897678"/>
              <a:gd name="connsiteY86" fmla="*/ 42915 h 6858000"/>
              <a:gd name="connsiteX87" fmla="*/ 1553576 w 4897678"/>
              <a:gd name="connsiteY87"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545298 w 4897678"/>
              <a:gd name="connsiteY35" fmla="*/ 4960267 h 6858000"/>
              <a:gd name="connsiteX36" fmla="*/ 739205 w 4897678"/>
              <a:gd name="connsiteY36" fmla="*/ 4844222 h 6858000"/>
              <a:gd name="connsiteX37" fmla="*/ 916267 w 4897678"/>
              <a:gd name="connsiteY37" fmla="*/ 4639226 h 6858000"/>
              <a:gd name="connsiteX38" fmla="*/ 960970 w 4897678"/>
              <a:gd name="connsiteY38" fmla="*/ 4458968 h 6858000"/>
              <a:gd name="connsiteX39" fmla="*/ 974467 w 4897678"/>
              <a:gd name="connsiteY39" fmla="*/ 4400454 h 6858000"/>
              <a:gd name="connsiteX40" fmla="*/ 1019252 w 4897678"/>
              <a:gd name="connsiteY40" fmla="*/ 4326337 h 6858000"/>
              <a:gd name="connsiteX41" fmla="*/ 1097435 w 4897678"/>
              <a:gd name="connsiteY41" fmla="*/ 4004432 h 6858000"/>
              <a:gd name="connsiteX42" fmla="*/ 1115477 w 4897678"/>
              <a:gd name="connsiteY42" fmla="*/ 3887430 h 6858000"/>
              <a:gd name="connsiteX43" fmla="*/ 1129980 w 4897678"/>
              <a:gd name="connsiteY43" fmla="*/ 3841018 h 6858000"/>
              <a:gd name="connsiteX44" fmla="*/ 1128054 w 4897678"/>
              <a:gd name="connsiteY44" fmla="*/ 3833633 h 6858000"/>
              <a:gd name="connsiteX45" fmla="*/ 1144766 w 4897678"/>
              <a:gd name="connsiteY45" fmla="*/ 3703595 h 6858000"/>
              <a:gd name="connsiteX46" fmla="*/ 1146269 w 4897678"/>
              <a:gd name="connsiteY46" fmla="*/ 3675779 h 6858000"/>
              <a:gd name="connsiteX47" fmla="*/ 1145250 w 4897678"/>
              <a:gd name="connsiteY47" fmla="*/ 3673177 h 6858000"/>
              <a:gd name="connsiteX48" fmla="*/ 1145144 w 4897678"/>
              <a:gd name="connsiteY48" fmla="*/ 3399727 h 6858000"/>
              <a:gd name="connsiteX49" fmla="*/ 1153102 w 4897678"/>
              <a:gd name="connsiteY49" fmla="*/ 3022588 h 6858000"/>
              <a:gd name="connsiteX50" fmla="*/ 1187493 w 4897678"/>
              <a:gd name="connsiteY50" fmla="*/ 2780324 h 6858000"/>
              <a:gd name="connsiteX51" fmla="*/ 1174471 w 4897678"/>
              <a:gd name="connsiteY51" fmla="*/ 2636046 h 6858000"/>
              <a:gd name="connsiteX52" fmla="*/ 1173030 w 4897678"/>
              <a:gd name="connsiteY52" fmla="*/ 2517573 h 6858000"/>
              <a:gd name="connsiteX53" fmla="*/ 1179971 w 4897678"/>
              <a:gd name="connsiteY53" fmla="*/ 2259305 h 6858000"/>
              <a:gd name="connsiteX54" fmla="*/ 1180091 w 4897678"/>
              <a:gd name="connsiteY54" fmla="*/ 2154737 h 6858000"/>
              <a:gd name="connsiteX55" fmla="*/ 1173497 w 4897678"/>
              <a:gd name="connsiteY55" fmla="*/ 2118139 h 6858000"/>
              <a:gd name="connsiteX56" fmla="*/ 1168754 w 4897678"/>
              <a:gd name="connsiteY56" fmla="*/ 2064932 h 6858000"/>
              <a:gd name="connsiteX57" fmla="*/ 1175360 w 4897678"/>
              <a:gd name="connsiteY57" fmla="*/ 2031780 h 6858000"/>
              <a:gd name="connsiteX58" fmla="*/ 1175420 w 4897678"/>
              <a:gd name="connsiteY58" fmla="*/ 2025741 h 6858000"/>
              <a:gd name="connsiteX59" fmla="*/ 1192392 w 4897678"/>
              <a:gd name="connsiteY59" fmla="*/ 1985855 h 6858000"/>
              <a:gd name="connsiteX60" fmla="*/ 1240537 w 4897678"/>
              <a:gd name="connsiteY60" fmla="*/ 1810891 h 6858000"/>
              <a:gd name="connsiteX61" fmla="*/ 1262324 w 4897678"/>
              <a:gd name="connsiteY61" fmla="*/ 1680343 h 6858000"/>
              <a:gd name="connsiteX62" fmla="*/ 1264475 w 4897678"/>
              <a:gd name="connsiteY62" fmla="*/ 1634781 h 6858000"/>
              <a:gd name="connsiteX63" fmla="*/ 1268425 w 4897678"/>
              <a:gd name="connsiteY63" fmla="*/ 1558391 h 6858000"/>
              <a:gd name="connsiteX64" fmla="*/ 1263100 w 4897678"/>
              <a:gd name="connsiteY64" fmla="*/ 1489998 h 6858000"/>
              <a:gd name="connsiteX65" fmla="*/ 1286195 w 4897678"/>
              <a:gd name="connsiteY65" fmla="*/ 1421105 h 6858000"/>
              <a:gd name="connsiteX66" fmla="*/ 1298315 w 4897678"/>
              <a:gd name="connsiteY66" fmla="*/ 1361656 h 6858000"/>
              <a:gd name="connsiteX67" fmla="*/ 1294008 w 4897678"/>
              <a:gd name="connsiteY67" fmla="*/ 1357170 h 6858000"/>
              <a:gd name="connsiteX68" fmla="*/ 1295031 w 4897678"/>
              <a:gd name="connsiteY68" fmla="*/ 1349556 h 6858000"/>
              <a:gd name="connsiteX69" fmla="*/ 1301170 w 4897678"/>
              <a:gd name="connsiteY69" fmla="*/ 1345177 h 6858000"/>
              <a:gd name="connsiteX70" fmla="*/ 1337115 w 4897678"/>
              <a:gd name="connsiteY70" fmla="*/ 1249089 h 6858000"/>
              <a:gd name="connsiteX71" fmla="*/ 1335308 w 4897678"/>
              <a:gd name="connsiteY71" fmla="*/ 1164961 h 6858000"/>
              <a:gd name="connsiteX72" fmla="*/ 1365049 w 4897678"/>
              <a:gd name="connsiteY72" fmla="*/ 1102487 h 6858000"/>
              <a:gd name="connsiteX73" fmla="*/ 1380977 w 4897678"/>
              <a:gd name="connsiteY73" fmla="*/ 1051638 h 6858000"/>
              <a:gd name="connsiteX74" fmla="*/ 1360650 w 4897678"/>
              <a:gd name="connsiteY74" fmla="*/ 950605 h 6858000"/>
              <a:gd name="connsiteX75" fmla="*/ 1321700 w 4897678"/>
              <a:gd name="connsiteY75" fmla="*/ 890133 h 6858000"/>
              <a:gd name="connsiteX76" fmla="*/ 1306943 w 4897678"/>
              <a:gd name="connsiteY76" fmla="*/ 779617 h 6858000"/>
              <a:gd name="connsiteX77" fmla="*/ 1304115 w 4897678"/>
              <a:gd name="connsiteY77" fmla="*/ 737583 h 6858000"/>
              <a:gd name="connsiteX78" fmla="*/ 1363659 w 4897678"/>
              <a:gd name="connsiteY78" fmla="*/ 600848 h 6858000"/>
              <a:gd name="connsiteX79" fmla="*/ 1357066 w 4897678"/>
              <a:gd name="connsiteY79" fmla="*/ 530653 h 6858000"/>
              <a:gd name="connsiteX80" fmla="*/ 1373630 w 4897678"/>
              <a:gd name="connsiteY80" fmla="*/ 455615 h 6858000"/>
              <a:gd name="connsiteX81" fmla="*/ 1413997 w 4897678"/>
              <a:gd name="connsiteY81" fmla="*/ 334926 h 6858000"/>
              <a:gd name="connsiteX82" fmla="*/ 1442766 w 4897678"/>
              <a:gd name="connsiteY82" fmla="*/ 236597 h 6858000"/>
              <a:gd name="connsiteX83" fmla="*/ 1470206 w 4897678"/>
              <a:gd name="connsiteY83" fmla="*/ 182099 h 6858000"/>
              <a:gd name="connsiteX84" fmla="*/ 1462879 w 4897678"/>
              <a:gd name="connsiteY84" fmla="*/ 128551 h 6858000"/>
              <a:gd name="connsiteX85" fmla="*/ 1481070 w 4897678"/>
              <a:gd name="connsiteY85" fmla="*/ 69025 h 6858000"/>
              <a:gd name="connsiteX86" fmla="*/ 1504205 w 4897678"/>
              <a:gd name="connsiteY86" fmla="*/ 42915 h 6858000"/>
              <a:gd name="connsiteX87" fmla="*/ 1553576 w 4897678"/>
              <a:gd name="connsiteY87"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58755 w 4897678"/>
              <a:gd name="connsiteY28" fmla="*/ 5372912 h 6858000"/>
              <a:gd name="connsiteX29" fmla="*/ 376460 w 4897678"/>
              <a:gd name="connsiteY29" fmla="*/ 5308801 h 6858000"/>
              <a:gd name="connsiteX30" fmla="*/ 378745 w 4897678"/>
              <a:gd name="connsiteY30" fmla="*/ 5296204 h 6858000"/>
              <a:gd name="connsiteX31" fmla="*/ 402007 w 4897678"/>
              <a:gd name="connsiteY31" fmla="*/ 5241278 h 6858000"/>
              <a:gd name="connsiteX32" fmla="*/ 410672 w 4897678"/>
              <a:gd name="connsiteY32" fmla="*/ 5231022 h 6858000"/>
              <a:gd name="connsiteX33" fmla="*/ 442663 w 4897678"/>
              <a:gd name="connsiteY33" fmla="*/ 5192994 h 6858000"/>
              <a:gd name="connsiteX34" fmla="*/ 488625 w 4897678"/>
              <a:gd name="connsiteY34" fmla="*/ 5065268 h 6858000"/>
              <a:gd name="connsiteX35" fmla="*/ 604868 w 4897678"/>
              <a:gd name="connsiteY35" fmla="*/ 4966224 h 6858000"/>
              <a:gd name="connsiteX36" fmla="*/ 739205 w 4897678"/>
              <a:gd name="connsiteY36" fmla="*/ 4844222 h 6858000"/>
              <a:gd name="connsiteX37" fmla="*/ 916267 w 4897678"/>
              <a:gd name="connsiteY37" fmla="*/ 4639226 h 6858000"/>
              <a:gd name="connsiteX38" fmla="*/ 960970 w 4897678"/>
              <a:gd name="connsiteY38" fmla="*/ 4458968 h 6858000"/>
              <a:gd name="connsiteX39" fmla="*/ 974467 w 4897678"/>
              <a:gd name="connsiteY39" fmla="*/ 4400454 h 6858000"/>
              <a:gd name="connsiteX40" fmla="*/ 1019252 w 4897678"/>
              <a:gd name="connsiteY40" fmla="*/ 4326337 h 6858000"/>
              <a:gd name="connsiteX41" fmla="*/ 1097435 w 4897678"/>
              <a:gd name="connsiteY41" fmla="*/ 4004432 h 6858000"/>
              <a:gd name="connsiteX42" fmla="*/ 1115477 w 4897678"/>
              <a:gd name="connsiteY42" fmla="*/ 3887430 h 6858000"/>
              <a:gd name="connsiteX43" fmla="*/ 1129980 w 4897678"/>
              <a:gd name="connsiteY43" fmla="*/ 3841018 h 6858000"/>
              <a:gd name="connsiteX44" fmla="*/ 1128054 w 4897678"/>
              <a:gd name="connsiteY44" fmla="*/ 3833633 h 6858000"/>
              <a:gd name="connsiteX45" fmla="*/ 1144766 w 4897678"/>
              <a:gd name="connsiteY45" fmla="*/ 3703595 h 6858000"/>
              <a:gd name="connsiteX46" fmla="*/ 1146269 w 4897678"/>
              <a:gd name="connsiteY46" fmla="*/ 3675779 h 6858000"/>
              <a:gd name="connsiteX47" fmla="*/ 1145250 w 4897678"/>
              <a:gd name="connsiteY47" fmla="*/ 3673177 h 6858000"/>
              <a:gd name="connsiteX48" fmla="*/ 1145144 w 4897678"/>
              <a:gd name="connsiteY48" fmla="*/ 3399727 h 6858000"/>
              <a:gd name="connsiteX49" fmla="*/ 1153102 w 4897678"/>
              <a:gd name="connsiteY49" fmla="*/ 3022588 h 6858000"/>
              <a:gd name="connsiteX50" fmla="*/ 1187493 w 4897678"/>
              <a:gd name="connsiteY50" fmla="*/ 2780324 h 6858000"/>
              <a:gd name="connsiteX51" fmla="*/ 1174471 w 4897678"/>
              <a:gd name="connsiteY51" fmla="*/ 2636046 h 6858000"/>
              <a:gd name="connsiteX52" fmla="*/ 1173030 w 4897678"/>
              <a:gd name="connsiteY52" fmla="*/ 2517573 h 6858000"/>
              <a:gd name="connsiteX53" fmla="*/ 1179971 w 4897678"/>
              <a:gd name="connsiteY53" fmla="*/ 2259305 h 6858000"/>
              <a:gd name="connsiteX54" fmla="*/ 1180091 w 4897678"/>
              <a:gd name="connsiteY54" fmla="*/ 2154737 h 6858000"/>
              <a:gd name="connsiteX55" fmla="*/ 1173497 w 4897678"/>
              <a:gd name="connsiteY55" fmla="*/ 2118139 h 6858000"/>
              <a:gd name="connsiteX56" fmla="*/ 1168754 w 4897678"/>
              <a:gd name="connsiteY56" fmla="*/ 2064932 h 6858000"/>
              <a:gd name="connsiteX57" fmla="*/ 1175360 w 4897678"/>
              <a:gd name="connsiteY57" fmla="*/ 2031780 h 6858000"/>
              <a:gd name="connsiteX58" fmla="*/ 1175420 w 4897678"/>
              <a:gd name="connsiteY58" fmla="*/ 2025741 h 6858000"/>
              <a:gd name="connsiteX59" fmla="*/ 1192392 w 4897678"/>
              <a:gd name="connsiteY59" fmla="*/ 1985855 h 6858000"/>
              <a:gd name="connsiteX60" fmla="*/ 1240537 w 4897678"/>
              <a:gd name="connsiteY60" fmla="*/ 1810891 h 6858000"/>
              <a:gd name="connsiteX61" fmla="*/ 1262324 w 4897678"/>
              <a:gd name="connsiteY61" fmla="*/ 1680343 h 6858000"/>
              <a:gd name="connsiteX62" fmla="*/ 1264475 w 4897678"/>
              <a:gd name="connsiteY62" fmla="*/ 1634781 h 6858000"/>
              <a:gd name="connsiteX63" fmla="*/ 1268425 w 4897678"/>
              <a:gd name="connsiteY63" fmla="*/ 1558391 h 6858000"/>
              <a:gd name="connsiteX64" fmla="*/ 1263100 w 4897678"/>
              <a:gd name="connsiteY64" fmla="*/ 1489998 h 6858000"/>
              <a:gd name="connsiteX65" fmla="*/ 1286195 w 4897678"/>
              <a:gd name="connsiteY65" fmla="*/ 1421105 h 6858000"/>
              <a:gd name="connsiteX66" fmla="*/ 1298315 w 4897678"/>
              <a:gd name="connsiteY66" fmla="*/ 1361656 h 6858000"/>
              <a:gd name="connsiteX67" fmla="*/ 1294008 w 4897678"/>
              <a:gd name="connsiteY67" fmla="*/ 1357170 h 6858000"/>
              <a:gd name="connsiteX68" fmla="*/ 1295031 w 4897678"/>
              <a:gd name="connsiteY68" fmla="*/ 1349556 h 6858000"/>
              <a:gd name="connsiteX69" fmla="*/ 1301170 w 4897678"/>
              <a:gd name="connsiteY69" fmla="*/ 1345177 h 6858000"/>
              <a:gd name="connsiteX70" fmla="*/ 1337115 w 4897678"/>
              <a:gd name="connsiteY70" fmla="*/ 1249089 h 6858000"/>
              <a:gd name="connsiteX71" fmla="*/ 1335308 w 4897678"/>
              <a:gd name="connsiteY71" fmla="*/ 1164961 h 6858000"/>
              <a:gd name="connsiteX72" fmla="*/ 1365049 w 4897678"/>
              <a:gd name="connsiteY72" fmla="*/ 1102487 h 6858000"/>
              <a:gd name="connsiteX73" fmla="*/ 1380977 w 4897678"/>
              <a:gd name="connsiteY73" fmla="*/ 1051638 h 6858000"/>
              <a:gd name="connsiteX74" fmla="*/ 1360650 w 4897678"/>
              <a:gd name="connsiteY74" fmla="*/ 950605 h 6858000"/>
              <a:gd name="connsiteX75" fmla="*/ 1321700 w 4897678"/>
              <a:gd name="connsiteY75" fmla="*/ 890133 h 6858000"/>
              <a:gd name="connsiteX76" fmla="*/ 1306943 w 4897678"/>
              <a:gd name="connsiteY76" fmla="*/ 779617 h 6858000"/>
              <a:gd name="connsiteX77" fmla="*/ 1304115 w 4897678"/>
              <a:gd name="connsiteY77" fmla="*/ 737583 h 6858000"/>
              <a:gd name="connsiteX78" fmla="*/ 1363659 w 4897678"/>
              <a:gd name="connsiteY78" fmla="*/ 600848 h 6858000"/>
              <a:gd name="connsiteX79" fmla="*/ 1357066 w 4897678"/>
              <a:gd name="connsiteY79" fmla="*/ 530653 h 6858000"/>
              <a:gd name="connsiteX80" fmla="*/ 1373630 w 4897678"/>
              <a:gd name="connsiteY80" fmla="*/ 455615 h 6858000"/>
              <a:gd name="connsiteX81" fmla="*/ 1413997 w 4897678"/>
              <a:gd name="connsiteY81" fmla="*/ 334926 h 6858000"/>
              <a:gd name="connsiteX82" fmla="*/ 1442766 w 4897678"/>
              <a:gd name="connsiteY82" fmla="*/ 236597 h 6858000"/>
              <a:gd name="connsiteX83" fmla="*/ 1470206 w 4897678"/>
              <a:gd name="connsiteY83" fmla="*/ 182099 h 6858000"/>
              <a:gd name="connsiteX84" fmla="*/ 1462879 w 4897678"/>
              <a:gd name="connsiteY84" fmla="*/ 128551 h 6858000"/>
              <a:gd name="connsiteX85" fmla="*/ 1481070 w 4897678"/>
              <a:gd name="connsiteY85" fmla="*/ 69025 h 6858000"/>
              <a:gd name="connsiteX86" fmla="*/ 1504205 w 4897678"/>
              <a:gd name="connsiteY86" fmla="*/ 42915 h 6858000"/>
              <a:gd name="connsiteX87" fmla="*/ 1553576 w 4897678"/>
              <a:gd name="connsiteY87"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76460 w 4897678"/>
              <a:gd name="connsiteY28" fmla="*/ 5308801 h 6858000"/>
              <a:gd name="connsiteX29" fmla="*/ 378745 w 4897678"/>
              <a:gd name="connsiteY29" fmla="*/ 5296204 h 6858000"/>
              <a:gd name="connsiteX30" fmla="*/ 402007 w 4897678"/>
              <a:gd name="connsiteY30" fmla="*/ 5241278 h 6858000"/>
              <a:gd name="connsiteX31" fmla="*/ 410672 w 4897678"/>
              <a:gd name="connsiteY31" fmla="*/ 5231022 h 6858000"/>
              <a:gd name="connsiteX32" fmla="*/ 442663 w 4897678"/>
              <a:gd name="connsiteY32" fmla="*/ 5192994 h 6858000"/>
              <a:gd name="connsiteX33" fmla="*/ 488625 w 4897678"/>
              <a:gd name="connsiteY33" fmla="*/ 5065268 h 6858000"/>
              <a:gd name="connsiteX34" fmla="*/ 604868 w 4897678"/>
              <a:gd name="connsiteY34" fmla="*/ 4966224 h 6858000"/>
              <a:gd name="connsiteX35" fmla="*/ 739205 w 4897678"/>
              <a:gd name="connsiteY35" fmla="*/ 4844222 h 6858000"/>
              <a:gd name="connsiteX36" fmla="*/ 916267 w 4897678"/>
              <a:gd name="connsiteY36" fmla="*/ 4639226 h 6858000"/>
              <a:gd name="connsiteX37" fmla="*/ 960970 w 4897678"/>
              <a:gd name="connsiteY37" fmla="*/ 4458968 h 6858000"/>
              <a:gd name="connsiteX38" fmla="*/ 974467 w 4897678"/>
              <a:gd name="connsiteY38" fmla="*/ 4400454 h 6858000"/>
              <a:gd name="connsiteX39" fmla="*/ 1019252 w 4897678"/>
              <a:gd name="connsiteY39" fmla="*/ 4326337 h 6858000"/>
              <a:gd name="connsiteX40" fmla="*/ 1097435 w 4897678"/>
              <a:gd name="connsiteY40" fmla="*/ 4004432 h 6858000"/>
              <a:gd name="connsiteX41" fmla="*/ 1115477 w 4897678"/>
              <a:gd name="connsiteY41" fmla="*/ 3887430 h 6858000"/>
              <a:gd name="connsiteX42" fmla="*/ 1129980 w 4897678"/>
              <a:gd name="connsiteY42" fmla="*/ 3841018 h 6858000"/>
              <a:gd name="connsiteX43" fmla="*/ 1128054 w 4897678"/>
              <a:gd name="connsiteY43" fmla="*/ 3833633 h 6858000"/>
              <a:gd name="connsiteX44" fmla="*/ 1144766 w 4897678"/>
              <a:gd name="connsiteY44" fmla="*/ 3703595 h 6858000"/>
              <a:gd name="connsiteX45" fmla="*/ 1146269 w 4897678"/>
              <a:gd name="connsiteY45" fmla="*/ 3675779 h 6858000"/>
              <a:gd name="connsiteX46" fmla="*/ 1145250 w 4897678"/>
              <a:gd name="connsiteY46" fmla="*/ 3673177 h 6858000"/>
              <a:gd name="connsiteX47" fmla="*/ 1145144 w 4897678"/>
              <a:gd name="connsiteY47" fmla="*/ 3399727 h 6858000"/>
              <a:gd name="connsiteX48" fmla="*/ 1153102 w 4897678"/>
              <a:gd name="connsiteY48" fmla="*/ 3022588 h 6858000"/>
              <a:gd name="connsiteX49" fmla="*/ 1187493 w 4897678"/>
              <a:gd name="connsiteY49" fmla="*/ 2780324 h 6858000"/>
              <a:gd name="connsiteX50" fmla="*/ 1174471 w 4897678"/>
              <a:gd name="connsiteY50" fmla="*/ 2636046 h 6858000"/>
              <a:gd name="connsiteX51" fmla="*/ 1173030 w 4897678"/>
              <a:gd name="connsiteY51" fmla="*/ 2517573 h 6858000"/>
              <a:gd name="connsiteX52" fmla="*/ 1179971 w 4897678"/>
              <a:gd name="connsiteY52" fmla="*/ 2259305 h 6858000"/>
              <a:gd name="connsiteX53" fmla="*/ 1180091 w 4897678"/>
              <a:gd name="connsiteY53" fmla="*/ 2154737 h 6858000"/>
              <a:gd name="connsiteX54" fmla="*/ 1173497 w 4897678"/>
              <a:gd name="connsiteY54" fmla="*/ 2118139 h 6858000"/>
              <a:gd name="connsiteX55" fmla="*/ 1168754 w 4897678"/>
              <a:gd name="connsiteY55" fmla="*/ 2064932 h 6858000"/>
              <a:gd name="connsiteX56" fmla="*/ 1175360 w 4897678"/>
              <a:gd name="connsiteY56" fmla="*/ 2031780 h 6858000"/>
              <a:gd name="connsiteX57" fmla="*/ 1175420 w 4897678"/>
              <a:gd name="connsiteY57" fmla="*/ 2025741 h 6858000"/>
              <a:gd name="connsiteX58" fmla="*/ 1192392 w 4897678"/>
              <a:gd name="connsiteY58" fmla="*/ 1985855 h 6858000"/>
              <a:gd name="connsiteX59" fmla="*/ 1240537 w 4897678"/>
              <a:gd name="connsiteY59" fmla="*/ 1810891 h 6858000"/>
              <a:gd name="connsiteX60" fmla="*/ 1262324 w 4897678"/>
              <a:gd name="connsiteY60" fmla="*/ 1680343 h 6858000"/>
              <a:gd name="connsiteX61" fmla="*/ 1264475 w 4897678"/>
              <a:gd name="connsiteY61" fmla="*/ 1634781 h 6858000"/>
              <a:gd name="connsiteX62" fmla="*/ 1268425 w 4897678"/>
              <a:gd name="connsiteY62" fmla="*/ 1558391 h 6858000"/>
              <a:gd name="connsiteX63" fmla="*/ 1263100 w 4897678"/>
              <a:gd name="connsiteY63" fmla="*/ 1489998 h 6858000"/>
              <a:gd name="connsiteX64" fmla="*/ 1286195 w 4897678"/>
              <a:gd name="connsiteY64" fmla="*/ 1421105 h 6858000"/>
              <a:gd name="connsiteX65" fmla="*/ 1298315 w 4897678"/>
              <a:gd name="connsiteY65" fmla="*/ 1361656 h 6858000"/>
              <a:gd name="connsiteX66" fmla="*/ 1294008 w 4897678"/>
              <a:gd name="connsiteY66" fmla="*/ 1357170 h 6858000"/>
              <a:gd name="connsiteX67" fmla="*/ 1295031 w 4897678"/>
              <a:gd name="connsiteY67" fmla="*/ 1349556 h 6858000"/>
              <a:gd name="connsiteX68" fmla="*/ 1301170 w 4897678"/>
              <a:gd name="connsiteY68" fmla="*/ 1345177 h 6858000"/>
              <a:gd name="connsiteX69" fmla="*/ 1337115 w 4897678"/>
              <a:gd name="connsiteY69" fmla="*/ 1249089 h 6858000"/>
              <a:gd name="connsiteX70" fmla="*/ 1335308 w 4897678"/>
              <a:gd name="connsiteY70" fmla="*/ 1164961 h 6858000"/>
              <a:gd name="connsiteX71" fmla="*/ 1365049 w 4897678"/>
              <a:gd name="connsiteY71" fmla="*/ 1102487 h 6858000"/>
              <a:gd name="connsiteX72" fmla="*/ 1380977 w 4897678"/>
              <a:gd name="connsiteY72" fmla="*/ 1051638 h 6858000"/>
              <a:gd name="connsiteX73" fmla="*/ 1360650 w 4897678"/>
              <a:gd name="connsiteY73" fmla="*/ 950605 h 6858000"/>
              <a:gd name="connsiteX74" fmla="*/ 1321700 w 4897678"/>
              <a:gd name="connsiteY74" fmla="*/ 890133 h 6858000"/>
              <a:gd name="connsiteX75" fmla="*/ 1306943 w 4897678"/>
              <a:gd name="connsiteY75" fmla="*/ 779617 h 6858000"/>
              <a:gd name="connsiteX76" fmla="*/ 1304115 w 4897678"/>
              <a:gd name="connsiteY76" fmla="*/ 737583 h 6858000"/>
              <a:gd name="connsiteX77" fmla="*/ 1363659 w 4897678"/>
              <a:gd name="connsiteY77" fmla="*/ 600848 h 6858000"/>
              <a:gd name="connsiteX78" fmla="*/ 1357066 w 4897678"/>
              <a:gd name="connsiteY78" fmla="*/ 530653 h 6858000"/>
              <a:gd name="connsiteX79" fmla="*/ 1373630 w 4897678"/>
              <a:gd name="connsiteY79" fmla="*/ 455615 h 6858000"/>
              <a:gd name="connsiteX80" fmla="*/ 1413997 w 4897678"/>
              <a:gd name="connsiteY80" fmla="*/ 334926 h 6858000"/>
              <a:gd name="connsiteX81" fmla="*/ 1442766 w 4897678"/>
              <a:gd name="connsiteY81" fmla="*/ 236597 h 6858000"/>
              <a:gd name="connsiteX82" fmla="*/ 1470206 w 4897678"/>
              <a:gd name="connsiteY82" fmla="*/ 182099 h 6858000"/>
              <a:gd name="connsiteX83" fmla="*/ 1462879 w 4897678"/>
              <a:gd name="connsiteY83" fmla="*/ 128551 h 6858000"/>
              <a:gd name="connsiteX84" fmla="*/ 1481070 w 4897678"/>
              <a:gd name="connsiteY84" fmla="*/ 69025 h 6858000"/>
              <a:gd name="connsiteX85" fmla="*/ 1504205 w 4897678"/>
              <a:gd name="connsiteY85" fmla="*/ 42915 h 6858000"/>
              <a:gd name="connsiteX86" fmla="*/ 1553576 w 4897678"/>
              <a:gd name="connsiteY86"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376460 w 4897678"/>
              <a:gd name="connsiteY28" fmla="*/ 5308801 h 6858000"/>
              <a:gd name="connsiteX29" fmla="*/ 402007 w 4897678"/>
              <a:gd name="connsiteY29" fmla="*/ 5241278 h 6858000"/>
              <a:gd name="connsiteX30" fmla="*/ 410672 w 4897678"/>
              <a:gd name="connsiteY30" fmla="*/ 5231022 h 6858000"/>
              <a:gd name="connsiteX31" fmla="*/ 442663 w 4897678"/>
              <a:gd name="connsiteY31" fmla="*/ 5192994 h 6858000"/>
              <a:gd name="connsiteX32" fmla="*/ 488625 w 4897678"/>
              <a:gd name="connsiteY32" fmla="*/ 5065268 h 6858000"/>
              <a:gd name="connsiteX33" fmla="*/ 604868 w 4897678"/>
              <a:gd name="connsiteY33" fmla="*/ 4966224 h 6858000"/>
              <a:gd name="connsiteX34" fmla="*/ 739205 w 4897678"/>
              <a:gd name="connsiteY34" fmla="*/ 4844222 h 6858000"/>
              <a:gd name="connsiteX35" fmla="*/ 916267 w 4897678"/>
              <a:gd name="connsiteY35" fmla="*/ 4639226 h 6858000"/>
              <a:gd name="connsiteX36" fmla="*/ 960970 w 4897678"/>
              <a:gd name="connsiteY36" fmla="*/ 4458968 h 6858000"/>
              <a:gd name="connsiteX37" fmla="*/ 974467 w 4897678"/>
              <a:gd name="connsiteY37" fmla="*/ 4400454 h 6858000"/>
              <a:gd name="connsiteX38" fmla="*/ 1019252 w 4897678"/>
              <a:gd name="connsiteY38" fmla="*/ 4326337 h 6858000"/>
              <a:gd name="connsiteX39" fmla="*/ 1097435 w 4897678"/>
              <a:gd name="connsiteY39" fmla="*/ 4004432 h 6858000"/>
              <a:gd name="connsiteX40" fmla="*/ 1115477 w 4897678"/>
              <a:gd name="connsiteY40" fmla="*/ 3887430 h 6858000"/>
              <a:gd name="connsiteX41" fmla="*/ 1129980 w 4897678"/>
              <a:gd name="connsiteY41" fmla="*/ 3841018 h 6858000"/>
              <a:gd name="connsiteX42" fmla="*/ 1128054 w 4897678"/>
              <a:gd name="connsiteY42" fmla="*/ 3833633 h 6858000"/>
              <a:gd name="connsiteX43" fmla="*/ 1144766 w 4897678"/>
              <a:gd name="connsiteY43" fmla="*/ 3703595 h 6858000"/>
              <a:gd name="connsiteX44" fmla="*/ 1146269 w 4897678"/>
              <a:gd name="connsiteY44" fmla="*/ 3675779 h 6858000"/>
              <a:gd name="connsiteX45" fmla="*/ 1145250 w 4897678"/>
              <a:gd name="connsiteY45" fmla="*/ 3673177 h 6858000"/>
              <a:gd name="connsiteX46" fmla="*/ 1145144 w 4897678"/>
              <a:gd name="connsiteY46" fmla="*/ 3399727 h 6858000"/>
              <a:gd name="connsiteX47" fmla="*/ 1153102 w 4897678"/>
              <a:gd name="connsiteY47" fmla="*/ 3022588 h 6858000"/>
              <a:gd name="connsiteX48" fmla="*/ 1187493 w 4897678"/>
              <a:gd name="connsiteY48" fmla="*/ 2780324 h 6858000"/>
              <a:gd name="connsiteX49" fmla="*/ 1174471 w 4897678"/>
              <a:gd name="connsiteY49" fmla="*/ 2636046 h 6858000"/>
              <a:gd name="connsiteX50" fmla="*/ 1173030 w 4897678"/>
              <a:gd name="connsiteY50" fmla="*/ 2517573 h 6858000"/>
              <a:gd name="connsiteX51" fmla="*/ 1179971 w 4897678"/>
              <a:gd name="connsiteY51" fmla="*/ 2259305 h 6858000"/>
              <a:gd name="connsiteX52" fmla="*/ 1180091 w 4897678"/>
              <a:gd name="connsiteY52" fmla="*/ 2154737 h 6858000"/>
              <a:gd name="connsiteX53" fmla="*/ 1173497 w 4897678"/>
              <a:gd name="connsiteY53" fmla="*/ 2118139 h 6858000"/>
              <a:gd name="connsiteX54" fmla="*/ 1168754 w 4897678"/>
              <a:gd name="connsiteY54" fmla="*/ 2064932 h 6858000"/>
              <a:gd name="connsiteX55" fmla="*/ 1175360 w 4897678"/>
              <a:gd name="connsiteY55" fmla="*/ 2031780 h 6858000"/>
              <a:gd name="connsiteX56" fmla="*/ 1175420 w 4897678"/>
              <a:gd name="connsiteY56" fmla="*/ 2025741 h 6858000"/>
              <a:gd name="connsiteX57" fmla="*/ 1192392 w 4897678"/>
              <a:gd name="connsiteY57" fmla="*/ 1985855 h 6858000"/>
              <a:gd name="connsiteX58" fmla="*/ 1240537 w 4897678"/>
              <a:gd name="connsiteY58" fmla="*/ 1810891 h 6858000"/>
              <a:gd name="connsiteX59" fmla="*/ 1262324 w 4897678"/>
              <a:gd name="connsiteY59" fmla="*/ 1680343 h 6858000"/>
              <a:gd name="connsiteX60" fmla="*/ 1264475 w 4897678"/>
              <a:gd name="connsiteY60" fmla="*/ 1634781 h 6858000"/>
              <a:gd name="connsiteX61" fmla="*/ 1268425 w 4897678"/>
              <a:gd name="connsiteY61" fmla="*/ 1558391 h 6858000"/>
              <a:gd name="connsiteX62" fmla="*/ 1263100 w 4897678"/>
              <a:gd name="connsiteY62" fmla="*/ 1489998 h 6858000"/>
              <a:gd name="connsiteX63" fmla="*/ 1286195 w 4897678"/>
              <a:gd name="connsiteY63" fmla="*/ 1421105 h 6858000"/>
              <a:gd name="connsiteX64" fmla="*/ 1298315 w 4897678"/>
              <a:gd name="connsiteY64" fmla="*/ 1361656 h 6858000"/>
              <a:gd name="connsiteX65" fmla="*/ 1294008 w 4897678"/>
              <a:gd name="connsiteY65" fmla="*/ 1357170 h 6858000"/>
              <a:gd name="connsiteX66" fmla="*/ 1295031 w 4897678"/>
              <a:gd name="connsiteY66" fmla="*/ 1349556 h 6858000"/>
              <a:gd name="connsiteX67" fmla="*/ 1301170 w 4897678"/>
              <a:gd name="connsiteY67" fmla="*/ 1345177 h 6858000"/>
              <a:gd name="connsiteX68" fmla="*/ 1337115 w 4897678"/>
              <a:gd name="connsiteY68" fmla="*/ 1249089 h 6858000"/>
              <a:gd name="connsiteX69" fmla="*/ 1335308 w 4897678"/>
              <a:gd name="connsiteY69" fmla="*/ 1164961 h 6858000"/>
              <a:gd name="connsiteX70" fmla="*/ 1365049 w 4897678"/>
              <a:gd name="connsiteY70" fmla="*/ 1102487 h 6858000"/>
              <a:gd name="connsiteX71" fmla="*/ 1380977 w 4897678"/>
              <a:gd name="connsiteY71" fmla="*/ 1051638 h 6858000"/>
              <a:gd name="connsiteX72" fmla="*/ 1360650 w 4897678"/>
              <a:gd name="connsiteY72" fmla="*/ 950605 h 6858000"/>
              <a:gd name="connsiteX73" fmla="*/ 1321700 w 4897678"/>
              <a:gd name="connsiteY73" fmla="*/ 890133 h 6858000"/>
              <a:gd name="connsiteX74" fmla="*/ 1306943 w 4897678"/>
              <a:gd name="connsiteY74" fmla="*/ 779617 h 6858000"/>
              <a:gd name="connsiteX75" fmla="*/ 1304115 w 4897678"/>
              <a:gd name="connsiteY75" fmla="*/ 737583 h 6858000"/>
              <a:gd name="connsiteX76" fmla="*/ 1363659 w 4897678"/>
              <a:gd name="connsiteY76" fmla="*/ 600848 h 6858000"/>
              <a:gd name="connsiteX77" fmla="*/ 1357066 w 4897678"/>
              <a:gd name="connsiteY77" fmla="*/ 530653 h 6858000"/>
              <a:gd name="connsiteX78" fmla="*/ 1373630 w 4897678"/>
              <a:gd name="connsiteY78" fmla="*/ 455615 h 6858000"/>
              <a:gd name="connsiteX79" fmla="*/ 1413997 w 4897678"/>
              <a:gd name="connsiteY79" fmla="*/ 334926 h 6858000"/>
              <a:gd name="connsiteX80" fmla="*/ 1442766 w 4897678"/>
              <a:gd name="connsiteY80" fmla="*/ 236597 h 6858000"/>
              <a:gd name="connsiteX81" fmla="*/ 1470206 w 4897678"/>
              <a:gd name="connsiteY81" fmla="*/ 182099 h 6858000"/>
              <a:gd name="connsiteX82" fmla="*/ 1462879 w 4897678"/>
              <a:gd name="connsiteY82" fmla="*/ 128551 h 6858000"/>
              <a:gd name="connsiteX83" fmla="*/ 1481070 w 4897678"/>
              <a:gd name="connsiteY83" fmla="*/ 69025 h 6858000"/>
              <a:gd name="connsiteX84" fmla="*/ 1504205 w 4897678"/>
              <a:gd name="connsiteY84" fmla="*/ 42915 h 6858000"/>
              <a:gd name="connsiteX85" fmla="*/ 1553576 w 4897678"/>
              <a:gd name="connsiteY85"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16944 w 4897678"/>
              <a:gd name="connsiteY27" fmla="*/ 5513206 h 6858000"/>
              <a:gd name="connsiteX28" fmla="*/ 445799 w 4897678"/>
              <a:gd name="connsiteY28" fmla="*/ 5395474 h 6858000"/>
              <a:gd name="connsiteX29" fmla="*/ 402007 w 4897678"/>
              <a:gd name="connsiteY29" fmla="*/ 5241278 h 6858000"/>
              <a:gd name="connsiteX30" fmla="*/ 410672 w 4897678"/>
              <a:gd name="connsiteY30" fmla="*/ 5231022 h 6858000"/>
              <a:gd name="connsiteX31" fmla="*/ 442663 w 4897678"/>
              <a:gd name="connsiteY31" fmla="*/ 5192994 h 6858000"/>
              <a:gd name="connsiteX32" fmla="*/ 488625 w 4897678"/>
              <a:gd name="connsiteY32" fmla="*/ 5065268 h 6858000"/>
              <a:gd name="connsiteX33" fmla="*/ 604868 w 4897678"/>
              <a:gd name="connsiteY33" fmla="*/ 4966224 h 6858000"/>
              <a:gd name="connsiteX34" fmla="*/ 739205 w 4897678"/>
              <a:gd name="connsiteY34" fmla="*/ 4844222 h 6858000"/>
              <a:gd name="connsiteX35" fmla="*/ 916267 w 4897678"/>
              <a:gd name="connsiteY35" fmla="*/ 4639226 h 6858000"/>
              <a:gd name="connsiteX36" fmla="*/ 960970 w 4897678"/>
              <a:gd name="connsiteY36" fmla="*/ 4458968 h 6858000"/>
              <a:gd name="connsiteX37" fmla="*/ 974467 w 4897678"/>
              <a:gd name="connsiteY37" fmla="*/ 4400454 h 6858000"/>
              <a:gd name="connsiteX38" fmla="*/ 1019252 w 4897678"/>
              <a:gd name="connsiteY38" fmla="*/ 4326337 h 6858000"/>
              <a:gd name="connsiteX39" fmla="*/ 1097435 w 4897678"/>
              <a:gd name="connsiteY39" fmla="*/ 4004432 h 6858000"/>
              <a:gd name="connsiteX40" fmla="*/ 1115477 w 4897678"/>
              <a:gd name="connsiteY40" fmla="*/ 3887430 h 6858000"/>
              <a:gd name="connsiteX41" fmla="*/ 1129980 w 4897678"/>
              <a:gd name="connsiteY41" fmla="*/ 3841018 h 6858000"/>
              <a:gd name="connsiteX42" fmla="*/ 1128054 w 4897678"/>
              <a:gd name="connsiteY42" fmla="*/ 3833633 h 6858000"/>
              <a:gd name="connsiteX43" fmla="*/ 1144766 w 4897678"/>
              <a:gd name="connsiteY43" fmla="*/ 3703595 h 6858000"/>
              <a:gd name="connsiteX44" fmla="*/ 1146269 w 4897678"/>
              <a:gd name="connsiteY44" fmla="*/ 3675779 h 6858000"/>
              <a:gd name="connsiteX45" fmla="*/ 1145250 w 4897678"/>
              <a:gd name="connsiteY45" fmla="*/ 3673177 h 6858000"/>
              <a:gd name="connsiteX46" fmla="*/ 1145144 w 4897678"/>
              <a:gd name="connsiteY46" fmla="*/ 3399727 h 6858000"/>
              <a:gd name="connsiteX47" fmla="*/ 1153102 w 4897678"/>
              <a:gd name="connsiteY47" fmla="*/ 3022588 h 6858000"/>
              <a:gd name="connsiteX48" fmla="*/ 1187493 w 4897678"/>
              <a:gd name="connsiteY48" fmla="*/ 2780324 h 6858000"/>
              <a:gd name="connsiteX49" fmla="*/ 1174471 w 4897678"/>
              <a:gd name="connsiteY49" fmla="*/ 2636046 h 6858000"/>
              <a:gd name="connsiteX50" fmla="*/ 1173030 w 4897678"/>
              <a:gd name="connsiteY50" fmla="*/ 2517573 h 6858000"/>
              <a:gd name="connsiteX51" fmla="*/ 1179971 w 4897678"/>
              <a:gd name="connsiteY51" fmla="*/ 2259305 h 6858000"/>
              <a:gd name="connsiteX52" fmla="*/ 1180091 w 4897678"/>
              <a:gd name="connsiteY52" fmla="*/ 2154737 h 6858000"/>
              <a:gd name="connsiteX53" fmla="*/ 1173497 w 4897678"/>
              <a:gd name="connsiteY53" fmla="*/ 2118139 h 6858000"/>
              <a:gd name="connsiteX54" fmla="*/ 1168754 w 4897678"/>
              <a:gd name="connsiteY54" fmla="*/ 2064932 h 6858000"/>
              <a:gd name="connsiteX55" fmla="*/ 1175360 w 4897678"/>
              <a:gd name="connsiteY55" fmla="*/ 2031780 h 6858000"/>
              <a:gd name="connsiteX56" fmla="*/ 1175420 w 4897678"/>
              <a:gd name="connsiteY56" fmla="*/ 2025741 h 6858000"/>
              <a:gd name="connsiteX57" fmla="*/ 1192392 w 4897678"/>
              <a:gd name="connsiteY57" fmla="*/ 1985855 h 6858000"/>
              <a:gd name="connsiteX58" fmla="*/ 1240537 w 4897678"/>
              <a:gd name="connsiteY58" fmla="*/ 1810891 h 6858000"/>
              <a:gd name="connsiteX59" fmla="*/ 1262324 w 4897678"/>
              <a:gd name="connsiteY59" fmla="*/ 1680343 h 6858000"/>
              <a:gd name="connsiteX60" fmla="*/ 1264475 w 4897678"/>
              <a:gd name="connsiteY60" fmla="*/ 1634781 h 6858000"/>
              <a:gd name="connsiteX61" fmla="*/ 1268425 w 4897678"/>
              <a:gd name="connsiteY61" fmla="*/ 1558391 h 6858000"/>
              <a:gd name="connsiteX62" fmla="*/ 1263100 w 4897678"/>
              <a:gd name="connsiteY62" fmla="*/ 1489998 h 6858000"/>
              <a:gd name="connsiteX63" fmla="*/ 1286195 w 4897678"/>
              <a:gd name="connsiteY63" fmla="*/ 1421105 h 6858000"/>
              <a:gd name="connsiteX64" fmla="*/ 1298315 w 4897678"/>
              <a:gd name="connsiteY64" fmla="*/ 1361656 h 6858000"/>
              <a:gd name="connsiteX65" fmla="*/ 1294008 w 4897678"/>
              <a:gd name="connsiteY65" fmla="*/ 1357170 h 6858000"/>
              <a:gd name="connsiteX66" fmla="*/ 1295031 w 4897678"/>
              <a:gd name="connsiteY66" fmla="*/ 1349556 h 6858000"/>
              <a:gd name="connsiteX67" fmla="*/ 1301170 w 4897678"/>
              <a:gd name="connsiteY67" fmla="*/ 1345177 h 6858000"/>
              <a:gd name="connsiteX68" fmla="*/ 1337115 w 4897678"/>
              <a:gd name="connsiteY68" fmla="*/ 1249089 h 6858000"/>
              <a:gd name="connsiteX69" fmla="*/ 1335308 w 4897678"/>
              <a:gd name="connsiteY69" fmla="*/ 1164961 h 6858000"/>
              <a:gd name="connsiteX70" fmla="*/ 1365049 w 4897678"/>
              <a:gd name="connsiteY70" fmla="*/ 1102487 h 6858000"/>
              <a:gd name="connsiteX71" fmla="*/ 1380977 w 4897678"/>
              <a:gd name="connsiteY71" fmla="*/ 1051638 h 6858000"/>
              <a:gd name="connsiteX72" fmla="*/ 1360650 w 4897678"/>
              <a:gd name="connsiteY72" fmla="*/ 950605 h 6858000"/>
              <a:gd name="connsiteX73" fmla="*/ 1321700 w 4897678"/>
              <a:gd name="connsiteY73" fmla="*/ 890133 h 6858000"/>
              <a:gd name="connsiteX74" fmla="*/ 1306943 w 4897678"/>
              <a:gd name="connsiteY74" fmla="*/ 779617 h 6858000"/>
              <a:gd name="connsiteX75" fmla="*/ 1304115 w 4897678"/>
              <a:gd name="connsiteY75" fmla="*/ 737583 h 6858000"/>
              <a:gd name="connsiteX76" fmla="*/ 1363659 w 4897678"/>
              <a:gd name="connsiteY76" fmla="*/ 600848 h 6858000"/>
              <a:gd name="connsiteX77" fmla="*/ 1357066 w 4897678"/>
              <a:gd name="connsiteY77" fmla="*/ 530653 h 6858000"/>
              <a:gd name="connsiteX78" fmla="*/ 1373630 w 4897678"/>
              <a:gd name="connsiteY78" fmla="*/ 455615 h 6858000"/>
              <a:gd name="connsiteX79" fmla="*/ 1413997 w 4897678"/>
              <a:gd name="connsiteY79" fmla="*/ 334926 h 6858000"/>
              <a:gd name="connsiteX80" fmla="*/ 1442766 w 4897678"/>
              <a:gd name="connsiteY80" fmla="*/ 236597 h 6858000"/>
              <a:gd name="connsiteX81" fmla="*/ 1470206 w 4897678"/>
              <a:gd name="connsiteY81" fmla="*/ 182099 h 6858000"/>
              <a:gd name="connsiteX82" fmla="*/ 1462879 w 4897678"/>
              <a:gd name="connsiteY82" fmla="*/ 128551 h 6858000"/>
              <a:gd name="connsiteX83" fmla="*/ 1481070 w 4897678"/>
              <a:gd name="connsiteY83" fmla="*/ 69025 h 6858000"/>
              <a:gd name="connsiteX84" fmla="*/ 1504205 w 4897678"/>
              <a:gd name="connsiteY84" fmla="*/ 42915 h 6858000"/>
              <a:gd name="connsiteX85" fmla="*/ 1553576 w 4897678"/>
              <a:gd name="connsiteY85"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402007 w 4897678"/>
              <a:gd name="connsiteY29" fmla="*/ 5241278 h 6858000"/>
              <a:gd name="connsiteX30" fmla="*/ 410672 w 4897678"/>
              <a:gd name="connsiteY30" fmla="*/ 5231022 h 6858000"/>
              <a:gd name="connsiteX31" fmla="*/ 442663 w 4897678"/>
              <a:gd name="connsiteY31" fmla="*/ 5192994 h 6858000"/>
              <a:gd name="connsiteX32" fmla="*/ 488625 w 4897678"/>
              <a:gd name="connsiteY32" fmla="*/ 5065268 h 6858000"/>
              <a:gd name="connsiteX33" fmla="*/ 604868 w 4897678"/>
              <a:gd name="connsiteY33" fmla="*/ 4966224 h 6858000"/>
              <a:gd name="connsiteX34" fmla="*/ 739205 w 4897678"/>
              <a:gd name="connsiteY34" fmla="*/ 4844222 h 6858000"/>
              <a:gd name="connsiteX35" fmla="*/ 916267 w 4897678"/>
              <a:gd name="connsiteY35" fmla="*/ 4639226 h 6858000"/>
              <a:gd name="connsiteX36" fmla="*/ 960970 w 4897678"/>
              <a:gd name="connsiteY36" fmla="*/ 4458968 h 6858000"/>
              <a:gd name="connsiteX37" fmla="*/ 974467 w 4897678"/>
              <a:gd name="connsiteY37" fmla="*/ 4400454 h 6858000"/>
              <a:gd name="connsiteX38" fmla="*/ 1019252 w 4897678"/>
              <a:gd name="connsiteY38" fmla="*/ 4326337 h 6858000"/>
              <a:gd name="connsiteX39" fmla="*/ 1097435 w 4897678"/>
              <a:gd name="connsiteY39" fmla="*/ 4004432 h 6858000"/>
              <a:gd name="connsiteX40" fmla="*/ 1115477 w 4897678"/>
              <a:gd name="connsiteY40" fmla="*/ 3887430 h 6858000"/>
              <a:gd name="connsiteX41" fmla="*/ 1129980 w 4897678"/>
              <a:gd name="connsiteY41" fmla="*/ 3841018 h 6858000"/>
              <a:gd name="connsiteX42" fmla="*/ 1128054 w 4897678"/>
              <a:gd name="connsiteY42" fmla="*/ 3833633 h 6858000"/>
              <a:gd name="connsiteX43" fmla="*/ 1144766 w 4897678"/>
              <a:gd name="connsiteY43" fmla="*/ 3703595 h 6858000"/>
              <a:gd name="connsiteX44" fmla="*/ 1146269 w 4897678"/>
              <a:gd name="connsiteY44" fmla="*/ 3675779 h 6858000"/>
              <a:gd name="connsiteX45" fmla="*/ 1145250 w 4897678"/>
              <a:gd name="connsiteY45" fmla="*/ 3673177 h 6858000"/>
              <a:gd name="connsiteX46" fmla="*/ 1145144 w 4897678"/>
              <a:gd name="connsiteY46" fmla="*/ 3399727 h 6858000"/>
              <a:gd name="connsiteX47" fmla="*/ 1153102 w 4897678"/>
              <a:gd name="connsiteY47" fmla="*/ 3022588 h 6858000"/>
              <a:gd name="connsiteX48" fmla="*/ 1187493 w 4897678"/>
              <a:gd name="connsiteY48" fmla="*/ 2780324 h 6858000"/>
              <a:gd name="connsiteX49" fmla="*/ 1174471 w 4897678"/>
              <a:gd name="connsiteY49" fmla="*/ 2636046 h 6858000"/>
              <a:gd name="connsiteX50" fmla="*/ 1173030 w 4897678"/>
              <a:gd name="connsiteY50" fmla="*/ 2517573 h 6858000"/>
              <a:gd name="connsiteX51" fmla="*/ 1179971 w 4897678"/>
              <a:gd name="connsiteY51" fmla="*/ 2259305 h 6858000"/>
              <a:gd name="connsiteX52" fmla="*/ 1180091 w 4897678"/>
              <a:gd name="connsiteY52" fmla="*/ 2154737 h 6858000"/>
              <a:gd name="connsiteX53" fmla="*/ 1173497 w 4897678"/>
              <a:gd name="connsiteY53" fmla="*/ 2118139 h 6858000"/>
              <a:gd name="connsiteX54" fmla="*/ 1168754 w 4897678"/>
              <a:gd name="connsiteY54" fmla="*/ 2064932 h 6858000"/>
              <a:gd name="connsiteX55" fmla="*/ 1175360 w 4897678"/>
              <a:gd name="connsiteY55" fmla="*/ 2031780 h 6858000"/>
              <a:gd name="connsiteX56" fmla="*/ 1175420 w 4897678"/>
              <a:gd name="connsiteY56" fmla="*/ 2025741 h 6858000"/>
              <a:gd name="connsiteX57" fmla="*/ 1192392 w 4897678"/>
              <a:gd name="connsiteY57" fmla="*/ 1985855 h 6858000"/>
              <a:gd name="connsiteX58" fmla="*/ 1240537 w 4897678"/>
              <a:gd name="connsiteY58" fmla="*/ 1810891 h 6858000"/>
              <a:gd name="connsiteX59" fmla="*/ 1262324 w 4897678"/>
              <a:gd name="connsiteY59" fmla="*/ 1680343 h 6858000"/>
              <a:gd name="connsiteX60" fmla="*/ 1264475 w 4897678"/>
              <a:gd name="connsiteY60" fmla="*/ 1634781 h 6858000"/>
              <a:gd name="connsiteX61" fmla="*/ 1268425 w 4897678"/>
              <a:gd name="connsiteY61" fmla="*/ 1558391 h 6858000"/>
              <a:gd name="connsiteX62" fmla="*/ 1263100 w 4897678"/>
              <a:gd name="connsiteY62" fmla="*/ 1489998 h 6858000"/>
              <a:gd name="connsiteX63" fmla="*/ 1286195 w 4897678"/>
              <a:gd name="connsiteY63" fmla="*/ 1421105 h 6858000"/>
              <a:gd name="connsiteX64" fmla="*/ 1298315 w 4897678"/>
              <a:gd name="connsiteY64" fmla="*/ 1361656 h 6858000"/>
              <a:gd name="connsiteX65" fmla="*/ 1294008 w 4897678"/>
              <a:gd name="connsiteY65" fmla="*/ 1357170 h 6858000"/>
              <a:gd name="connsiteX66" fmla="*/ 1295031 w 4897678"/>
              <a:gd name="connsiteY66" fmla="*/ 1349556 h 6858000"/>
              <a:gd name="connsiteX67" fmla="*/ 1301170 w 4897678"/>
              <a:gd name="connsiteY67" fmla="*/ 1345177 h 6858000"/>
              <a:gd name="connsiteX68" fmla="*/ 1337115 w 4897678"/>
              <a:gd name="connsiteY68" fmla="*/ 1249089 h 6858000"/>
              <a:gd name="connsiteX69" fmla="*/ 1335308 w 4897678"/>
              <a:gd name="connsiteY69" fmla="*/ 1164961 h 6858000"/>
              <a:gd name="connsiteX70" fmla="*/ 1365049 w 4897678"/>
              <a:gd name="connsiteY70" fmla="*/ 1102487 h 6858000"/>
              <a:gd name="connsiteX71" fmla="*/ 1380977 w 4897678"/>
              <a:gd name="connsiteY71" fmla="*/ 1051638 h 6858000"/>
              <a:gd name="connsiteX72" fmla="*/ 1360650 w 4897678"/>
              <a:gd name="connsiteY72" fmla="*/ 950605 h 6858000"/>
              <a:gd name="connsiteX73" fmla="*/ 1321700 w 4897678"/>
              <a:gd name="connsiteY73" fmla="*/ 890133 h 6858000"/>
              <a:gd name="connsiteX74" fmla="*/ 1306943 w 4897678"/>
              <a:gd name="connsiteY74" fmla="*/ 779617 h 6858000"/>
              <a:gd name="connsiteX75" fmla="*/ 1304115 w 4897678"/>
              <a:gd name="connsiteY75" fmla="*/ 737583 h 6858000"/>
              <a:gd name="connsiteX76" fmla="*/ 1363659 w 4897678"/>
              <a:gd name="connsiteY76" fmla="*/ 600848 h 6858000"/>
              <a:gd name="connsiteX77" fmla="*/ 1357066 w 4897678"/>
              <a:gd name="connsiteY77" fmla="*/ 530653 h 6858000"/>
              <a:gd name="connsiteX78" fmla="*/ 1373630 w 4897678"/>
              <a:gd name="connsiteY78" fmla="*/ 455615 h 6858000"/>
              <a:gd name="connsiteX79" fmla="*/ 1413997 w 4897678"/>
              <a:gd name="connsiteY79" fmla="*/ 334926 h 6858000"/>
              <a:gd name="connsiteX80" fmla="*/ 1442766 w 4897678"/>
              <a:gd name="connsiteY80" fmla="*/ 236597 h 6858000"/>
              <a:gd name="connsiteX81" fmla="*/ 1470206 w 4897678"/>
              <a:gd name="connsiteY81" fmla="*/ 182099 h 6858000"/>
              <a:gd name="connsiteX82" fmla="*/ 1462879 w 4897678"/>
              <a:gd name="connsiteY82" fmla="*/ 128551 h 6858000"/>
              <a:gd name="connsiteX83" fmla="*/ 1481070 w 4897678"/>
              <a:gd name="connsiteY83" fmla="*/ 69025 h 6858000"/>
              <a:gd name="connsiteX84" fmla="*/ 1504205 w 4897678"/>
              <a:gd name="connsiteY84" fmla="*/ 42915 h 6858000"/>
              <a:gd name="connsiteX85" fmla="*/ 1553576 w 4897678"/>
              <a:gd name="connsiteY85"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402007 w 4897678"/>
              <a:gd name="connsiteY29" fmla="*/ 5241278 h 6858000"/>
              <a:gd name="connsiteX30" fmla="*/ 410672 w 4897678"/>
              <a:gd name="connsiteY30" fmla="*/ 5231022 h 6858000"/>
              <a:gd name="connsiteX31" fmla="*/ 442663 w 4897678"/>
              <a:gd name="connsiteY31" fmla="*/ 5192994 h 6858000"/>
              <a:gd name="connsiteX32" fmla="*/ 604868 w 4897678"/>
              <a:gd name="connsiteY32" fmla="*/ 4966224 h 6858000"/>
              <a:gd name="connsiteX33" fmla="*/ 739205 w 4897678"/>
              <a:gd name="connsiteY33" fmla="*/ 4844222 h 6858000"/>
              <a:gd name="connsiteX34" fmla="*/ 916267 w 4897678"/>
              <a:gd name="connsiteY34" fmla="*/ 4639226 h 6858000"/>
              <a:gd name="connsiteX35" fmla="*/ 960970 w 4897678"/>
              <a:gd name="connsiteY35" fmla="*/ 4458968 h 6858000"/>
              <a:gd name="connsiteX36" fmla="*/ 974467 w 4897678"/>
              <a:gd name="connsiteY36" fmla="*/ 4400454 h 6858000"/>
              <a:gd name="connsiteX37" fmla="*/ 1019252 w 4897678"/>
              <a:gd name="connsiteY37" fmla="*/ 4326337 h 6858000"/>
              <a:gd name="connsiteX38" fmla="*/ 1097435 w 4897678"/>
              <a:gd name="connsiteY38" fmla="*/ 4004432 h 6858000"/>
              <a:gd name="connsiteX39" fmla="*/ 1115477 w 4897678"/>
              <a:gd name="connsiteY39" fmla="*/ 3887430 h 6858000"/>
              <a:gd name="connsiteX40" fmla="*/ 1129980 w 4897678"/>
              <a:gd name="connsiteY40" fmla="*/ 3841018 h 6858000"/>
              <a:gd name="connsiteX41" fmla="*/ 1128054 w 4897678"/>
              <a:gd name="connsiteY41" fmla="*/ 3833633 h 6858000"/>
              <a:gd name="connsiteX42" fmla="*/ 1144766 w 4897678"/>
              <a:gd name="connsiteY42" fmla="*/ 3703595 h 6858000"/>
              <a:gd name="connsiteX43" fmla="*/ 1146269 w 4897678"/>
              <a:gd name="connsiteY43" fmla="*/ 3675779 h 6858000"/>
              <a:gd name="connsiteX44" fmla="*/ 1145250 w 4897678"/>
              <a:gd name="connsiteY44" fmla="*/ 3673177 h 6858000"/>
              <a:gd name="connsiteX45" fmla="*/ 1145144 w 4897678"/>
              <a:gd name="connsiteY45" fmla="*/ 3399727 h 6858000"/>
              <a:gd name="connsiteX46" fmla="*/ 1153102 w 4897678"/>
              <a:gd name="connsiteY46" fmla="*/ 3022588 h 6858000"/>
              <a:gd name="connsiteX47" fmla="*/ 1187493 w 4897678"/>
              <a:gd name="connsiteY47" fmla="*/ 2780324 h 6858000"/>
              <a:gd name="connsiteX48" fmla="*/ 1174471 w 4897678"/>
              <a:gd name="connsiteY48" fmla="*/ 2636046 h 6858000"/>
              <a:gd name="connsiteX49" fmla="*/ 1173030 w 4897678"/>
              <a:gd name="connsiteY49" fmla="*/ 2517573 h 6858000"/>
              <a:gd name="connsiteX50" fmla="*/ 1179971 w 4897678"/>
              <a:gd name="connsiteY50" fmla="*/ 2259305 h 6858000"/>
              <a:gd name="connsiteX51" fmla="*/ 1180091 w 4897678"/>
              <a:gd name="connsiteY51" fmla="*/ 2154737 h 6858000"/>
              <a:gd name="connsiteX52" fmla="*/ 1173497 w 4897678"/>
              <a:gd name="connsiteY52" fmla="*/ 2118139 h 6858000"/>
              <a:gd name="connsiteX53" fmla="*/ 1168754 w 4897678"/>
              <a:gd name="connsiteY53" fmla="*/ 2064932 h 6858000"/>
              <a:gd name="connsiteX54" fmla="*/ 1175360 w 4897678"/>
              <a:gd name="connsiteY54" fmla="*/ 2031780 h 6858000"/>
              <a:gd name="connsiteX55" fmla="*/ 1175420 w 4897678"/>
              <a:gd name="connsiteY55" fmla="*/ 2025741 h 6858000"/>
              <a:gd name="connsiteX56" fmla="*/ 1192392 w 4897678"/>
              <a:gd name="connsiteY56" fmla="*/ 1985855 h 6858000"/>
              <a:gd name="connsiteX57" fmla="*/ 1240537 w 4897678"/>
              <a:gd name="connsiteY57" fmla="*/ 1810891 h 6858000"/>
              <a:gd name="connsiteX58" fmla="*/ 1262324 w 4897678"/>
              <a:gd name="connsiteY58" fmla="*/ 1680343 h 6858000"/>
              <a:gd name="connsiteX59" fmla="*/ 1264475 w 4897678"/>
              <a:gd name="connsiteY59" fmla="*/ 1634781 h 6858000"/>
              <a:gd name="connsiteX60" fmla="*/ 1268425 w 4897678"/>
              <a:gd name="connsiteY60" fmla="*/ 1558391 h 6858000"/>
              <a:gd name="connsiteX61" fmla="*/ 1263100 w 4897678"/>
              <a:gd name="connsiteY61" fmla="*/ 1489998 h 6858000"/>
              <a:gd name="connsiteX62" fmla="*/ 1286195 w 4897678"/>
              <a:gd name="connsiteY62" fmla="*/ 1421105 h 6858000"/>
              <a:gd name="connsiteX63" fmla="*/ 1298315 w 4897678"/>
              <a:gd name="connsiteY63" fmla="*/ 1361656 h 6858000"/>
              <a:gd name="connsiteX64" fmla="*/ 1294008 w 4897678"/>
              <a:gd name="connsiteY64" fmla="*/ 1357170 h 6858000"/>
              <a:gd name="connsiteX65" fmla="*/ 1295031 w 4897678"/>
              <a:gd name="connsiteY65" fmla="*/ 1349556 h 6858000"/>
              <a:gd name="connsiteX66" fmla="*/ 1301170 w 4897678"/>
              <a:gd name="connsiteY66" fmla="*/ 1345177 h 6858000"/>
              <a:gd name="connsiteX67" fmla="*/ 1337115 w 4897678"/>
              <a:gd name="connsiteY67" fmla="*/ 1249089 h 6858000"/>
              <a:gd name="connsiteX68" fmla="*/ 1335308 w 4897678"/>
              <a:gd name="connsiteY68" fmla="*/ 1164961 h 6858000"/>
              <a:gd name="connsiteX69" fmla="*/ 1365049 w 4897678"/>
              <a:gd name="connsiteY69" fmla="*/ 1102487 h 6858000"/>
              <a:gd name="connsiteX70" fmla="*/ 1380977 w 4897678"/>
              <a:gd name="connsiteY70" fmla="*/ 1051638 h 6858000"/>
              <a:gd name="connsiteX71" fmla="*/ 1360650 w 4897678"/>
              <a:gd name="connsiteY71" fmla="*/ 950605 h 6858000"/>
              <a:gd name="connsiteX72" fmla="*/ 1321700 w 4897678"/>
              <a:gd name="connsiteY72" fmla="*/ 890133 h 6858000"/>
              <a:gd name="connsiteX73" fmla="*/ 1306943 w 4897678"/>
              <a:gd name="connsiteY73" fmla="*/ 779617 h 6858000"/>
              <a:gd name="connsiteX74" fmla="*/ 1304115 w 4897678"/>
              <a:gd name="connsiteY74" fmla="*/ 737583 h 6858000"/>
              <a:gd name="connsiteX75" fmla="*/ 1363659 w 4897678"/>
              <a:gd name="connsiteY75" fmla="*/ 600848 h 6858000"/>
              <a:gd name="connsiteX76" fmla="*/ 1357066 w 4897678"/>
              <a:gd name="connsiteY76" fmla="*/ 530653 h 6858000"/>
              <a:gd name="connsiteX77" fmla="*/ 1373630 w 4897678"/>
              <a:gd name="connsiteY77" fmla="*/ 455615 h 6858000"/>
              <a:gd name="connsiteX78" fmla="*/ 1413997 w 4897678"/>
              <a:gd name="connsiteY78" fmla="*/ 334926 h 6858000"/>
              <a:gd name="connsiteX79" fmla="*/ 1442766 w 4897678"/>
              <a:gd name="connsiteY79" fmla="*/ 236597 h 6858000"/>
              <a:gd name="connsiteX80" fmla="*/ 1470206 w 4897678"/>
              <a:gd name="connsiteY80" fmla="*/ 182099 h 6858000"/>
              <a:gd name="connsiteX81" fmla="*/ 1462879 w 4897678"/>
              <a:gd name="connsiteY81" fmla="*/ 128551 h 6858000"/>
              <a:gd name="connsiteX82" fmla="*/ 1481070 w 4897678"/>
              <a:gd name="connsiteY82" fmla="*/ 69025 h 6858000"/>
              <a:gd name="connsiteX83" fmla="*/ 1504205 w 4897678"/>
              <a:gd name="connsiteY83" fmla="*/ 42915 h 6858000"/>
              <a:gd name="connsiteX84" fmla="*/ 1553576 w 4897678"/>
              <a:gd name="connsiteY84"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402007 w 4897678"/>
              <a:gd name="connsiteY29" fmla="*/ 5241278 h 6858000"/>
              <a:gd name="connsiteX30" fmla="*/ 410672 w 4897678"/>
              <a:gd name="connsiteY30" fmla="*/ 5231022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04115 w 4897678"/>
              <a:gd name="connsiteY73" fmla="*/ 737583 h 6858000"/>
              <a:gd name="connsiteX74" fmla="*/ 1363659 w 4897678"/>
              <a:gd name="connsiteY74" fmla="*/ 600848 h 6858000"/>
              <a:gd name="connsiteX75" fmla="*/ 1357066 w 4897678"/>
              <a:gd name="connsiteY75" fmla="*/ 530653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462879 w 4897678"/>
              <a:gd name="connsiteY80" fmla="*/ 128551 h 6858000"/>
              <a:gd name="connsiteX81" fmla="*/ 1481070 w 4897678"/>
              <a:gd name="connsiteY81" fmla="*/ 69025 h 6858000"/>
              <a:gd name="connsiteX82" fmla="*/ 1504205 w 4897678"/>
              <a:gd name="connsiteY82" fmla="*/ 42915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402007 w 4897678"/>
              <a:gd name="connsiteY29" fmla="*/ 5241278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04115 w 4897678"/>
              <a:gd name="connsiteY73" fmla="*/ 737583 h 6858000"/>
              <a:gd name="connsiteX74" fmla="*/ 1363659 w 4897678"/>
              <a:gd name="connsiteY74" fmla="*/ 600848 h 6858000"/>
              <a:gd name="connsiteX75" fmla="*/ 1357066 w 4897678"/>
              <a:gd name="connsiteY75" fmla="*/ 530653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462879 w 4897678"/>
              <a:gd name="connsiteY80" fmla="*/ 128551 h 6858000"/>
              <a:gd name="connsiteX81" fmla="*/ 1481070 w 4897678"/>
              <a:gd name="connsiteY81" fmla="*/ 69025 h 6858000"/>
              <a:gd name="connsiteX82" fmla="*/ 1504205 w 4897678"/>
              <a:gd name="connsiteY82" fmla="*/ 42915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04115 w 4897678"/>
              <a:gd name="connsiteY73" fmla="*/ 737583 h 6858000"/>
              <a:gd name="connsiteX74" fmla="*/ 1363659 w 4897678"/>
              <a:gd name="connsiteY74" fmla="*/ 600848 h 6858000"/>
              <a:gd name="connsiteX75" fmla="*/ 1357066 w 4897678"/>
              <a:gd name="connsiteY75" fmla="*/ 530653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462879 w 4897678"/>
              <a:gd name="connsiteY80" fmla="*/ 128551 h 6858000"/>
              <a:gd name="connsiteX81" fmla="*/ 1481070 w 4897678"/>
              <a:gd name="connsiteY81" fmla="*/ 69025 h 6858000"/>
              <a:gd name="connsiteX82" fmla="*/ 1504205 w 4897678"/>
              <a:gd name="connsiteY82" fmla="*/ 42915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04115 w 4897678"/>
              <a:gd name="connsiteY73" fmla="*/ 737583 h 6858000"/>
              <a:gd name="connsiteX74" fmla="*/ 1363659 w 4897678"/>
              <a:gd name="connsiteY74" fmla="*/ 600848 h 6858000"/>
              <a:gd name="connsiteX75" fmla="*/ 1357066 w 4897678"/>
              <a:gd name="connsiteY75" fmla="*/ 530653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462879 w 4897678"/>
              <a:gd name="connsiteY80" fmla="*/ 128551 h 6858000"/>
              <a:gd name="connsiteX81" fmla="*/ 1501081 w 4897678"/>
              <a:gd name="connsiteY81" fmla="*/ 89121 h 6858000"/>
              <a:gd name="connsiteX82" fmla="*/ 1504205 w 4897678"/>
              <a:gd name="connsiteY82" fmla="*/ 42915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04115 w 4897678"/>
              <a:gd name="connsiteY73" fmla="*/ 737583 h 6858000"/>
              <a:gd name="connsiteX74" fmla="*/ 1363659 w 4897678"/>
              <a:gd name="connsiteY74" fmla="*/ 600848 h 6858000"/>
              <a:gd name="connsiteX75" fmla="*/ 1357066 w 4897678"/>
              <a:gd name="connsiteY75" fmla="*/ 530653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462879 w 4897678"/>
              <a:gd name="connsiteY80" fmla="*/ 128551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04115 w 4897678"/>
              <a:gd name="connsiteY73" fmla="*/ 737583 h 6858000"/>
              <a:gd name="connsiteX74" fmla="*/ 1363659 w 4897678"/>
              <a:gd name="connsiteY74" fmla="*/ 600848 h 6858000"/>
              <a:gd name="connsiteX75" fmla="*/ 1357066 w 4897678"/>
              <a:gd name="connsiteY75" fmla="*/ 530653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57066 w 4897678"/>
              <a:gd name="connsiteY75" fmla="*/ 530653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12189 w 4897678"/>
              <a:gd name="connsiteY15" fmla="*/ 6321641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82080 w 4897678"/>
              <a:gd name="connsiteY75" fmla="*/ 515581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22195 w 4897678"/>
              <a:gd name="connsiteY15" fmla="*/ 6341738 h 6858000"/>
              <a:gd name="connsiteX16" fmla="*/ 254578 w 4897678"/>
              <a:gd name="connsiteY16" fmla="*/ 6266956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82080 w 4897678"/>
              <a:gd name="connsiteY75" fmla="*/ 515581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22195 w 4897678"/>
              <a:gd name="connsiteY15" fmla="*/ 6341738 h 6858000"/>
              <a:gd name="connsiteX16" fmla="*/ 254578 w 4897678"/>
              <a:gd name="connsiteY16" fmla="*/ 6282028 h 6858000"/>
              <a:gd name="connsiteX17" fmla="*/ 279475 w 4897678"/>
              <a:gd name="connsiteY17" fmla="*/ 6223342 h 6858000"/>
              <a:gd name="connsiteX18" fmla="*/ 280189 w 4897678"/>
              <a:gd name="connsiteY18" fmla="*/ 6220570 h 6858000"/>
              <a:gd name="connsiteX19" fmla="*/ 281042 w 4897678"/>
              <a:gd name="connsiteY19" fmla="*/ 6217842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82080 w 4897678"/>
              <a:gd name="connsiteY75" fmla="*/ 515581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40365 w 4897678"/>
              <a:gd name="connsiteY13" fmla="*/ 6490415 h 6858000"/>
              <a:gd name="connsiteX14" fmla="*/ 195994 w 4897678"/>
              <a:gd name="connsiteY14" fmla="*/ 6404216 h 6858000"/>
              <a:gd name="connsiteX15" fmla="*/ 222195 w 4897678"/>
              <a:gd name="connsiteY15" fmla="*/ 6341738 h 6858000"/>
              <a:gd name="connsiteX16" fmla="*/ 254578 w 4897678"/>
              <a:gd name="connsiteY16" fmla="*/ 6282028 h 6858000"/>
              <a:gd name="connsiteX17" fmla="*/ 279475 w 4897678"/>
              <a:gd name="connsiteY17" fmla="*/ 6223342 h 6858000"/>
              <a:gd name="connsiteX18" fmla="*/ 280189 w 4897678"/>
              <a:gd name="connsiteY18" fmla="*/ 6220570 h 6858000"/>
              <a:gd name="connsiteX19" fmla="*/ 321064 w 4897678"/>
              <a:gd name="connsiteY19" fmla="*/ 6227890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82080 w 4897678"/>
              <a:gd name="connsiteY75" fmla="*/ 515581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72257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70382 w 4897678"/>
              <a:gd name="connsiteY13" fmla="*/ 6465294 h 6858000"/>
              <a:gd name="connsiteX14" fmla="*/ 195994 w 4897678"/>
              <a:gd name="connsiteY14" fmla="*/ 6404216 h 6858000"/>
              <a:gd name="connsiteX15" fmla="*/ 222195 w 4897678"/>
              <a:gd name="connsiteY15" fmla="*/ 6341738 h 6858000"/>
              <a:gd name="connsiteX16" fmla="*/ 254578 w 4897678"/>
              <a:gd name="connsiteY16" fmla="*/ 6282028 h 6858000"/>
              <a:gd name="connsiteX17" fmla="*/ 279475 w 4897678"/>
              <a:gd name="connsiteY17" fmla="*/ 6223342 h 6858000"/>
              <a:gd name="connsiteX18" fmla="*/ 280189 w 4897678"/>
              <a:gd name="connsiteY18" fmla="*/ 6220570 h 6858000"/>
              <a:gd name="connsiteX19" fmla="*/ 321064 w 4897678"/>
              <a:gd name="connsiteY19" fmla="*/ 6227890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82080 w 4897678"/>
              <a:gd name="connsiteY75" fmla="*/ 515581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97271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70382 w 4897678"/>
              <a:gd name="connsiteY13" fmla="*/ 6465294 h 6858000"/>
              <a:gd name="connsiteX14" fmla="*/ 195994 w 4897678"/>
              <a:gd name="connsiteY14" fmla="*/ 6404216 h 6858000"/>
              <a:gd name="connsiteX15" fmla="*/ 222195 w 4897678"/>
              <a:gd name="connsiteY15" fmla="*/ 6341738 h 6858000"/>
              <a:gd name="connsiteX16" fmla="*/ 254578 w 4897678"/>
              <a:gd name="connsiteY16" fmla="*/ 6282028 h 6858000"/>
              <a:gd name="connsiteX17" fmla="*/ 279475 w 4897678"/>
              <a:gd name="connsiteY17" fmla="*/ 6223342 h 6858000"/>
              <a:gd name="connsiteX18" fmla="*/ 280189 w 4897678"/>
              <a:gd name="connsiteY18" fmla="*/ 6220570 h 6858000"/>
              <a:gd name="connsiteX19" fmla="*/ 321064 w 4897678"/>
              <a:gd name="connsiteY19" fmla="*/ 6227890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82080 w 4897678"/>
              <a:gd name="connsiteY75" fmla="*/ 515581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97271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70382 w 4897678"/>
              <a:gd name="connsiteY13" fmla="*/ 6465294 h 6858000"/>
              <a:gd name="connsiteX14" fmla="*/ 195994 w 4897678"/>
              <a:gd name="connsiteY14" fmla="*/ 6404216 h 6858000"/>
              <a:gd name="connsiteX15" fmla="*/ 277225 w 4897678"/>
              <a:gd name="connsiteY15" fmla="*/ 6346762 h 6858000"/>
              <a:gd name="connsiteX16" fmla="*/ 254578 w 4897678"/>
              <a:gd name="connsiteY16" fmla="*/ 6282028 h 6858000"/>
              <a:gd name="connsiteX17" fmla="*/ 279475 w 4897678"/>
              <a:gd name="connsiteY17" fmla="*/ 6223342 h 6858000"/>
              <a:gd name="connsiteX18" fmla="*/ 280189 w 4897678"/>
              <a:gd name="connsiteY18" fmla="*/ 6220570 h 6858000"/>
              <a:gd name="connsiteX19" fmla="*/ 321064 w 4897678"/>
              <a:gd name="connsiteY19" fmla="*/ 6227890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82080 w 4897678"/>
              <a:gd name="connsiteY75" fmla="*/ 515581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97271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70382 w 4897678"/>
              <a:gd name="connsiteY13" fmla="*/ 6465294 h 6858000"/>
              <a:gd name="connsiteX14" fmla="*/ 195994 w 4897678"/>
              <a:gd name="connsiteY14" fmla="*/ 6404216 h 6858000"/>
              <a:gd name="connsiteX15" fmla="*/ 277225 w 4897678"/>
              <a:gd name="connsiteY15" fmla="*/ 6346762 h 6858000"/>
              <a:gd name="connsiteX16" fmla="*/ 279592 w 4897678"/>
              <a:gd name="connsiteY16" fmla="*/ 6292076 h 6858000"/>
              <a:gd name="connsiteX17" fmla="*/ 279475 w 4897678"/>
              <a:gd name="connsiteY17" fmla="*/ 6223342 h 6858000"/>
              <a:gd name="connsiteX18" fmla="*/ 280189 w 4897678"/>
              <a:gd name="connsiteY18" fmla="*/ 6220570 h 6858000"/>
              <a:gd name="connsiteX19" fmla="*/ 321064 w 4897678"/>
              <a:gd name="connsiteY19" fmla="*/ 6227890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82080 w 4897678"/>
              <a:gd name="connsiteY75" fmla="*/ 515581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97271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70382 w 4897678"/>
              <a:gd name="connsiteY13" fmla="*/ 6465294 h 6858000"/>
              <a:gd name="connsiteX14" fmla="*/ 195994 w 4897678"/>
              <a:gd name="connsiteY14" fmla="*/ 6404216 h 6858000"/>
              <a:gd name="connsiteX15" fmla="*/ 277225 w 4897678"/>
              <a:gd name="connsiteY15" fmla="*/ 6346762 h 6858000"/>
              <a:gd name="connsiteX16" fmla="*/ 279592 w 4897678"/>
              <a:gd name="connsiteY16" fmla="*/ 6292076 h 6858000"/>
              <a:gd name="connsiteX17" fmla="*/ 279475 w 4897678"/>
              <a:gd name="connsiteY17" fmla="*/ 6223342 h 6858000"/>
              <a:gd name="connsiteX18" fmla="*/ 310206 w 4897678"/>
              <a:gd name="connsiteY18" fmla="*/ 6270812 h 6858000"/>
              <a:gd name="connsiteX19" fmla="*/ 321064 w 4897678"/>
              <a:gd name="connsiteY19" fmla="*/ 6227890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82080 w 4897678"/>
              <a:gd name="connsiteY75" fmla="*/ 515581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62861 w 4897678"/>
              <a:gd name="connsiteY7" fmla="*/ 6691724 h 6858000"/>
              <a:gd name="connsiteX8" fmla="*/ 97271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85390 w 4897678"/>
              <a:gd name="connsiteY13" fmla="*/ 6460270 h 6858000"/>
              <a:gd name="connsiteX14" fmla="*/ 195994 w 4897678"/>
              <a:gd name="connsiteY14" fmla="*/ 6404216 h 6858000"/>
              <a:gd name="connsiteX15" fmla="*/ 277225 w 4897678"/>
              <a:gd name="connsiteY15" fmla="*/ 6346762 h 6858000"/>
              <a:gd name="connsiteX16" fmla="*/ 279592 w 4897678"/>
              <a:gd name="connsiteY16" fmla="*/ 6292076 h 6858000"/>
              <a:gd name="connsiteX17" fmla="*/ 279475 w 4897678"/>
              <a:gd name="connsiteY17" fmla="*/ 6223342 h 6858000"/>
              <a:gd name="connsiteX18" fmla="*/ 310206 w 4897678"/>
              <a:gd name="connsiteY18" fmla="*/ 6270812 h 6858000"/>
              <a:gd name="connsiteX19" fmla="*/ 321064 w 4897678"/>
              <a:gd name="connsiteY19" fmla="*/ 6227890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82080 w 4897678"/>
              <a:gd name="connsiteY75" fmla="*/ 515581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 name="connsiteX0" fmla="*/ 1553576 w 4897678"/>
              <a:gd name="connsiteY0" fmla="*/ 0 h 6858000"/>
              <a:gd name="connsiteX1" fmla="*/ 4897678 w 4897678"/>
              <a:gd name="connsiteY1" fmla="*/ 0 h 6858000"/>
              <a:gd name="connsiteX2" fmla="*/ 4897678 w 4897678"/>
              <a:gd name="connsiteY2" fmla="*/ 6858000 h 6858000"/>
              <a:gd name="connsiteX3" fmla="*/ 0 w 4897678"/>
              <a:gd name="connsiteY3" fmla="*/ 6858000 h 6858000"/>
              <a:gd name="connsiteX4" fmla="*/ 153 w 4897678"/>
              <a:gd name="connsiteY4" fmla="*/ 6857440 h 6858000"/>
              <a:gd name="connsiteX5" fmla="*/ 30867 w 4897678"/>
              <a:gd name="connsiteY5" fmla="*/ 6809563 h 6858000"/>
              <a:gd name="connsiteX6" fmla="*/ 42695 w 4897678"/>
              <a:gd name="connsiteY6" fmla="*/ 6765511 h 6858000"/>
              <a:gd name="connsiteX7" fmla="*/ 52856 w 4897678"/>
              <a:gd name="connsiteY7" fmla="*/ 6696748 h 6858000"/>
              <a:gd name="connsiteX8" fmla="*/ 97271 w 4897678"/>
              <a:gd name="connsiteY8" fmla="*/ 6623770 h 6858000"/>
              <a:gd name="connsiteX9" fmla="*/ 109528 w 4897678"/>
              <a:gd name="connsiteY9" fmla="*/ 6561395 h 6858000"/>
              <a:gd name="connsiteX10" fmla="*/ 134058 w 4897678"/>
              <a:gd name="connsiteY10" fmla="*/ 6505906 h 6858000"/>
              <a:gd name="connsiteX11" fmla="*/ 130808 w 4897678"/>
              <a:gd name="connsiteY11" fmla="*/ 6500603 h 6858000"/>
              <a:gd name="connsiteX12" fmla="*/ 133434 w 4897678"/>
              <a:gd name="connsiteY12" fmla="*/ 6493382 h 6858000"/>
              <a:gd name="connsiteX13" fmla="*/ 185390 w 4897678"/>
              <a:gd name="connsiteY13" fmla="*/ 6460270 h 6858000"/>
              <a:gd name="connsiteX14" fmla="*/ 195994 w 4897678"/>
              <a:gd name="connsiteY14" fmla="*/ 6404216 h 6858000"/>
              <a:gd name="connsiteX15" fmla="*/ 277225 w 4897678"/>
              <a:gd name="connsiteY15" fmla="*/ 6346762 h 6858000"/>
              <a:gd name="connsiteX16" fmla="*/ 279592 w 4897678"/>
              <a:gd name="connsiteY16" fmla="*/ 6292076 h 6858000"/>
              <a:gd name="connsiteX17" fmla="*/ 279475 w 4897678"/>
              <a:gd name="connsiteY17" fmla="*/ 6223342 h 6858000"/>
              <a:gd name="connsiteX18" fmla="*/ 310206 w 4897678"/>
              <a:gd name="connsiteY18" fmla="*/ 6270812 h 6858000"/>
              <a:gd name="connsiteX19" fmla="*/ 321064 w 4897678"/>
              <a:gd name="connsiteY19" fmla="*/ 6227890 h 6858000"/>
              <a:gd name="connsiteX20" fmla="*/ 282704 w 4897678"/>
              <a:gd name="connsiteY20" fmla="*/ 6117636 h 6858000"/>
              <a:gd name="connsiteX21" fmla="*/ 257561 w 4897678"/>
              <a:gd name="connsiteY21" fmla="*/ 6050242 h 6858000"/>
              <a:gd name="connsiteX22" fmla="*/ 266735 w 4897678"/>
              <a:gd name="connsiteY22" fmla="*/ 5939124 h 6858000"/>
              <a:gd name="connsiteX23" fmla="*/ 272947 w 4897678"/>
              <a:gd name="connsiteY23" fmla="*/ 5897456 h 6858000"/>
              <a:gd name="connsiteX24" fmla="*/ 302110 w 4897678"/>
              <a:gd name="connsiteY24" fmla="*/ 5763866 h 6858000"/>
              <a:gd name="connsiteX25" fmla="*/ 311387 w 4897678"/>
              <a:gd name="connsiteY25" fmla="*/ 5718432 h 6858000"/>
              <a:gd name="connsiteX26" fmla="*/ 291749 w 4897678"/>
              <a:gd name="connsiteY26" fmla="*/ 5606846 h 6858000"/>
              <a:gd name="connsiteX27" fmla="*/ 386282 w 4897678"/>
              <a:gd name="connsiteY27" fmla="*/ 5513206 h 6858000"/>
              <a:gd name="connsiteX28" fmla="*/ 445799 w 4897678"/>
              <a:gd name="connsiteY28" fmla="*/ 5395474 h 6858000"/>
              <a:gd name="connsiteX29" fmla="*/ 532017 w 4897678"/>
              <a:gd name="connsiteY29" fmla="*/ 5284615 h 6858000"/>
              <a:gd name="connsiteX30" fmla="*/ 506013 w 4897678"/>
              <a:gd name="connsiteY30" fmla="*/ 5187685 h 6858000"/>
              <a:gd name="connsiteX31" fmla="*/ 604868 w 4897678"/>
              <a:gd name="connsiteY31" fmla="*/ 4966224 h 6858000"/>
              <a:gd name="connsiteX32" fmla="*/ 739205 w 4897678"/>
              <a:gd name="connsiteY32" fmla="*/ 4844222 h 6858000"/>
              <a:gd name="connsiteX33" fmla="*/ 916267 w 4897678"/>
              <a:gd name="connsiteY33" fmla="*/ 4639226 h 6858000"/>
              <a:gd name="connsiteX34" fmla="*/ 960970 w 4897678"/>
              <a:gd name="connsiteY34" fmla="*/ 4458968 h 6858000"/>
              <a:gd name="connsiteX35" fmla="*/ 974467 w 4897678"/>
              <a:gd name="connsiteY35" fmla="*/ 4400454 h 6858000"/>
              <a:gd name="connsiteX36" fmla="*/ 1019252 w 4897678"/>
              <a:gd name="connsiteY36" fmla="*/ 4326337 h 6858000"/>
              <a:gd name="connsiteX37" fmla="*/ 1097435 w 4897678"/>
              <a:gd name="connsiteY37" fmla="*/ 4004432 h 6858000"/>
              <a:gd name="connsiteX38" fmla="*/ 1115477 w 4897678"/>
              <a:gd name="connsiteY38" fmla="*/ 3887430 h 6858000"/>
              <a:gd name="connsiteX39" fmla="*/ 1129980 w 4897678"/>
              <a:gd name="connsiteY39" fmla="*/ 3841018 h 6858000"/>
              <a:gd name="connsiteX40" fmla="*/ 1128054 w 4897678"/>
              <a:gd name="connsiteY40" fmla="*/ 3833633 h 6858000"/>
              <a:gd name="connsiteX41" fmla="*/ 1144766 w 4897678"/>
              <a:gd name="connsiteY41" fmla="*/ 3703595 h 6858000"/>
              <a:gd name="connsiteX42" fmla="*/ 1146269 w 4897678"/>
              <a:gd name="connsiteY42" fmla="*/ 3675779 h 6858000"/>
              <a:gd name="connsiteX43" fmla="*/ 1145250 w 4897678"/>
              <a:gd name="connsiteY43" fmla="*/ 3673177 h 6858000"/>
              <a:gd name="connsiteX44" fmla="*/ 1145144 w 4897678"/>
              <a:gd name="connsiteY44" fmla="*/ 3399727 h 6858000"/>
              <a:gd name="connsiteX45" fmla="*/ 1153102 w 4897678"/>
              <a:gd name="connsiteY45" fmla="*/ 3022588 h 6858000"/>
              <a:gd name="connsiteX46" fmla="*/ 1187493 w 4897678"/>
              <a:gd name="connsiteY46" fmla="*/ 2780324 h 6858000"/>
              <a:gd name="connsiteX47" fmla="*/ 1174471 w 4897678"/>
              <a:gd name="connsiteY47" fmla="*/ 2636046 h 6858000"/>
              <a:gd name="connsiteX48" fmla="*/ 1173030 w 4897678"/>
              <a:gd name="connsiteY48" fmla="*/ 2517573 h 6858000"/>
              <a:gd name="connsiteX49" fmla="*/ 1179971 w 4897678"/>
              <a:gd name="connsiteY49" fmla="*/ 2259305 h 6858000"/>
              <a:gd name="connsiteX50" fmla="*/ 1180091 w 4897678"/>
              <a:gd name="connsiteY50" fmla="*/ 2154737 h 6858000"/>
              <a:gd name="connsiteX51" fmla="*/ 1173497 w 4897678"/>
              <a:gd name="connsiteY51" fmla="*/ 2118139 h 6858000"/>
              <a:gd name="connsiteX52" fmla="*/ 1168754 w 4897678"/>
              <a:gd name="connsiteY52" fmla="*/ 2064932 h 6858000"/>
              <a:gd name="connsiteX53" fmla="*/ 1175360 w 4897678"/>
              <a:gd name="connsiteY53" fmla="*/ 2031780 h 6858000"/>
              <a:gd name="connsiteX54" fmla="*/ 1175420 w 4897678"/>
              <a:gd name="connsiteY54" fmla="*/ 2025741 h 6858000"/>
              <a:gd name="connsiteX55" fmla="*/ 1192392 w 4897678"/>
              <a:gd name="connsiteY55" fmla="*/ 1985855 h 6858000"/>
              <a:gd name="connsiteX56" fmla="*/ 1240537 w 4897678"/>
              <a:gd name="connsiteY56" fmla="*/ 1810891 h 6858000"/>
              <a:gd name="connsiteX57" fmla="*/ 1262324 w 4897678"/>
              <a:gd name="connsiteY57" fmla="*/ 1680343 h 6858000"/>
              <a:gd name="connsiteX58" fmla="*/ 1264475 w 4897678"/>
              <a:gd name="connsiteY58" fmla="*/ 1634781 h 6858000"/>
              <a:gd name="connsiteX59" fmla="*/ 1268425 w 4897678"/>
              <a:gd name="connsiteY59" fmla="*/ 1558391 h 6858000"/>
              <a:gd name="connsiteX60" fmla="*/ 1263100 w 4897678"/>
              <a:gd name="connsiteY60" fmla="*/ 1489998 h 6858000"/>
              <a:gd name="connsiteX61" fmla="*/ 1286195 w 4897678"/>
              <a:gd name="connsiteY61" fmla="*/ 1421105 h 6858000"/>
              <a:gd name="connsiteX62" fmla="*/ 1298315 w 4897678"/>
              <a:gd name="connsiteY62" fmla="*/ 1361656 h 6858000"/>
              <a:gd name="connsiteX63" fmla="*/ 1294008 w 4897678"/>
              <a:gd name="connsiteY63" fmla="*/ 1357170 h 6858000"/>
              <a:gd name="connsiteX64" fmla="*/ 1295031 w 4897678"/>
              <a:gd name="connsiteY64" fmla="*/ 1349556 h 6858000"/>
              <a:gd name="connsiteX65" fmla="*/ 1301170 w 4897678"/>
              <a:gd name="connsiteY65" fmla="*/ 1345177 h 6858000"/>
              <a:gd name="connsiteX66" fmla="*/ 1337115 w 4897678"/>
              <a:gd name="connsiteY66" fmla="*/ 1249089 h 6858000"/>
              <a:gd name="connsiteX67" fmla="*/ 1335308 w 4897678"/>
              <a:gd name="connsiteY67" fmla="*/ 1164961 h 6858000"/>
              <a:gd name="connsiteX68" fmla="*/ 1365049 w 4897678"/>
              <a:gd name="connsiteY68" fmla="*/ 1102487 h 6858000"/>
              <a:gd name="connsiteX69" fmla="*/ 1380977 w 4897678"/>
              <a:gd name="connsiteY69" fmla="*/ 1051638 h 6858000"/>
              <a:gd name="connsiteX70" fmla="*/ 1360650 w 4897678"/>
              <a:gd name="connsiteY70" fmla="*/ 950605 h 6858000"/>
              <a:gd name="connsiteX71" fmla="*/ 1321700 w 4897678"/>
              <a:gd name="connsiteY71" fmla="*/ 890133 h 6858000"/>
              <a:gd name="connsiteX72" fmla="*/ 1306943 w 4897678"/>
              <a:gd name="connsiteY72" fmla="*/ 779617 h 6858000"/>
              <a:gd name="connsiteX73" fmla="*/ 1379157 w 4897678"/>
              <a:gd name="connsiteY73" fmla="*/ 712462 h 6858000"/>
              <a:gd name="connsiteX74" fmla="*/ 1363659 w 4897678"/>
              <a:gd name="connsiteY74" fmla="*/ 600848 h 6858000"/>
              <a:gd name="connsiteX75" fmla="*/ 1382080 w 4897678"/>
              <a:gd name="connsiteY75" fmla="*/ 515581 h 6858000"/>
              <a:gd name="connsiteX76" fmla="*/ 1373630 w 4897678"/>
              <a:gd name="connsiteY76" fmla="*/ 455615 h 6858000"/>
              <a:gd name="connsiteX77" fmla="*/ 1413997 w 4897678"/>
              <a:gd name="connsiteY77" fmla="*/ 334926 h 6858000"/>
              <a:gd name="connsiteX78" fmla="*/ 1442766 w 4897678"/>
              <a:gd name="connsiteY78" fmla="*/ 236597 h 6858000"/>
              <a:gd name="connsiteX79" fmla="*/ 1470206 w 4897678"/>
              <a:gd name="connsiteY79" fmla="*/ 182099 h 6858000"/>
              <a:gd name="connsiteX80" fmla="*/ 1502900 w 4897678"/>
              <a:gd name="connsiteY80" fmla="*/ 143623 h 6858000"/>
              <a:gd name="connsiteX81" fmla="*/ 1501081 w 4897678"/>
              <a:gd name="connsiteY81" fmla="*/ 89121 h 6858000"/>
              <a:gd name="connsiteX82" fmla="*/ 1539225 w 4897678"/>
              <a:gd name="connsiteY82" fmla="*/ 52964 h 6858000"/>
              <a:gd name="connsiteX83" fmla="*/ 1553576 w 4897678"/>
              <a:gd name="connsiteY83"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4897678" h="6858000">
                <a:moveTo>
                  <a:pt x="1553576" y="0"/>
                </a:moveTo>
                <a:lnTo>
                  <a:pt x="4897678" y="0"/>
                </a:lnTo>
                <a:lnTo>
                  <a:pt x="4897678" y="6858000"/>
                </a:lnTo>
                <a:lnTo>
                  <a:pt x="0" y="6858000"/>
                </a:lnTo>
                <a:lnTo>
                  <a:pt x="153" y="6857440"/>
                </a:lnTo>
                <a:cubicBezTo>
                  <a:pt x="5083" y="6847546"/>
                  <a:pt x="14234" y="6832974"/>
                  <a:pt x="30867" y="6809563"/>
                </a:cubicBezTo>
                <a:cubicBezTo>
                  <a:pt x="24219" y="6797941"/>
                  <a:pt x="28810" y="6785613"/>
                  <a:pt x="42695" y="6765511"/>
                </a:cubicBezTo>
                <a:cubicBezTo>
                  <a:pt x="59269" y="6727996"/>
                  <a:pt x="20378" y="6732956"/>
                  <a:pt x="52856" y="6696748"/>
                </a:cubicBezTo>
                <a:lnTo>
                  <a:pt x="97271" y="6623770"/>
                </a:lnTo>
                <a:cubicBezTo>
                  <a:pt x="100242" y="6627814"/>
                  <a:pt x="102661" y="6576527"/>
                  <a:pt x="109528" y="6561395"/>
                </a:cubicBezTo>
                <a:cubicBezTo>
                  <a:pt x="121751" y="6529041"/>
                  <a:pt x="144143" y="6527264"/>
                  <a:pt x="134058" y="6505906"/>
                </a:cubicBezTo>
                <a:lnTo>
                  <a:pt x="130808" y="6500603"/>
                </a:lnTo>
                <a:lnTo>
                  <a:pt x="133434" y="6493382"/>
                </a:lnTo>
                <a:cubicBezTo>
                  <a:pt x="135405" y="6489789"/>
                  <a:pt x="182615" y="6458140"/>
                  <a:pt x="185390" y="6460270"/>
                </a:cubicBezTo>
                <a:cubicBezTo>
                  <a:pt x="187037" y="6425066"/>
                  <a:pt x="177989" y="6431680"/>
                  <a:pt x="195994" y="6404216"/>
                </a:cubicBezTo>
                <a:cubicBezTo>
                  <a:pt x="194733" y="6376164"/>
                  <a:pt x="248157" y="6408016"/>
                  <a:pt x="277225" y="6346762"/>
                </a:cubicBezTo>
                <a:lnTo>
                  <a:pt x="279592" y="6292076"/>
                </a:lnTo>
                <a:lnTo>
                  <a:pt x="279475" y="6223342"/>
                </a:lnTo>
                <a:lnTo>
                  <a:pt x="310206" y="6270812"/>
                </a:lnTo>
                <a:lnTo>
                  <a:pt x="321064" y="6227890"/>
                </a:lnTo>
                <a:lnTo>
                  <a:pt x="282704" y="6117636"/>
                </a:lnTo>
                <a:cubicBezTo>
                  <a:pt x="287578" y="6073252"/>
                  <a:pt x="228632" y="6103262"/>
                  <a:pt x="257561" y="6050242"/>
                </a:cubicBezTo>
                <a:cubicBezTo>
                  <a:pt x="261977" y="6008758"/>
                  <a:pt x="252117" y="5979642"/>
                  <a:pt x="266735" y="5939124"/>
                </a:cubicBezTo>
                <a:cubicBezTo>
                  <a:pt x="257326" y="5930296"/>
                  <a:pt x="254506" y="5918965"/>
                  <a:pt x="272947" y="5897456"/>
                </a:cubicBezTo>
                <a:lnTo>
                  <a:pt x="302110" y="5763866"/>
                </a:lnTo>
                <a:cubicBezTo>
                  <a:pt x="289286" y="5751252"/>
                  <a:pt x="326941" y="5730258"/>
                  <a:pt x="311387" y="5718432"/>
                </a:cubicBezTo>
                <a:cubicBezTo>
                  <a:pt x="309659" y="5692261"/>
                  <a:pt x="290822" y="5641050"/>
                  <a:pt x="291749" y="5606846"/>
                </a:cubicBezTo>
                <a:cubicBezTo>
                  <a:pt x="355141" y="5518667"/>
                  <a:pt x="362905" y="5574781"/>
                  <a:pt x="386282" y="5513206"/>
                </a:cubicBezTo>
                <a:cubicBezTo>
                  <a:pt x="400400" y="5463532"/>
                  <a:pt x="435499" y="5431641"/>
                  <a:pt x="445799" y="5395474"/>
                </a:cubicBezTo>
                <a:lnTo>
                  <a:pt x="532017" y="5284615"/>
                </a:lnTo>
                <a:lnTo>
                  <a:pt x="506013" y="5187685"/>
                </a:lnTo>
                <a:cubicBezTo>
                  <a:pt x="539823" y="5141843"/>
                  <a:pt x="550113" y="5030691"/>
                  <a:pt x="604868" y="4966224"/>
                </a:cubicBezTo>
                <a:lnTo>
                  <a:pt x="739205" y="4844222"/>
                </a:lnTo>
                <a:lnTo>
                  <a:pt x="916267" y="4639226"/>
                </a:lnTo>
                <a:cubicBezTo>
                  <a:pt x="940414" y="4565414"/>
                  <a:pt x="921973" y="4546524"/>
                  <a:pt x="960970" y="4458968"/>
                </a:cubicBezTo>
                <a:cubicBezTo>
                  <a:pt x="944678" y="4442947"/>
                  <a:pt x="969490" y="4417006"/>
                  <a:pt x="974467" y="4400454"/>
                </a:cubicBezTo>
                <a:cubicBezTo>
                  <a:pt x="982773" y="4380936"/>
                  <a:pt x="1007298" y="4366877"/>
                  <a:pt x="1019252" y="4326337"/>
                </a:cubicBezTo>
                <a:cubicBezTo>
                  <a:pt x="1036267" y="4260393"/>
                  <a:pt x="1059530" y="4136055"/>
                  <a:pt x="1097435" y="4004432"/>
                </a:cubicBezTo>
                <a:cubicBezTo>
                  <a:pt x="1106825" y="3966554"/>
                  <a:pt x="1101080" y="3928762"/>
                  <a:pt x="1115477" y="3887430"/>
                </a:cubicBezTo>
                <a:lnTo>
                  <a:pt x="1129980" y="3841018"/>
                </a:lnTo>
                <a:lnTo>
                  <a:pt x="1128054" y="3833633"/>
                </a:lnTo>
                <a:lnTo>
                  <a:pt x="1144766" y="3703595"/>
                </a:lnTo>
                <a:cubicBezTo>
                  <a:pt x="1147066" y="3696849"/>
                  <a:pt x="1148103" y="3688315"/>
                  <a:pt x="1146269" y="3675779"/>
                </a:cubicBezTo>
                <a:lnTo>
                  <a:pt x="1145250" y="3673177"/>
                </a:lnTo>
                <a:cubicBezTo>
                  <a:pt x="1145215" y="3582027"/>
                  <a:pt x="1145179" y="3490877"/>
                  <a:pt x="1145144" y="3399727"/>
                </a:cubicBezTo>
                <a:cubicBezTo>
                  <a:pt x="1147083" y="3299532"/>
                  <a:pt x="1148035" y="3137700"/>
                  <a:pt x="1153102" y="3022588"/>
                </a:cubicBezTo>
                <a:cubicBezTo>
                  <a:pt x="1180646" y="2922794"/>
                  <a:pt x="1174532" y="2884035"/>
                  <a:pt x="1187493" y="2780324"/>
                </a:cubicBezTo>
                <a:cubicBezTo>
                  <a:pt x="1158375" y="2741828"/>
                  <a:pt x="1179569" y="2688494"/>
                  <a:pt x="1174471" y="2636046"/>
                </a:cubicBezTo>
                <a:cubicBezTo>
                  <a:pt x="1166636" y="2600315"/>
                  <a:pt x="1172113" y="2580363"/>
                  <a:pt x="1173030" y="2517573"/>
                </a:cubicBezTo>
                <a:lnTo>
                  <a:pt x="1179971" y="2259305"/>
                </a:lnTo>
                <a:cubicBezTo>
                  <a:pt x="1185659" y="2235860"/>
                  <a:pt x="1188526" y="2166165"/>
                  <a:pt x="1180091" y="2154737"/>
                </a:cubicBezTo>
                <a:cubicBezTo>
                  <a:pt x="1178839" y="2140566"/>
                  <a:pt x="1182896" y="2122956"/>
                  <a:pt x="1173497" y="2118139"/>
                </a:cubicBezTo>
                <a:cubicBezTo>
                  <a:pt x="1162334" y="2109329"/>
                  <a:pt x="1182925" y="2054984"/>
                  <a:pt x="1168754" y="2064932"/>
                </a:cubicBezTo>
                <a:cubicBezTo>
                  <a:pt x="1172297" y="2055306"/>
                  <a:pt x="1174348" y="2043912"/>
                  <a:pt x="1175360" y="2031780"/>
                </a:cubicBezTo>
                <a:lnTo>
                  <a:pt x="1175420" y="2025741"/>
                </a:lnTo>
                <a:lnTo>
                  <a:pt x="1192392" y="1985855"/>
                </a:lnTo>
                <a:cubicBezTo>
                  <a:pt x="1215175" y="1923519"/>
                  <a:pt x="1226212" y="1866045"/>
                  <a:pt x="1240537" y="1810891"/>
                </a:cubicBezTo>
                <a:cubicBezTo>
                  <a:pt x="1259067" y="1728006"/>
                  <a:pt x="1217317" y="1786031"/>
                  <a:pt x="1262324" y="1680343"/>
                </a:cubicBezTo>
                <a:cubicBezTo>
                  <a:pt x="1253348" y="1670409"/>
                  <a:pt x="1255203" y="1657385"/>
                  <a:pt x="1264475" y="1634781"/>
                </a:cubicBezTo>
                <a:cubicBezTo>
                  <a:pt x="1272659" y="1594593"/>
                  <a:pt x="1244427" y="1600697"/>
                  <a:pt x="1268425" y="1558391"/>
                </a:cubicBezTo>
                <a:lnTo>
                  <a:pt x="1263100" y="1489998"/>
                </a:lnTo>
                <a:cubicBezTo>
                  <a:pt x="1266865" y="1493313"/>
                  <a:pt x="1282717" y="1437353"/>
                  <a:pt x="1286195" y="1421105"/>
                </a:cubicBezTo>
                <a:cubicBezTo>
                  <a:pt x="1291230" y="1386887"/>
                  <a:pt x="1312727" y="1380369"/>
                  <a:pt x="1298315" y="1361656"/>
                </a:cubicBezTo>
                <a:lnTo>
                  <a:pt x="1294008" y="1357170"/>
                </a:lnTo>
                <a:lnTo>
                  <a:pt x="1295031" y="1349556"/>
                </a:lnTo>
                <a:cubicBezTo>
                  <a:pt x="1296189" y="1345624"/>
                  <a:pt x="1298003" y="1343687"/>
                  <a:pt x="1301170" y="1345177"/>
                </a:cubicBezTo>
                <a:cubicBezTo>
                  <a:pt x="1295263" y="1310433"/>
                  <a:pt x="1325388" y="1279763"/>
                  <a:pt x="1337115" y="1249089"/>
                </a:cubicBezTo>
                <a:cubicBezTo>
                  <a:pt x="1329895" y="1221954"/>
                  <a:pt x="1319987" y="1231008"/>
                  <a:pt x="1335308" y="1164961"/>
                </a:cubicBezTo>
                <a:lnTo>
                  <a:pt x="1365049" y="1102487"/>
                </a:lnTo>
                <a:lnTo>
                  <a:pt x="1380977" y="1051638"/>
                </a:lnTo>
                <a:lnTo>
                  <a:pt x="1360650" y="950605"/>
                </a:lnTo>
                <a:cubicBezTo>
                  <a:pt x="1355937" y="906205"/>
                  <a:pt x="1304757" y="948105"/>
                  <a:pt x="1321700" y="890133"/>
                </a:cubicBezTo>
                <a:cubicBezTo>
                  <a:pt x="1317159" y="848662"/>
                  <a:pt x="1301312" y="822322"/>
                  <a:pt x="1306943" y="779617"/>
                </a:cubicBezTo>
                <a:cubicBezTo>
                  <a:pt x="1295866" y="773001"/>
                  <a:pt x="1365734" y="737413"/>
                  <a:pt x="1379157" y="712462"/>
                </a:cubicBezTo>
                <a:cubicBezTo>
                  <a:pt x="1379148" y="666884"/>
                  <a:pt x="1363668" y="646426"/>
                  <a:pt x="1363659" y="600848"/>
                </a:cubicBezTo>
                <a:cubicBezTo>
                  <a:pt x="1348438" y="591261"/>
                  <a:pt x="1399800" y="523813"/>
                  <a:pt x="1382080" y="515581"/>
                </a:cubicBezTo>
                <a:cubicBezTo>
                  <a:pt x="1374807" y="490382"/>
                  <a:pt x="1380026" y="489229"/>
                  <a:pt x="1373630" y="455615"/>
                </a:cubicBezTo>
                <a:cubicBezTo>
                  <a:pt x="1416738" y="355936"/>
                  <a:pt x="1404304" y="400073"/>
                  <a:pt x="1413997" y="334926"/>
                </a:cubicBezTo>
                <a:cubicBezTo>
                  <a:pt x="1426411" y="275061"/>
                  <a:pt x="1398828" y="323811"/>
                  <a:pt x="1442766" y="236597"/>
                </a:cubicBezTo>
                <a:cubicBezTo>
                  <a:pt x="1447404" y="215198"/>
                  <a:pt x="1470995" y="203409"/>
                  <a:pt x="1470206" y="182099"/>
                </a:cubicBezTo>
                <a:cubicBezTo>
                  <a:pt x="1444766" y="154163"/>
                  <a:pt x="1500097" y="157505"/>
                  <a:pt x="1502900" y="143623"/>
                </a:cubicBezTo>
                <a:cubicBezTo>
                  <a:pt x="1502294" y="125456"/>
                  <a:pt x="1501687" y="107288"/>
                  <a:pt x="1501081" y="89121"/>
                </a:cubicBezTo>
                <a:cubicBezTo>
                  <a:pt x="1511343" y="67775"/>
                  <a:pt x="1521898" y="78177"/>
                  <a:pt x="1539225" y="52964"/>
                </a:cubicBezTo>
                <a:lnTo>
                  <a:pt x="1553576"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5" name="Freeform: Shape 84">
            <a:extLst>
              <a:ext uri="{FF2B5EF4-FFF2-40B4-BE49-F238E27FC236}">
                <a16:creationId xmlns:a16="http://schemas.microsoft.com/office/drawing/2014/main" id="{5ABDA325-4B50-4FFB-81B9-95576831FB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98365" y="603622"/>
            <a:ext cx="4799189" cy="565993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6" name="Picture 5">
            <a:extLst>
              <a:ext uri="{FF2B5EF4-FFF2-40B4-BE49-F238E27FC236}">
                <a16:creationId xmlns:a16="http://schemas.microsoft.com/office/drawing/2014/main" id="{B71B7CDA-8841-9090-E6D7-ACFEB17A401B}"/>
              </a:ext>
            </a:extLst>
          </p:cNvPr>
          <p:cNvPicPr>
            <a:picLocks noChangeAspect="1"/>
          </p:cNvPicPr>
          <p:nvPr/>
        </p:nvPicPr>
        <p:blipFill>
          <a:blip r:embed="rId3"/>
          <a:stretch>
            <a:fillRect/>
          </a:stretch>
        </p:blipFill>
        <p:spPr>
          <a:xfrm>
            <a:off x="7119167" y="755312"/>
            <a:ext cx="4157584" cy="5347376"/>
          </a:xfrm>
          <a:prstGeom prst="rect">
            <a:avLst/>
          </a:prstGeom>
        </p:spPr>
      </p:pic>
      <p:sp>
        <p:nvSpPr>
          <p:cNvPr id="87" name="Rectangle 6">
            <a:extLst>
              <a:ext uri="{FF2B5EF4-FFF2-40B4-BE49-F238E27FC236}">
                <a16:creationId xmlns:a16="http://schemas.microsoft.com/office/drawing/2014/main" id="{F2A49241-8E10-49A1-B30C-2A0230F6A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14146" y="6146262"/>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21784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4B42057-9B70-E36C-4C49-F329BA5A6608}"/>
              </a:ext>
            </a:extLst>
          </p:cNvPr>
          <p:cNvSpPr>
            <a:spLocks noGrp="1"/>
          </p:cNvSpPr>
          <p:nvPr>
            <p:ph type="title"/>
          </p:nvPr>
        </p:nvSpPr>
        <p:spPr>
          <a:xfrm>
            <a:off x="1137034" y="609600"/>
            <a:ext cx="4784796" cy="1330840"/>
          </a:xfrm>
        </p:spPr>
        <p:txBody>
          <a:bodyPr vert="horz" lIns="91440" tIns="45720" rIns="91440" bIns="45720" rtlCol="0" anchor="ctr">
            <a:normAutofit/>
          </a:bodyPr>
          <a:lstStyle/>
          <a:p>
            <a:r>
              <a:rPr lang="en-US" b="1" kern="1200">
                <a:solidFill>
                  <a:schemeClr val="tx1"/>
                </a:solidFill>
                <a:latin typeface="+mj-lt"/>
                <a:ea typeface="+mj-ea"/>
                <a:cs typeface="+mj-cs"/>
              </a:rPr>
              <a:t>Data Balancing</a:t>
            </a:r>
          </a:p>
        </p:txBody>
      </p:sp>
      <p:sp>
        <p:nvSpPr>
          <p:cNvPr id="4" name="TextBox 3">
            <a:extLst>
              <a:ext uri="{FF2B5EF4-FFF2-40B4-BE49-F238E27FC236}">
                <a16:creationId xmlns:a16="http://schemas.microsoft.com/office/drawing/2014/main" id="{399D307F-9D01-E66C-24E5-57978B0D207F}"/>
              </a:ext>
            </a:extLst>
          </p:cNvPr>
          <p:cNvSpPr txBox="1"/>
          <p:nvPr/>
        </p:nvSpPr>
        <p:spPr>
          <a:xfrm>
            <a:off x="1137034" y="2194102"/>
            <a:ext cx="4438036" cy="3908585"/>
          </a:xfrm>
          <a:prstGeom prst="rect">
            <a:avLst/>
          </a:prstGeom>
        </p:spPr>
        <p:txBody>
          <a:bodyPr vert="horz" lIns="91440" tIns="45720" rIns="91440" bIns="45720" rtlCol="0">
            <a:normAutofit/>
          </a:bodyPr>
          <a:lstStyle/>
          <a:p>
            <a:pPr marL="342900" indent="-228600">
              <a:lnSpc>
                <a:spcPct val="90000"/>
              </a:lnSpc>
              <a:spcAft>
                <a:spcPts val="600"/>
              </a:spcAft>
              <a:buFont typeface="Arial" panose="020B0604020202020204" pitchFamily="34" charset="0"/>
              <a:buChar char="•"/>
            </a:pPr>
            <a:r>
              <a:rPr lang="en-US" sz="2000"/>
              <a:t>The imbalance is about 62% benign (B) and 38% malignant (M), which isn't extreme.</a:t>
            </a:r>
          </a:p>
          <a:p>
            <a:pPr marL="34290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r>
              <a:rPr lang="en-US" sz="2000"/>
              <a:t>     </a:t>
            </a:r>
            <a:r>
              <a:rPr lang="en-US" sz="2000" b="1"/>
              <a:t>The methods proposed: </a:t>
            </a:r>
          </a:p>
          <a:p>
            <a:pPr marL="971550" lvl="1" indent="-228600">
              <a:lnSpc>
                <a:spcPct val="90000"/>
              </a:lnSpc>
              <a:spcAft>
                <a:spcPts val="600"/>
              </a:spcAft>
              <a:buFont typeface="Arial" panose="020B0604020202020204" pitchFamily="34" charset="0"/>
              <a:buChar char="•"/>
            </a:pPr>
            <a:r>
              <a:rPr lang="en-US" sz="2000"/>
              <a:t>Resampling (oversampling the minority class, under-sampling the majority class or </a:t>
            </a:r>
            <a:r>
              <a:rPr lang="en-US" sz="2000" b="0" i="0">
                <a:effectLst/>
              </a:rPr>
              <a:t>SMOTE</a:t>
            </a:r>
            <a:r>
              <a:rPr lang="en-US" sz="2000"/>
              <a:t>)</a:t>
            </a:r>
          </a:p>
          <a:p>
            <a:pPr marL="971550" lvl="1" indent="-228600">
              <a:lnSpc>
                <a:spcPct val="90000"/>
              </a:lnSpc>
              <a:spcAft>
                <a:spcPts val="600"/>
              </a:spcAft>
              <a:buFont typeface="Arial" panose="020B0604020202020204" pitchFamily="34" charset="0"/>
              <a:buChar char="•"/>
            </a:pPr>
            <a:r>
              <a:rPr lang="en-US" sz="2000"/>
              <a:t>Ensemble Methods</a:t>
            </a:r>
          </a:p>
          <a:p>
            <a:pPr marL="971550" lvl="1" indent="-228600">
              <a:lnSpc>
                <a:spcPct val="90000"/>
              </a:lnSpc>
              <a:spcAft>
                <a:spcPts val="600"/>
              </a:spcAft>
              <a:buFont typeface="Arial" panose="020B0604020202020204" pitchFamily="34" charset="0"/>
              <a:buChar char="•"/>
            </a:pPr>
            <a:r>
              <a:rPr lang="en-US" sz="2000"/>
              <a:t>Adjusting class weights in algorithms</a:t>
            </a:r>
          </a:p>
          <a:p>
            <a:pPr marL="342900" indent="-228600">
              <a:lnSpc>
                <a:spcPct val="90000"/>
              </a:lnSpc>
              <a:spcAft>
                <a:spcPts val="600"/>
              </a:spcAft>
              <a:buFont typeface="Arial" panose="020B0604020202020204" pitchFamily="34" charset="0"/>
              <a:buChar char="•"/>
            </a:pPr>
            <a:endParaRPr lang="en-US" sz="2000"/>
          </a:p>
        </p:txBody>
      </p:sp>
      <p:pic>
        <p:nvPicPr>
          <p:cNvPr id="7" name="Picture 6" descr="A diagram with a red and blue bar&#10;&#10;Description automatically generated">
            <a:extLst>
              <a:ext uri="{FF2B5EF4-FFF2-40B4-BE49-F238E27FC236}">
                <a16:creationId xmlns:a16="http://schemas.microsoft.com/office/drawing/2014/main" id="{98409DEA-8329-9FCE-D5B7-083789D2B5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0610" y="1580580"/>
            <a:ext cx="4737650" cy="3719054"/>
          </a:xfrm>
          <a:prstGeom prst="rect">
            <a:avLst/>
          </a:prstGeom>
        </p:spPr>
      </p:pic>
    </p:spTree>
    <p:extLst>
      <p:ext uri="{BB962C8B-B14F-4D97-AF65-F5344CB8AC3E}">
        <p14:creationId xmlns:p14="http://schemas.microsoft.com/office/powerpoint/2010/main" val="181813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8BB283-0B7D-399E-03F6-F6E27C6EB3A2}"/>
              </a:ext>
            </a:extLst>
          </p:cNvPr>
          <p:cNvSpPr>
            <a:spLocks noGrp="1"/>
          </p:cNvSpPr>
          <p:nvPr>
            <p:ph type="title"/>
          </p:nvPr>
        </p:nvSpPr>
        <p:spPr>
          <a:xfrm>
            <a:off x="6115317" y="405685"/>
            <a:ext cx="5464968" cy="1559301"/>
          </a:xfrm>
        </p:spPr>
        <p:txBody>
          <a:bodyPr vert="horz" lIns="91440" tIns="45720" rIns="91440" bIns="45720" rtlCol="0" anchor="ctr">
            <a:normAutofit/>
          </a:bodyPr>
          <a:lstStyle/>
          <a:p>
            <a:r>
              <a:rPr lang="en-US" sz="4000" b="1" dirty="0"/>
              <a:t>Features Distribution </a:t>
            </a:r>
            <a:endParaRPr lang="en-US" sz="4000" dirty="0"/>
          </a:p>
        </p:txBody>
      </p:sp>
      <p:sp>
        <p:nvSpPr>
          <p:cNvPr id="4" name="Text Placeholder 3">
            <a:extLst>
              <a:ext uri="{FF2B5EF4-FFF2-40B4-BE49-F238E27FC236}">
                <a16:creationId xmlns:a16="http://schemas.microsoft.com/office/drawing/2014/main" id="{1BE0F460-E91F-3A76-990F-DF144EC3A312}"/>
              </a:ext>
            </a:extLst>
          </p:cNvPr>
          <p:cNvSpPr>
            <a:spLocks noGrp="1"/>
          </p:cNvSpPr>
          <p:nvPr>
            <p:ph type="body" sz="half" idx="2"/>
          </p:nvPr>
        </p:nvSpPr>
        <p:spPr>
          <a:xfrm>
            <a:off x="6115317" y="2743200"/>
            <a:ext cx="5247340" cy="1753737"/>
          </a:xfrm>
        </p:spPr>
        <p:txBody>
          <a:bodyPr vert="horz" lIns="91440" tIns="45720" rIns="91440" bIns="45720" rtlCol="0" anchor="ctr">
            <a:normAutofit/>
          </a:bodyPr>
          <a:lstStyle/>
          <a:p>
            <a:pPr marL="285750" indent="-228600">
              <a:buFont typeface="Arial" panose="020B0604020202020204" pitchFamily="34" charset="0"/>
              <a:buChar char="•"/>
            </a:pPr>
            <a:r>
              <a:rPr lang="en-US" sz="2000" b="1" dirty="0"/>
              <a:t>Range of values</a:t>
            </a:r>
          </a:p>
          <a:p>
            <a:pPr marL="285750" indent="-228600">
              <a:buFont typeface="Arial" panose="020B0604020202020204" pitchFamily="34" charset="0"/>
              <a:buChar char="•"/>
            </a:pPr>
            <a:r>
              <a:rPr lang="en-US" sz="2000" b="1" dirty="0"/>
              <a:t>Outlier detection</a:t>
            </a:r>
          </a:p>
          <a:p>
            <a:pPr indent="-228600">
              <a:buFont typeface="Arial" panose="020B0604020202020204" pitchFamily="34" charset="0"/>
              <a:buChar char="•"/>
            </a:pPr>
            <a:endParaRPr lang="en-US" sz="2000" dirty="0"/>
          </a:p>
        </p:txBody>
      </p:sp>
      <p:pic>
        <p:nvPicPr>
          <p:cNvPr id="10" name="Picture 9">
            <a:extLst>
              <a:ext uri="{FF2B5EF4-FFF2-40B4-BE49-F238E27FC236}">
                <a16:creationId xmlns:a16="http://schemas.microsoft.com/office/drawing/2014/main" id="{5DBA6005-E2AC-EA70-FEDA-2E6E34B43854}"/>
              </a:ext>
            </a:extLst>
          </p:cNvPr>
          <p:cNvPicPr>
            <a:picLocks noChangeAspect="1"/>
          </p:cNvPicPr>
          <p:nvPr/>
        </p:nvPicPr>
        <p:blipFill>
          <a:blip r:embed="rId3"/>
          <a:stretch>
            <a:fillRect/>
          </a:stretch>
        </p:blipFill>
        <p:spPr>
          <a:xfrm>
            <a:off x="197893" y="170683"/>
            <a:ext cx="5827594" cy="6407451"/>
          </a:xfrm>
          <a:prstGeom prst="rect">
            <a:avLst/>
          </a:prstGeom>
        </p:spPr>
      </p:pic>
    </p:spTree>
    <p:extLst>
      <p:ext uri="{BB962C8B-B14F-4D97-AF65-F5344CB8AC3E}">
        <p14:creationId xmlns:p14="http://schemas.microsoft.com/office/powerpoint/2010/main" val="3557938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2AE102-F032-E5F0-D91C-7E09C6F55034}"/>
            </a:ext>
          </a:extLst>
        </p:cNvPr>
        <p:cNvGrpSpPr/>
        <p:nvPr/>
      </p:nvGrpSpPr>
      <p:grpSpPr>
        <a:xfrm>
          <a:off x="0" y="0"/>
          <a:ext cx="0" cy="0"/>
          <a:chOff x="0" y="0"/>
          <a:chExt cx="0" cy="0"/>
        </a:xfrm>
      </p:grpSpPr>
      <p:sp useBgFill="1">
        <p:nvSpPr>
          <p:cNvPr id="7"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8" name="Rectangle 7">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4E21D9-7F7C-3C74-3931-58075F77764A}"/>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4000" b="1"/>
              <a:t>Features Distribution  </a:t>
            </a:r>
            <a:endParaRPr lang="en-US" sz="4000"/>
          </a:p>
        </p:txBody>
      </p:sp>
      <p:sp>
        <p:nvSpPr>
          <p:cNvPr id="4" name="Text Placeholder 3">
            <a:extLst>
              <a:ext uri="{FF2B5EF4-FFF2-40B4-BE49-F238E27FC236}">
                <a16:creationId xmlns:a16="http://schemas.microsoft.com/office/drawing/2014/main" id="{A8FD07AC-1D5C-83C2-5AA7-14F84CE73B01}"/>
              </a:ext>
            </a:extLst>
          </p:cNvPr>
          <p:cNvSpPr>
            <a:spLocks noGrp="1"/>
          </p:cNvSpPr>
          <p:nvPr>
            <p:ph type="body" sz="half" idx="2"/>
          </p:nvPr>
        </p:nvSpPr>
        <p:spPr>
          <a:xfrm>
            <a:off x="761802" y="2743201"/>
            <a:ext cx="4646905" cy="1828802"/>
          </a:xfrm>
        </p:spPr>
        <p:txBody>
          <a:bodyPr vert="horz" lIns="91440" tIns="45720" rIns="91440" bIns="45720" rtlCol="0" anchor="ctr">
            <a:normAutofit/>
          </a:bodyPr>
          <a:lstStyle/>
          <a:p>
            <a:pPr marL="342900" indent="-228600">
              <a:buFont typeface="Arial" panose="020B0604020202020204" pitchFamily="34" charset="0"/>
              <a:buChar char="•"/>
            </a:pPr>
            <a:r>
              <a:rPr lang="en-US" sz="2000" b="1" dirty="0"/>
              <a:t>Range of values</a:t>
            </a:r>
          </a:p>
          <a:p>
            <a:pPr marL="342900" indent="-228600">
              <a:buFont typeface="Arial" panose="020B0604020202020204" pitchFamily="34" charset="0"/>
              <a:buChar char="•"/>
            </a:pPr>
            <a:r>
              <a:rPr lang="en-US" sz="2000" b="1" dirty="0"/>
              <a:t>Outlier detection</a:t>
            </a:r>
          </a:p>
          <a:p>
            <a:pPr indent="-228600">
              <a:buFont typeface="Arial" panose="020B0604020202020204" pitchFamily="34" charset="0"/>
              <a:buChar char="•"/>
            </a:pPr>
            <a:endParaRPr lang="en-US" sz="2000" dirty="0"/>
          </a:p>
        </p:txBody>
      </p:sp>
      <p:pic>
        <p:nvPicPr>
          <p:cNvPr id="9" name="Content Placeholder 8">
            <a:extLst>
              <a:ext uri="{FF2B5EF4-FFF2-40B4-BE49-F238E27FC236}">
                <a16:creationId xmlns:a16="http://schemas.microsoft.com/office/drawing/2014/main" id="{3F2A916B-C6B7-451B-2589-2AB521E809A3}"/>
              </a:ext>
            </a:extLst>
          </p:cNvPr>
          <p:cNvPicPr>
            <a:picLocks noGrp="1" noChangeAspect="1"/>
          </p:cNvPicPr>
          <p:nvPr>
            <p:ph idx="1"/>
          </p:nvPr>
        </p:nvPicPr>
        <p:blipFill>
          <a:blip r:embed="rId3"/>
          <a:stretch>
            <a:fillRect/>
          </a:stretch>
        </p:blipFill>
        <p:spPr>
          <a:xfrm>
            <a:off x="4940490" y="914400"/>
            <a:ext cx="7001301" cy="5649509"/>
          </a:xfrm>
          <a:prstGeom prst="rect">
            <a:avLst/>
          </a:prstGeom>
        </p:spPr>
      </p:pic>
    </p:spTree>
    <p:extLst>
      <p:ext uri="{BB962C8B-B14F-4D97-AF65-F5344CB8AC3E}">
        <p14:creationId xmlns:p14="http://schemas.microsoft.com/office/powerpoint/2010/main" val="3701808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35D61A1-8484-4749-8AD0-A3455E075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5EB4B7F0-D731-219A-75B8-CA0547AA6E3D}"/>
              </a:ext>
            </a:extLst>
          </p:cNvPr>
          <p:cNvSpPr>
            <a:spLocks noGrp="1"/>
          </p:cNvSpPr>
          <p:nvPr>
            <p:ph type="title"/>
          </p:nvPr>
        </p:nvSpPr>
        <p:spPr>
          <a:xfrm>
            <a:off x="838200" y="365125"/>
            <a:ext cx="10515600" cy="1325563"/>
          </a:xfrm>
        </p:spPr>
        <p:txBody>
          <a:bodyPr>
            <a:normAutofit/>
          </a:bodyPr>
          <a:lstStyle/>
          <a:p>
            <a:r>
              <a:rPr lang="en-US" b="1" kern="1200">
                <a:latin typeface="+mj-lt"/>
                <a:ea typeface="+mj-ea"/>
                <a:cs typeface="+mj-cs"/>
              </a:rPr>
              <a:t>Features Engineering </a:t>
            </a:r>
            <a:r>
              <a:rPr lang="en-AU"/>
              <a:t> </a:t>
            </a:r>
            <a:endParaRPr lang="en-AU" dirty="0"/>
          </a:p>
        </p:txBody>
      </p:sp>
      <p:sp>
        <p:nvSpPr>
          <p:cNvPr id="10" name="Rounded Rectangle 5">
            <a:extLst>
              <a:ext uri="{FF2B5EF4-FFF2-40B4-BE49-F238E27FC236}">
                <a16:creationId xmlns:a16="http://schemas.microsoft.com/office/drawing/2014/main" id="{1447903E-2B66-479D-959B-F2EBB2CC9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28801"/>
            <a:ext cx="10515600" cy="436245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7395ED9-B1D6-4828-DC1D-C64E2DBED536}"/>
              </a:ext>
            </a:extLst>
          </p:cNvPr>
          <p:cNvPicPr>
            <a:picLocks noChangeAspect="1"/>
          </p:cNvPicPr>
          <p:nvPr/>
        </p:nvPicPr>
        <p:blipFill>
          <a:blip r:embed="rId3"/>
          <a:srcRect t="9192" r="1" b="1"/>
          <a:stretch/>
        </p:blipFill>
        <p:spPr>
          <a:xfrm>
            <a:off x="1158240" y="2149222"/>
            <a:ext cx="9875520" cy="3721608"/>
          </a:xfrm>
          <a:prstGeom prst="rect">
            <a:avLst/>
          </a:prstGeom>
          <a:effectLst/>
        </p:spPr>
      </p:pic>
    </p:spTree>
    <p:extLst>
      <p:ext uri="{BB962C8B-B14F-4D97-AF65-F5344CB8AC3E}">
        <p14:creationId xmlns:p14="http://schemas.microsoft.com/office/powerpoint/2010/main" val="4153493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D41CF8-5232-42BC-8D05-AFEDE215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56"/>
            <a:ext cx="12192000" cy="6869256"/>
          </a:xfrm>
          <a:prstGeom prst="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7B2BB16-1296-56EB-8937-5C0382F88E74}"/>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400" b="1" kern="1200">
                <a:solidFill>
                  <a:schemeClr val="tx1"/>
                </a:solidFill>
                <a:latin typeface="+mj-lt"/>
                <a:ea typeface="+mj-ea"/>
                <a:cs typeface="+mj-cs"/>
              </a:rPr>
              <a:t>Boxplot</a:t>
            </a:r>
          </a:p>
        </p:txBody>
      </p:sp>
      <p:sp>
        <p:nvSpPr>
          <p:cNvPr id="17" name="Rounded Rectangle 5">
            <a:extLst>
              <a:ext uri="{FF2B5EF4-FFF2-40B4-BE49-F238E27FC236}">
                <a16:creationId xmlns:a16="http://schemas.microsoft.com/office/drawing/2014/main" id="{49237091-E62C-4878-AA4C-0B9995ADB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28801"/>
            <a:ext cx="10515600" cy="436245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mparison of a box plot&#10;&#10;AI-generated content may be incorrect.">
            <a:extLst>
              <a:ext uri="{FF2B5EF4-FFF2-40B4-BE49-F238E27FC236}">
                <a16:creationId xmlns:a16="http://schemas.microsoft.com/office/drawing/2014/main" id="{EADB5289-3F0D-2470-2795-1098409057B4}"/>
              </a:ext>
            </a:extLst>
          </p:cNvPr>
          <p:cNvPicPr>
            <a:picLocks noChangeAspect="1"/>
          </p:cNvPicPr>
          <p:nvPr/>
        </p:nvPicPr>
        <p:blipFill>
          <a:blip r:embed="rId3"/>
          <a:stretch>
            <a:fillRect/>
          </a:stretch>
        </p:blipFill>
        <p:spPr>
          <a:xfrm>
            <a:off x="1158240" y="2170712"/>
            <a:ext cx="9875520" cy="3678628"/>
          </a:xfrm>
          <a:prstGeom prst="rect">
            <a:avLst/>
          </a:prstGeom>
          <a:effectLst/>
        </p:spPr>
      </p:pic>
    </p:spTree>
    <p:extLst>
      <p:ext uri="{BB962C8B-B14F-4D97-AF65-F5344CB8AC3E}">
        <p14:creationId xmlns:p14="http://schemas.microsoft.com/office/powerpoint/2010/main" val="2424336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8E3E1A6-3D02-A2B8-E249-BB5664245F13}"/>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BEE73255-8084-4DF9-BB0B-15EAC92E2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31725E-85CD-6946-514E-B7B2F7938D70}"/>
              </a:ext>
            </a:extLst>
          </p:cNvPr>
          <p:cNvSpPr>
            <a:spLocks noGrp="1"/>
          </p:cNvSpPr>
          <p:nvPr>
            <p:ph type="title"/>
          </p:nvPr>
        </p:nvSpPr>
        <p:spPr>
          <a:xfrm>
            <a:off x="603938" y="640081"/>
            <a:ext cx="2608655" cy="5257799"/>
          </a:xfrm>
        </p:spPr>
        <p:txBody>
          <a:bodyPr vert="horz" lIns="91440" tIns="45720" rIns="91440" bIns="45720" rtlCol="0" anchor="ctr">
            <a:normAutofit/>
          </a:bodyPr>
          <a:lstStyle/>
          <a:p>
            <a:r>
              <a:rPr lang="en-US" sz="3600" b="1">
                <a:solidFill>
                  <a:srgbClr val="2C2C2C"/>
                </a:solidFill>
              </a:rPr>
              <a:t>Pairplot</a:t>
            </a:r>
            <a:br>
              <a:rPr lang="en-US" sz="3600" b="1">
                <a:solidFill>
                  <a:srgbClr val="2C2C2C"/>
                </a:solidFill>
              </a:rPr>
            </a:br>
            <a:endParaRPr lang="en-US" sz="3600" b="1">
              <a:solidFill>
                <a:srgbClr val="2C2C2C"/>
              </a:solidFill>
            </a:endParaRPr>
          </a:p>
        </p:txBody>
      </p:sp>
      <p:sp>
        <p:nvSpPr>
          <p:cNvPr id="17" name="Rounded Rectangle 9">
            <a:extLst>
              <a:ext uri="{FF2B5EF4-FFF2-40B4-BE49-F238E27FC236}">
                <a16:creationId xmlns:a16="http://schemas.microsoft.com/office/drawing/2014/main" id="{67048353-8981-459A-9BC6-9711CE462E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0067"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group of blue and orange dots&#10;&#10;AI-generated content may be incorrect.">
            <a:extLst>
              <a:ext uri="{FF2B5EF4-FFF2-40B4-BE49-F238E27FC236}">
                <a16:creationId xmlns:a16="http://schemas.microsoft.com/office/drawing/2014/main" id="{2F3E1517-0017-9C49-C3A9-E15346E7ACF5}"/>
              </a:ext>
            </a:extLst>
          </p:cNvPr>
          <p:cNvPicPr>
            <a:picLocks noChangeAspect="1"/>
          </p:cNvPicPr>
          <p:nvPr/>
        </p:nvPicPr>
        <p:blipFill>
          <a:blip r:embed="rId3"/>
          <a:srcRect t="17951" b="10257"/>
          <a:stretch/>
        </p:blipFill>
        <p:spPr>
          <a:xfrm>
            <a:off x="4062964" y="942538"/>
            <a:ext cx="7163222" cy="4808332"/>
          </a:xfrm>
          <a:prstGeom prst="rect">
            <a:avLst/>
          </a:prstGeom>
          <a:effectLst/>
        </p:spPr>
      </p:pic>
    </p:spTree>
    <p:extLst>
      <p:ext uri="{BB962C8B-B14F-4D97-AF65-F5344CB8AC3E}">
        <p14:creationId xmlns:p14="http://schemas.microsoft.com/office/powerpoint/2010/main" val="395484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2B676C-9D5E-BA26-1915-3C77C5092937}"/>
              </a:ext>
            </a:extLst>
          </p:cNvPr>
          <p:cNvSpPr>
            <a:spLocks noGrp="1"/>
          </p:cNvSpPr>
          <p:nvPr>
            <p:ph type="title"/>
          </p:nvPr>
        </p:nvSpPr>
        <p:spPr/>
        <p:txBody>
          <a:bodyPr>
            <a:normAutofit/>
          </a:bodyPr>
          <a:lstStyle/>
          <a:p>
            <a:r>
              <a:rPr lang="en-AU" sz="2800" b="1" dirty="0"/>
              <a:t>Feature Correlation Heatmap</a:t>
            </a:r>
          </a:p>
        </p:txBody>
      </p:sp>
      <p:pic>
        <p:nvPicPr>
          <p:cNvPr id="7" name="Content Placeholder 6">
            <a:extLst>
              <a:ext uri="{FF2B5EF4-FFF2-40B4-BE49-F238E27FC236}">
                <a16:creationId xmlns:a16="http://schemas.microsoft.com/office/drawing/2014/main" id="{74B0BDF6-020E-D8FC-76E9-335C0EB75F16}"/>
              </a:ext>
            </a:extLst>
          </p:cNvPr>
          <p:cNvPicPr>
            <a:picLocks noGrp="1" noChangeAspect="1"/>
          </p:cNvPicPr>
          <p:nvPr>
            <p:ph sz="half" idx="1"/>
          </p:nvPr>
        </p:nvPicPr>
        <p:blipFill>
          <a:blip r:embed="rId3"/>
          <a:stretch>
            <a:fillRect/>
          </a:stretch>
        </p:blipFill>
        <p:spPr>
          <a:xfrm>
            <a:off x="987340" y="1627094"/>
            <a:ext cx="4883319" cy="4392151"/>
          </a:xfrm>
          <a:prstGeom prst="rect">
            <a:avLst/>
          </a:prstGeom>
        </p:spPr>
      </p:pic>
      <p:pic>
        <p:nvPicPr>
          <p:cNvPr id="8" name="Content Placeholder 7">
            <a:extLst>
              <a:ext uri="{FF2B5EF4-FFF2-40B4-BE49-F238E27FC236}">
                <a16:creationId xmlns:a16="http://schemas.microsoft.com/office/drawing/2014/main" id="{F113E8B9-F526-F6EE-C92A-0DACCB65A1D7}"/>
              </a:ext>
            </a:extLst>
          </p:cNvPr>
          <p:cNvPicPr>
            <a:picLocks noGrp="1" noChangeAspect="1"/>
          </p:cNvPicPr>
          <p:nvPr>
            <p:ph sz="half" idx="2"/>
          </p:nvPr>
        </p:nvPicPr>
        <p:blipFill>
          <a:blip r:embed="rId4"/>
          <a:stretch>
            <a:fillRect/>
          </a:stretch>
        </p:blipFill>
        <p:spPr>
          <a:xfrm>
            <a:off x="6449367" y="1499347"/>
            <a:ext cx="5397492" cy="4519898"/>
          </a:xfrm>
          <a:prstGeom prst="rect">
            <a:avLst/>
          </a:prstGeom>
        </p:spPr>
      </p:pic>
    </p:spTree>
    <p:extLst>
      <p:ext uri="{BB962C8B-B14F-4D97-AF65-F5344CB8AC3E}">
        <p14:creationId xmlns:p14="http://schemas.microsoft.com/office/powerpoint/2010/main" val="420098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BDBEB5-2FD8-C5E5-D9B4-758F0419344C}"/>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2800" b="1" dirty="0"/>
              <a:t>Feature Correlation Heatmap</a:t>
            </a:r>
          </a:p>
        </p:txBody>
      </p:sp>
      <p:sp>
        <p:nvSpPr>
          <p:cNvPr id="3" name="Vertical Text Placeholder 2">
            <a:extLst>
              <a:ext uri="{FF2B5EF4-FFF2-40B4-BE49-F238E27FC236}">
                <a16:creationId xmlns:a16="http://schemas.microsoft.com/office/drawing/2014/main" id="{49ABBC36-4B44-07C4-B73A-9AC532DEB574}"/>
              </a:ext>
            </a:extLst>
          </p:cNvPr>
          <p:cNvSpPr>
            <a:spLocks noGrp="1"/>
          </p:cNvSpPr>
          <p:nvPr>
            <p:ph type="body" orient="vert" idx="1"/>
          </p:nvPr>
        </p:nvSpPr>
        <p:spPr>
          <a:xfrm>
            <a:off x="761802" y="2743201"/>
            <a:ext cx="4646905" cy="2286000"/>
          </a:xfrm>
        </p:spPr>
        <p:txBody>
          <a:bodyPr vert="horz" lIns="91440" tIns="45720" rIns="91440" bIns="45720" rtlCol="0" anchor="ctr">
            <a:normAutofit/>
          </a:bodyPr>
          <a:lstStyle/>
          <a:p>
            <a:r>
              <a:rPr lang="en-US" sz="2000" b="1" dirty="0"/>
              <a:t>Identify patterns, correlations, and trends. </a:t>
            </a:r>
          </a:p>
          <a:p>
            <a:r>
              <a:rPr lang="en-US" sz="2000" b="1" dirty="0"/>
              <a:t>Higher and lower values are visually distinguished using different shades or </a:t>
            </a:r>
            <a:r>
              <a:rPr lang="en-US" sz="2000" b="1" dirty="0" err="1"/>
              <a:t>colours</a:t>
            </a:r>
            <a:r>
              <a:rPr lang="en-US" sz="2000" b="1" dirty="0"/>
              <a:t>.</a:t>
            </a:r>
          </a:p>
        </p:txBody>
      </p:sp>
      <p:pic>
        <p:nvPicPr>
          <p:cNvPr id="4" name="Picture 3" descr="A diagram of heatmap&#10;&#10;AI-generated content may be incorrect.">
            <a:extLst>
              <a:ext uri="{FF2B5EF4-FFF2-40B4-BE49-F238E27FC236}">
                <a16:creationId xmlns:a16="http://schemas.microsoft.com/office/drawing/2014/main" id="{A9862BB9-270A-B8AC-CE2B-C47989A1F4F5}"/>
              </a:ext>
            </a:extLst>
          </p:cNvPr>
          <p:cNvPicPr>
            <a:picLocks noChangeAspect="1"/>
          </p:cNvPicPr>
          <p:nvPr/>
        </p:nvPicPr>
        <p:blipFill>
          <a:blip r:embed="rId3"/>
          <a:srcRect l="11525" r="7720" b="2"/>
          <a:stretch/>
        </p:blipFill>
        <p:spPr>
          <a:xfrm>
            <a:off x="6096000" y="1"/>
            <a:ext cx="6102825" cy="6858000"/>
          </a:xfrm>
          <a:prstGeom prst="rect">
            <a:avLst/>
          </a:prstGeom>
        </p:spPr>
      </p:pic>
    </p:spTree>
    <p:extLst>
      <p:ext uri="{BB962C8B-B14F-4D97-AF65-F5344CB8AC3E}">
        <p14:creationId xmlns:p14="http://schemas.microsoft.com/office/powerpoint/2010/main" val="362108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7E0965-786C-EBB8-9E53-6DB759C1940E}"/>
            </a:ext>
          </a:extLst>
        </p:cNvPr>
        <p:cNvGrpSpPr/>
        <p:nvPr/>
      </p:nvGrpSpPr>
      <p:grpSpPr>
        <a:xfrm>
          <a:off x="0" y="0"/>
          <a:ext cx="0" cy="0"/>
          <a:chOff x="0" y="0"/>
          <a:chExt cx="0" cy="0"/>
        </a:xfrm>
      </p:grpSpPr>
      <p:sp useBgFill="1">
        <p:nvSpPr>
          <p:cNvPr id="1060" name="Rectangle 1059">
            <a:extLst>
              <a:ext uri="{FF2B5EF4-FFF2-40B4-BE49-F238E27FC236}">
                <a16:creationId xmlns:a16="http://schemas.microsoft.com/office/drawing/2014/main" id="{C25C42D4-F455-93E8-460F-0C817CDC50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Freeform: Shape 1060">
            <a:extLst>
              <a:ext uri="{FF2B5EF4-FFF2-40B4-BE49-F238E27FC236}">
                <a16:creationId xmlns:a16="http://schemas.microsoft.com/office/drawing/2014/main" id="{A3F363BE-AD46-B100-6ECD-D20A168C8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8773E6D-6BA4-9790-E297-2D3CABC786B7}"/>
              </a:ext>
            </a:extLst>
          </p:cNvPr>
          <p:cNvSpPr>
            <a:spLocks noGrp="1"/>
          </p:cNvSpPr>
          <p:nvPr>
            <p:ph type="title"/>
          </p:nvPr>
        </p:nvSpPr>
        <p:spPr>
          <a:xfrm>
            <a:off x="1137034" y="609597"/>
            <a:ext cx="9392421" cy="1330841"/>
          </a:xfrm>
        </p:spPr>
        <p:txBody>
          <a:bodyPr vert="horz" lIns="91440" tIns="45720" rIns="91440" bIns="45720" rtlCol="0" anchor="ctr">
            <a:normAutofit/>
          </a:bodyPr>
          <a:lstStyle/>
          <a:p>
            <a:r>
              <a:rPr lang="en-US" sz="3100" b="1" kern="1200" dirty="0">
                <a:latin typeface="+mj-lt"/>
                <a:ea typeface="+mj-ea"/>
                <a:cs typeface="+mj-cs"/>
              </a:rPr>
              <a:t>Features Selection</a:t>
            </a:r>
            <a:r>
              <a:rPr lang="en-US" sz="3100" b="1" dirty="0"/>
              <a:t> </a:t>
            </a:r>
            <a:br>
              <a:rPr lang="en-US" sz="3100" b="1" dirty="0"/>
            </a:br>
            <a:r>
              <a:rPr lang="en-AU" sz="2200" b="1" dirty="0">
                <a:latin typeface="Aptos"/>
              </a:rPr>
              <a:t>Principal Component Analysis (PCA)</a:t>
            </a:r>
            <a:br>
              <a:rPr lang="en-US" sz="2200" b="1" kern="1200" dirty="0"/>
            </a:br>
            <a:endParaRPr lang="en-US" sz="2200" b="1" kern="1200" dirty="0">
              <a:solidFill>
                <a:schemeClr val="tx1"/>
              </a:solidFill>
              <a:latin typeface="+mj-lt"/>
              <a:ea typeface="+mj-ea"/>
              <a:cs typeface="+mj-cs"/>
            </a:endParaRPr>
          </a:p>
        </p:txBody>
      </p:sp>
      <p:sp>
        <p:nvSpPr>
          <p:cNvPr id="1050" name="Content Placeholder 16">
            <a:extLst>
              <a:ext uri="{FF2B5EF4-FFF2-40B4-BE49-F238E27FC236}">
                <a16:creationId xmlns:a16="http://schemas.microsoft.com/office/drawing/2014/main" id="{0F0F28D4-7B8A-84B1-6C9C-3E7608687600}"/>
              </a:ext>
            </a:extLst>
          </p:cNvPr>
          <p:cNvSpPr>
            <a:spLocks noGrp="1"/>
          </p:cNvSpPr>
          <p:nvPr>
            <p:ph sz="half" idx="2"/>
          </p:nvPr>
        </p:nvSpPr>
        <p:spPr>
          <a:xfrm>
            <a:off x="1137034" y="2198362"/>
            <a:ext cx="4958966" cy="3917773"/>
          </a:xfrm>
        </p:spPr>
        <p:txBody>
          <a:bodyPr vert="horz" lIns="91440" tIns="45720" rIns="91440" bIns="45720" rtlCol="0" anchor="t">
            <a:normAutofit/>
          </a:bodyPr>
          <a:lstStyle/>
          <a:p>
            <a:endParaRPr lang="en-US" sz="2000" dirty="0"/>
          </a:p>
          <a:p>
            <a:endParaRPr lang="en-AU" sz="1400" b="1" i="0" dirty="0">
              <a:effectLst/>
            </a:endParaRPr>
          </a:p>
        </p:txBody>
      </p:sp>
      <p:sp>
        <p:nvSpPr>
          <p:cNvPr id="1059" name="Freeform: Shape 1058">
            <a:extLst>
              <a:ext uri="{FF2B5EF4-FFF2-40B4-BE49-F238E27FC236}">
                <a16:creationId xmlns:a16="http://schemas.microsoft.com/office/drawing/2014/main" id="{C34E3E2B-6F33-E962-34E4-A3576322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Content Placeholder 6" descr="A graph with a line and a red line&#10;&#10;AI-generated content may be incorrect.">
            <a:extLst>
              <a:ext uri="{FF2B5EF4-FFF2-40B4-BE49-F238E27FC236}">
                <a16:creationId xmlns:a16="http://schemas.microsoft.com/office/drawing/2014/main" id="{C2357732-7F89-A33D-2047-28917D187859}"/>
              </a:ext>
            </a:extLst>
          </p:cNvPr>
          <p:cNvPicPr>
            <a:picLocks noGrp="1" noChangeAspect="1"/>
          </p:cNvPicPr>
          <p:nvPr>
            <p:ph sz="half" idx="1"/>
          </p:nvPr>
        </p:nvPicPr>
        <p:blipFill>
          <a:blip r:embed="rId3"/>
          <a:stretch>
            <a:fillRect/>
          </a:stretch>
        </p:blipFill>
        <p:spPr>
          <a:xfrm>
            <a:off x="6854680" y="1711701"/>
            <a:ext cx="5181599" cy="4643448"/>
          </a:xfrm>
        </p:spPr>
      </p:pic>
      <p:pic>
        <p:nvPicPr>
          <p:cNvPr id="6" name="Picture 5" descr="A graph of a bar graph&#10;&#10;AI-generated content may be incorrect.">
            <a:extLst>
              <a:ext uri="{FF2B5EF4-FFF2-40B4-BE49-F238E27FC236}">
                <a16:creationId xmlns:a16="http://schemas.microsoft.com/office/drawing/2014/main" id="{9AE34DBA-E66B-ADD4-C16B-C7101FDA6A27}"/>
              </a:ext>
            </a:extLst>
          </p:cNvPr>
          <p:cNvPicPr>
            <a:picLocks noChangeAspect="1"/>
          </p:cNvPicPr>
          <p:nvPr/>
        </p:nvPicPr>
        <p:blipFill>
          <a:blip r:embed="rId4"/>
          <a:stretch>
            <a:fillRect/>
          </a:stretch>
        </p:blipFill>
        <p:spPr>
          <a:xfrm>
            <a:off x="-126327" y="1711701"/>
            <a:ext cx="6711913" cy="5133174"/>
          </a:xfrm>
          <a:prstGeom prst="rect">
            <a:avLst/>
          </a:prstGeom>
        </p:spPr>
      </p:pic>
    </p:spTree>
    <p:extLst>
      <p:ext uri="{BB962C8B-B14F-4D97-AF65-F5344CB8AC3E}">
        <p14:creationId xmlns:p14="http://schemas.microsoft.com/office/powerpoint/2010/main" val="3143974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4C894C-6B06-99DA-41F9-73625C8D3017}"/>
            </a:ext>
          </a:extLst>
        </p:cNvPr>
        <p:cNvGrpSpPr/>
        <p:nvPr/>
      </p:nvGrpSpPr>
      <p:grpSpPr>
        <a:xfrm>
          <a:off x="0" y="0"/>
          <a:ext cx="0" cy="0"/>
          <a:chOff x="0" y="0"/>
          <a:chExt cx="0" cy="0"/>
        </a:xfrm>
      </p:grpSpPr>
      <p:sp useBgFill="1">
        <p:nvSpPr>
          <p:cNvPr id="1074" name="Rectangle 1073">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Freeform: Shape 1075">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CA1A-BDA2-63F8-1D04-98FA575F7FD3}"/>
              </a:ext>
            </a:extLst>
          </p:cNvPr>
          <p:cNvSpPr>
            <a:spLocks noGrp="1"/>
          </p:cNvSpPr>
          <p:nvPr>
            <p:ph type="title"/>
          </p:nvPr>
        </p:nvSpPr>
        <p:spPr>
          <a:xfrm>
            <a:off x="828675" y="396688"/>
            <a:ext cx="10534650" cy="1401875"/>
          </a:xfrm>
        </p:spPr>
        <p:txBody>
          <a:bodyPr vert="horz" lIns="91440" tIns="45720" rIns="91440" bIns="45720" rtlCol="0" anchor="b">
            <a:normAutofit/>
          </a:bodyPr>
          <a:lstStyle/>
          <a:p>
            <a:r>
              <a:rPr lang="en-US" sz="2800" b="1" kern="1200" dirty="0">
                <a:solidFill>
                  <a:schemeClr val="tx1"/>
                </a:solidFill>
                <a:latin typeface="+mj-lt"/>
                <a:ea typeface="+mj-ea"/>
                <a:cs typeface="+mj-cs"/>
              </a:rPr>
              <a:t>Features Selection</a:t>
            </a:r>
            <a:br>
              <a:rPr lang="en-US" sz="2800" b="1" kern="1200" dirty="0">
                <a:solidFill>
                  <a:schemeClr val="tx1"/>
                </a:solidFill>
                <a:latin typeface="+mj-lt"/>
                <a:ea typeface="+mj-ea"/>
                <a:cs typeface="+mj-cs"/>
              </a:rPr>
            </a:br>
            <a:r>
              <a:rPr lang="en-US" sz="2400" b="1" kern="1200" dirty="0">
                <a:solidFill>
                  <a:schemeClr val="tx1"/>
                </a:solidFill>
                <a:latin typeface="+mj-lt"/>
                <a:ea typeface="+mj-ea"/>
                <a:cs typeface="+mj-cs"/>
              </a:rPr>
              <a:t>Forward Stepwise</a:t>
            </a:r>
            <a:br>
              <a:rPr lang="en-US" sz="1700" b="1" kern="1200" dirty="0">
                <a:solidFill>
                  <a:schemeClr val="tx1"/>
                </a:solidFill>
                <a:latin typeface="+mj-lt"/>
                <a:ea typeface="+mj-ea"/>
                <a:cs typeface="+mj-cs"/>
              </a:rPr>
            </a:br>
            <a:endParaRPr lang="en-US" sz="1700" b="1" kern="1200" dirty="0">
              <a:solidFill>
                <a:schemeClr val="tx1"/>
              </a:solidFill>
              <a:latin typeface="+mj-lt"/>
              <a:ea typeface="+mj-ea"/>
              <a:cs typeface="+mj-cs"/>
            </a:endParaRPr>
          </a:p>
        </p:txBody>
      </p:sp>
      <p:pic>
        <p:nvPicPr>
          <p:cNvPr id="3" name="Picture 2">
            <a:extLst>
              <a:ext uri="{FF2B5EF4-FFF2-40B4-BE49-F238E27FC236}">
                <a16:creationId xmlns:a16="http://schemas.microsoft.com/office/drawing/2014/main" id="{CBECB7C4-9F38-F291-74D0-42507AF452B2}"/>
              </a:ext>
            </a:extLst>
          </p:cNvPr>
          <p:cNvPicPr>
            <a:picLocks noChangeAspect="1"/>
          </p:cNvPicPr>
          <p:nvPr/>
        </p:nvPicPr>
        <p:blipFill>
          <a:blip r:embed="rId3"/>
          <a:srcRect l="1040" r="9949" b="2"/>
          <a:stretch/>
        </p:blipFill>
        <p:spPr>
          <a:xfrm>
            <a:off x="1095935" y="2083507"/>
            <a:ext cx="9722224" cy="4218818"/>
          </a:xfrm>
          <a:prstGeom prst="rect">
            <a:avLst/>
          </a:prstGeom>
        </p:spPr>
      </p:pic>
    </p:spTree>
    <p:extLst>
      <p:ext uri="{BB962C8B-B14F-4D97-AF65-F5344CB8AC3E}">
        <p14:creationId xmlns:p14="http://schemas.microsoft.com/office/powerpoint/2010/main" val="219034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 name="Rectangle 1047">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C010E-742C-94A4-91B9-8819BA71AE77}"/>
              </a:ext>
            </a:extLst>
          </p:cNvPr>
          <p:cNvSpPr>
            <a:spLocks noGrp="1"/>
          </p:cNvSpPr>
          <p:nvPr>
            <p:ph type="title"/>
          </p:nvPr>
        </p:nvSpPr>
        <p:spPr>
          <a:xfrm>
            <a:off x="7320466" y="609600"/>
            <a:ext cx="4140014" cy="1330839"/>
          </a:xfrm>
        </p:spPr>
        <p:txBody>
          <a:bodyPr vert="horz" lIns="91440" tIns="45720" rIns="91440" bIns="45720" rtlCol="0" anchor="ctr">
            <a:normAutofit/>
          </a:bodyPr>
          <a:lstStyle/>
          <a:p>
            <a:r>
              <a:rPr lang="en-AU" sz="2800" b="1" dirty="0"/>
              <a:t>LR, RF, SVM and KNN</a:t>
            </a:r>
            <a:br>
              <a:rPr lang="en-AU" sz="2800" b="1" dirty="0"/>
            </a:br>
            <a:endParaRPr lang="en-US" sz="2800" b="1" dirty="0"/>
          </a:p>
        </p:txBody>
      </p:sp>
      <p:pic>
        <p:nvPicPr>
          <p:cNvPr id="1027" name="Picture 3" descr="Generated image">
            <a:extLst>
              <a:ext uri="{FF2B5EF4-FFF2-40B4-BE49-F238E27FC236}">
                <a16:creationId xmlns:a16="http://schemas.microsoft.com/office/drawing/2014/main" id="{A778C036-D3EA-E879-807E-8DEA467FB06E}"/>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t="633" r="-2" b="-2"/>
          <a:stretch/>
        </p:blipFill>
        <p:spPr bwMode="auto">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1050" name="Content Placeholder 16">
            <a:extLst>
              <a:ext uri="{FF2B5EF4-FFF2-40B4-BE49-F238E27FC236}">
                <a16:creationId xmlns:a16="http://schemas.microsoft.com/office/drawing/2014/main" id="{461AA9DE-32E0-005F-BCD1-B1938E115C50}"/>
              </a:ext>
            </a:extLst>
          </p:cNvPr>
          <p:cNvSpPr>
            <a:spLocks noGrp="1"/>
          </p:cNvSpPr>
          <p:nvPr>
            <p:ph sz="half" idx="2"/>
          </p:nvPr>
        </p:nvSpPr>
        <p:spPr>
          <a:xfrm>
            <a:off x="7320465" y="2194102"/>
            <a:ext cx="4140013" cy="3908586"/>
          </a:xfrm>
        </p:spPr>
        <p:txBody>
          <a:bodyPr vert="horz" lIns="91440" tIns="45720" rIns="91440" bIns="45720" rtlCol="0">
            <a:normAutofit/>
          </a:bodyPr>
          <a:lstStyle/>
          <a:p>
            <a:endParaRPr lang="en-US" sz="1100" dirty="0"/>
          </a:p>
          <a:p>
            <a:r>
              <a:rPr lang="en-US" sz="1100" dirty="0"/>
              <a:t>Logistic Regression – A classification algorithm that predicts probabilities and assigns data points to binary categories (e.g., yes/no) using a sigmoid function.</a:t>
            </a:r>
          </a:p>
          <a:p>
            <a:endParaRPr lang="en-US" sz="1100" dirty="0"/>
          </a:p>
          <a:p>
            <a:r>
              <a:rPr lang="en-US" sz="1100" dirty="0"/>
              <a:t>Random Forests – An ensemble learning method that builds multiple decision trees and combines their outputs to improve accuracy and reduce overfitting.</a:t>
            </a:r>
          </a:p>
          <a:p>
            <a:endParaRPr lang="en-US" sz="1100" dirty="0"/>
          </a:p>
          <a:p>
            <a:r>
              <a:rPr lang="en-US" sz="1100" dirty="0"/>
              <a:t>Support Vector Machines (SVM) – A classification algorithm that finds the best boundary (hyperplane) to separate different classes with the largest margin.</a:t>
            </a:r>
          </a:p>
          <a:p>
            <a:endParaRPr lang="en-US" sz="1100" dirty="0"/>
          </a:p>
          <a:p>
            <a:r>
              <a:rPr lang="en-US" sz="1100" dirty="0"/>
              <a:t>K-Nearest Neighbors (KNN) – A classification and regression algorithm that assigns a label to a new data point based on the majority class of its nearest neighbors.</a:t>
            </a:r>
          </a:p>
        </p:txBody>
      </p:sp>
    </p:spTree>
    <p:extLst>
      <p:ext uri="{BB962C8B-B14F-4D97-AF65-F5344CB8AC3E}">
        <p14:creationId xmlns:p14="http://schemas.microsoft.com/office/powerpoint/2010/main" val="2591810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344184-2644-6C58-58B0-30577B8BADE1}"/>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AA546F9-7B23-A352-C038-E0FE1B456C1C}"/>
              </a:ext>
            </a:extLst>
          </p:cNvPr>
          <p:cNvSpPr>
            <a:spLocks noGrp="1"/>
          </p:cNvSpPr>
          <p:nvPr>
            <p:ph type="title"/>
          </p:nvPr>
        </p:nvSpPr>
        <p:spPr>
          <a:xfrm>
            <a:off x="838200" y="609600"/>
            <a:ext cx="3739341" cy="1330839"/>
          </a:xfrm>
          <a:prstGeom prst="ellipse">
            <a:avLst/>
          </a:prstGeom>
        </p:spPr>
        <p:txBody>
          <a:bodyPr vert="horz" lIns="91440" tIns="45720" rIns="91440" bIns="45720" rtlCol="0" anchor="ctr">
            <a:normAutofit/>
          </a:bodyPr>
          <a:lstStyle/>
          <a:p>
            <a:r>
              <a:rPr lang="en-US" sz="2800" b="1" kern="1200">
                <a:solidFill>
                  <a:schemeClr val="tx1"/>
                </a:solidFill>
                <a:latin typeface="+mj-lt"/>
                <a:ea typeface="+mj-ea"/>
                <a:cs typeface="+mj-cs"/>
              </a:rPr>
              <a:t>Cross Validation </a:t>
            </a:r>
            <a:endParaRPr lang="en-US" sz="2800" kern="1200">
              <a:solidFill>
                <a:schemeClr val="tx1"/>
              </a:solidFill>
              <a:latin typeface="+mj-lt"/>
              <a:ea typeface="+mj-ea"/>
              <a:cs typeface="+mj-cs"/>
            </a:endParaRPr>
          </a:p>
        </p:txBody>
      </p:sp>
      <p:sp>
        <p:nvSpPr>
          <p:cNvPr id="50" name="Content Placeholder 31">
            <a:extLst>
              <a:ext uri="{FF2B5EF4-FFF2-40B4-BE49-F238E27FC236}">
                <a16:creationId xmlns:a16="http://schemas.microsoft.com/office/drawing/2014/main" id="{A05D0D45-B4CA-1158-0D0B-284996B6AA56}"/>
              </a:ext>
            </a:extLst>
          </p:cNvPr>
          <p:cNvSpPr>
            <a:spLocks noGrp="1"/>
          </p:cNvSpPr>
          <p:nvPr>
            <p:ph sz="half" idx="2"/>
          </p:nvPr>
        </p:nvSpPr>
        <p:spPr>
          <a:xfrm>
            <a:off x="862366" y="2194102"/>
            <a:ext cx="3427001" cy="3908586"/>
          </a:xfrm>
        </p:spPr>
        <p:txBody>
          <a:bodyPr vert="horz" lIns="91440" tIns="45720" rIns="91440" bIns="45720" rtlCol="0">
            <a:normAutofit/>
          </a:bodyPr>
          <a:lstStyle/>
          <a:p>
            <a:endParaRPr lang="en-US" sz="2000"/>
          </a:p>
        </p:txBody>
      </p:sp>
      <p:pic>
        <p:nvPicPr>
          <p:cNvPr id="3" name="Content Placeholder 2" descr="A graph with a line&#10;&#10;AI-generated content may be incorrect.">
            <a:extLst>
              <a:ext uri="{FF2B5EF4-FFF2-40B4-BE49-F238E27FC236}">
                <a16:creationId xmlns:a16="http://schemas.microsoft.com/office/drawing/2014/main" id="{354AA4CD-F5F2-1CF0-A638-E9BD962AFEA0}"/>
              </a:ext>
            </a:extLst>
          </p:cNvPr>
          <p:cNvPicPr>
            <a:picLocks noChangeAspect="1"/>
          </p:cNvPicPr>
          <p:nvPr/>
        </p:nvPicPr>
        <p:blipFill>
          <a:blip r:embed="rId3"/>
          <a:stretch>
            <a:fillRect/>
          </a:stretch>
        </p:blipFill>
        <p:spPr>
          <a:xfrm>
            <a:off x="5445457" y="1602022"/>
            <a:ext cx="6155141" cy="3677696"/>
          </a:xfrm>
          <a:prstGeom prst="rect">
            <a:avLst/>
          </a:prstGeom>
        </p:spPr>
      </p:pic>
    </p:spTree>
    <p:extLst>
      <p:ext uri="{BB962C8B-B14F-4D97-AF65-F5344CB8AC3E}">
        <p14:creationId xmlns:p14="http://schemas.microsoft.com/office/powerpoint/2010/main" val="1990086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E2DBD2-D2C4-FA40-DB02-FC0190CBBA2F}"/>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7997B7-0442-EA85-8FF3-FCAF5C901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4C9F0FA-E0C8-F6BF-1521-66DE7CB9A8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D3EE715-D602-B83F-BCCE-260028BD1D4D}"/>
              </a:ext>
            </a:extLst>
          </p:cNvPr>
          <p:cNvSpPr>
            <a:spLocks noGrp="1"/>
          </p:cNvSpPr>
          <p:nvPr>
            <p:ph type="title"/>
          </p:nvPr>
        </p:nvSpPr>
        <p:spPr>
          <a:xfrm>
            <a:off x="1137034" y="609597"/>
            <a:ext cx="9392421" cy="1330841"/>
          </a:xfrm>
        </p:spPr>
        <p:txBody>
          <a:bodyPr vert="horz" lIns="91440" tIns="45720" rIns="91440" bIns="45720" rtlCol="0" anchor="ctr">
            <a:normAutofit/>
          </a:bodyPr>
          <a:lstStyle/>
          <a:p>
            <a:r>
              <a:rPr lang="en-US" sz="2800" b="1" kern="1200" dirty="0">
                <a:solidFill>
                  <a:schemeClr val="tx1"/>
                </a:solidFill>
                <a:latin typeface="+mj-lt"/>
                <a:ea typeface="+mj-ea"/>
                <a:cs typeface="+mj-cs"/>
              </a:rPr>
              <a:t>Evaluation</a:t>
            </a:r>
            <a:endParaRPr lang="en-US" sz="2800" kern="1200" dirty="0">
              <a:solidFill>
                <a:schemeClr val="tx1"/>
              </a:solidFill>
              <a:latin typeface="+mj-lt"/>
              <a:ea typeface="+mj-ea"/>
              <a:cs typeface="+mj-cs"/>
            </a:endParaRPr>
          </a:p>
        </p:txBody>
      </p:sp>
      <p:sp>
        <p:nvSpPr>
          <p:cNvPr id="15" name="Freeform: Shape 14">
            <a:extLst>
              <a:ext uri="{FF2B5EF4-FFF2-40B4-BE49-F238E27FC236}">
                <a16:creationId xmlns:a16="http://schemas.microsoft.com/office/drawing/2014/main" id="{8C1ECAC3-B06E-44D8-A5AD-52292704B4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Content Placeholder 13">
            <a:extLst>
              <a:ext uri="{FF2B5EF4-FFF2-40B4-BE49-F238E27FC236}">
                <a16:creationId xmlns:a16="http://schemas.microsoft.com/office/drawing/2014/main" id="{67CB8B5F-1A30-398F-4D3E-5FA03399EC9F}"/>
              </a:ext>
            </a:extLst>
          </p:cNvPr>
          <p:cNvPicPr>
            <a:picLocks noGrp="1" noChangeAspect="1"/>
          </p:cNvPicPr>
          <p:nvPr>
            <p:ph sz="half" idx="2"/>
          </p:nvPr>
        </p:nvPicPr>
        <p:blipFill>
          <a:blip r:embed="rId3"/>
          <a:stretch>
            <a:fillRect/>
          </a:stretch>
        </p:blipFill>
        <p:spPr>
          <a:xfrm>
            <a:off x="6253519" y="1825625"/>
            <a:ext cx="5018961" cy="4351338"/>
          </a:xfrm>
        </p:spPr>
      </p:pic>
      <p:pic>
        <p:nvPicPr>
          <p:cNvPr id="6" name="Content Placeholder 5">
            <a:extLst>
              <a:ext uri="{FF2B5EF4-FFF2-40B4-BE49-F238E27FC236}">
                <a16:creationId xmlns:a16="http://schemas.microsoft.com/office/drawing/2014/main" id="{B2555F65-549B-9684-9683-813273DFED1A}"/>
              </a:ext>
            </a:extLst>
          </p:cNvPr>
          <p:cNvPicPr>
            <a:picLocks noGrp="1" noChangeAspect="1"/>
          </p:cNvPicPr>
          <p:nvPr>
            <p:ph sz="half" idx="1"/>
          </p:nvPr>
        </p:nvPicPr>
        <p:blipFill>
          <a:blip r:embed="rId4"/>
          <a:stretch>
            <a:fillRect/>
          </a:stretch>
        </p:blipFill>
        <p:spPr>
          <a:xfrm>
            <a:off x="838200" y="2070804"/>
            <a:ext cx="5181600" cy="3860980"/>
          </a:xfrm>
        </p:spPr>
      </p:pic>
    </p:spTree>
    <p:extLst>
      <p:ext uri="{BB962C8B-B14F-4D97-AF65-F5344CB8AC3E}">
        <p14:creationId xmlns:p14="http://schemas.microsoft.com/office/powerpoint/2010/main" val="4028965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131279-04EA-2EBE-9A29-73BFF4626691}"/>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BADADC-CC4A-C8D3-D865-E2505B67BAAA}"/>
              </a:ext>
            </a:extLst>
          </p:cNvPr>
          <p:cNvSpPr>
            <a:spLocks noGrp="1"/>
          </p:cNvSpPr>
          <p:nvPr>
            <p:ph type="title"/>
          </p:nvPr>
        </p:nvSpPr>
        <p:spPr>
          <a:xfrm>
            <a:off x="1452656" y="1444741"/>
            <a:ext cx="9357865" cy="1041901"/>
          </a:xfrm>
        </p:spPr>
        <p:txBody>
          <a:bodyPr vert="horz" lIns="91440" tIns="45720" rIns="91440" bIns="45720" rtlCol="0">
            <a:normAutofit/>
          </a:bodyPr>
          <a:lstStyle/>
          <a:p>
            <a:br>
              <a:rPr lang="en-AU" sz="3400" b="1" i="0">
                <a:effectLst/>
                <a:latin typeface="system-ui"/>
              </a:rPr>
            </a:br>
            <a:r>
              <a:rPr lang="en-US" sz="3400" b="1" kern="1200">
                <a:latin typeface="+mj-lt"/>
                <a:ea typeface="+mj-ea"/>
                <a:cs typeface="+mj-cs"/>
              </a:rPr>
              <a:t>Ensemble Methods</a:t>
            </a:r>
            <a:endParaRPr lang="en-US" sz="3400" kern="1200">
              <a:latin typeface="+mj-lt"/>
              <a:ea typeface="+mj-ea"/>
              <a:cs typeface="+mj-cs"/>
            </a:endParaRPr>
          </a:p>
        </p:txBody>
      </p:sp>
      <p:sp>
        <p:nvSpPr>
          <p:cNvPr id="4" name="Content Placeholder 3">
            <a:extLst>
              <a:ext uri="{FF2B5EF4-FFF2-40B4-BE49-F238E27FC236}">
                <a16:creationId xmlns:a16="http://schemas.microsoft.com/office/drawing/2014/main" id="{FAAFACDC-4690-76A9-DD1E-C9BBA5B36EA2}"/>
              </a:ext>
            </a:extLst>
          </p:cNvPr>
          <p:cNvSpPr>
            <a:spLocks noGrp="1"/>
          </p:cNvSpPr>
          <p:nvPr>
            <p:ph sz="half" idx="1"/>
          </p:nvPr>
        </p:nvSpPr>
        <p:spPr>
          <a:xfrm>
            <a:off x="1452656" y="2701427"/>
            <a:ext cx="4483324" cy="2699968"/>
          </a:xfrm>
        </p:spPr>
        <p:txBody>
          <a:bodyPr>
            <a:normAutofit/>
          </a:bodyPr>
          <a:lstStyle/>
          <a:p>
            <a:pPr>
              <a:buNone/>
            </a:pPr>
            <a:r>
              <a:rPr lang="en-GB" sz="1600" b="1"/>
              <a:t>Boosting</a:t>
            </a:r>
            <a:endParaRPr lang="en-GB" sz="1600"/>
          </a:p>
          <a:p>
            <a:pPr>
              <a:buFont typeface="Arial" panose="020B0604020202020204" pitchFamily="34" charset="0"/>
              <a:buChar char="•"/>
            </a:pPr>
            <a:r>
              <a:rPr lang="en-GB" sz="1600"/>
              <a:t>Boosting focuses on improving weak models by combining them sequentially. Each model attempts to correct the errors of the previous one.</a:t>
            </a:r>
          </a:p>
          <a:p>
            <a:pPr>
              <a:buFont typeface="Arial" panose="020B0604020202020204" pitchFamily="34" charset="0"/>
              <a:buChar char="•"/>
            </a:pPr>
            <a:r>
              <a:rPr lang="en-GB" sz="1600"/>
              <a:t>It aims to reduce bias and is effective when models are weak learners (e.g., shallow decision trees).</a:t>
            </a:r>
          </a:p>
          <a:p>
            <a:pPr>
              <a:buFont typeface="Arial" panose="020B0604020202020204" pitchFamily="34" charset="0"/>
              <a:buChar char="•"/>
            </a:pPr>
            <a:r>
              <a:rPr lang="en-GB" sz="1600"/>
              <a:t>Boosting may overfit if the base learners are too complex.</a:t>
            </a:r>
          </a:p>
          <a:p>
            <a:pPr marL="0" indent="0">
              <a:buNone/>
            </a:pPr>
            <a:endParaRPr lang="en-AU" sz="1600" b="1"/>
          </a:p>
        </p:txBody>
      </p:sp>
      <p:sp>
        <p:nvSpPr>
          <p:cNvPr id="7" name="Content Placeholder 6">
            <a:extLst>
              <a:ext uri="{FF2B5EF4-FFF2-40B4-BE49-F238E27FC236}">
                <a16:creationId xmlns:a16="http://schemas.microsoft.com/office/drawing/2014/main" id="{829FFC6A-9C8A-7A08-81C7-095D5EFB69E2}"/>
              </a:ext>
            </a:extLst>
          </p:cNvPr>
          <p:cNvSpPr>
            <a:spLocks noGrp="1"/>
          </p:cNvSpPr>
          <p:nvPr>
            <p:ph sz="half" idx="2"/>
          </p:nvPr>
        </p:nvSpPr>
        <p:spPr>
          <a:xfrm>
            <a:off x="6256020" y="2701427"/>
            <a:ext cx="4554501" cy="2699968"/>
          </a:xfrm>
        </p:spPr>
        <p:txBody>
          <a:bodyPr>
            <a:normAutofit/>
          </a:bodyPr>
          <a:lstStyle/>
          <a:p>
            <a:pPr>
              <a:buNone/>
            </a:pPr>
            <a:r>
              <a:rPr lang="en-GB" sz="1600" b="1" dirty="0"/>
              <a:t>Bagging</a:t>
            </a:r>
          </a:p>
          <a:p>
            <a:pPr>
              <a:buFont typeface="Arial" panose="020B0604020202020204" pitchFamily="34" charset="0"/>
              <a:buChar char="•"/>
            </a:pPr>
            <a:r>
              <a:rPr lang="en-GB" sz="1600" dirty="0"/>
              <a:t>Bagging reduces variance by training models independently using bootstrapped subsets of the data and then averaging their predictions.</a:t>
            </a:r>
          </a:p>
          <a:p>
            <a:pPr>
              <a:buFont typeface="Arial" panose="020B0604020202020204" pitchFamily="34" charset="0"/>
              <a:buChar char="•"/>
            </a:pPr>
            <a:r>
              <a:rPr lang="en-GB" sz="1600" dirty="0"/>
              <a:t>It works well with high-variance models (e.g., deep decision trees) and helps prevent overfitting.</a:t>
            </a:r>
          </a:p>
          <a:p>
            <a:pPr>
              <a:buFont typeface="Arial" panose="020B0604020202020204" pitchFamily="34" charset="0"/>
              <a:buChar char="•"/>
            </a:pPr>
            <a:r>
              <a:rPr lang="en-GB" sz="1600" dirty="0"/>
              <a:t>Bagging does not focus on the sequential dependency between models.</a:t>
            </a:r>
          </a:p>
          <a:p>
            <a:pPr marL="0" indent="0">
              <a:buNone/>
            </a:pPr>
            <a:endParaRPr lang="en-AU" sz="1600" dirty="0"/>
          </a:p>
        </p:txBody>
      </p:sp>
    </p:spTree>
    <p:extLst>
      <p:ext uri="{BB962C8B-B14F-4D97-AF65-F5344CB8AC3E}">
        <p14:creationId xmlns:p14="http://schemas.microsoft.com/office/powerpoint/2010/main" val="385279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E2D60-C539-1AA0-80D6-3262E99CE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EA491-D8FB-B72C-87C3-6F1C7A89E052}"/>
              </a:ext>
            </a:extLst>
          </p:cNvPr>
          <p:cNvSpPr>
            <a:spLocks noGrp="1"/>
          </p:cNvSpPr>
          <p:nvPr>
            <p:ph type="title"/>
          </p:nvPr>
        </p:nvSpPr>
        <p:spPr/>
        <p:txBody>
          <a:bodyPr>
            <a:normAutofit/>
          </a:bodyPr>
          <a:lstStyle/>
          <a:p>
            <a:r>
              <a:rPr lang="en-US" sz="2800" b="1" kern="1200" dirty="0">
                <a:solidFill>
                  <a:schemeClr val="tx1">
                    <a:lumMod val="85000"/>
                    <a:lumOff val="15000"/>
                  </a:schemeClr>
                </a:solidFill>
                <a:latin typeface="+mj-lt"/>
                <a:ea typeface="+mj-ea"/>
                <a:cs typeface="+mj-cs"/>
              </a:rPr>
              <a:t>Model Training, Hyperparameter Tunning, Testing</a:t>
            </a:r>
            <a:endParaRPr lang="en-AU" sz="2800" b="1" dirty="0"/>
          </a:p>
        </p:txBody>
      </p:sp>
      <p:pic>
        <p:nvPicPr>
          <p:cNvPr id="5" name="Content Placeholder 4">
            <a:extLst>
              <a:ext uri="{FF2B5EF4-FFF2-40B4-BE49-F238E27FC236}">
                <a16:creationId xmlns:a16="http://schemas.microsoft.com/office/drawing/2014/main" id="{B2FD883F-96CC-7FA7-FED8-84B08BC6C4EC}"/>
              </a:ext>
            </a:extLst>
          </p:cNvPr>
          <p:cNvPicPr>
            <a:picLocks noGrp="1" noChangeAspect="1"/>
          </p:cNvPicPr>
          <p:nvPr>
            <p:ph sz="half" idx="1"/>
          </p:nvPr>
        </p:nvPicPr>
        <p:blipFill>
          <a:blip r:embed="rId3"/>
          <a:stretch>
            <a:fillRect/>
          </a:stretch>
        </p:blipFill>
        <p:spPr>
          <a:xfrm>
            <a:off x="1146613" y="1418665"/>
            <a:ext cx="2658905" cy="5002306"/>
          </a:xfrm>
          <a:prstGeom prst="rect">
            <a:avLst/>
          </a:prstGeom>
        </p:spPr>
      </p:pic>
      <p:graphicFrame>
        <p:nvGraphicFramePr>
          <p:cNvPr id="16" name="Content Placeholder 3">
            <a:extLst>
              <a:ext uri="{FF2B5EF4-FFF2-40B4-BE49-F238E27FC236}">
                <a16:creationId xmlns:a16="http://schemas.microsoft.com/office/drawing/2014/main" id="{49413CE8-558D-1AF7-6107-5B78AF92A0AA}"/>
              </a:ext>
            </a:extLst>
          </p:cNvPr>
          <p:cNvGraphicFramePr>
            <a:graphicFrameLocks noGrp="1"/>
          </p:cNvGraphicFramePr>
          <p:nvPr>
            <p:ph sz="half" idx="2"/>
          </p:nvPr>
        </p:nvGraphicFramePr>
        <p:xfrm>
          <a:off x="4881282" y="1825625"/>
          <a:ext cx="6472518"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67304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144E37-5953-7372-A035-0180664D22FA}"/>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C6517C88-F76F-7907-9FCC-028DF3CEFA59}"/>
              </a:ext>
            </a:extLst>
          </p:cNvPr>
          <p:cNvSpPr>
            <a:spLocks noGrp="1"/>
          </p:cNvSpPr>
          <p:nvPr>
            <p:ph type="title"/>
          </p:nvPr>
        </p:nvSpPr>
        <p:spPr>
          <a:xfrm>
            <a:off x="838200" y="365125"/>
            <a:ext cx="10515600" cy="930275"/>
          </a:xfrm>
        </p:spPr>
        <p:txBody>
          <a:bodyPr vert="horz" lIns="91440" tIns="45720" rIns="91440" bIns="45720" rtlCol="0">
            <a:normAutofit/>
          </a:bodyPr>
          <a:lstStyle/>
          <a:p>
            <a:br>
              <a:rPr lang="en-AU" sz="2800" b="1" dirty="0"/>
            </a:br>
            <a:r>
              <a:rPr lang="en-AU" sz="2800" b="1" dirty="0"/>
              <a:t>Deployment and Monitoring  </a:t>
            </a:r>
            <a:endParaRPr lang="en-US" sz="2800" b="1" kern="1200">
              <a:latin typeface="+mj-lt"/>
              <a:ea typeface="+mj-ea"/>
              <a:cs typeface="+mj-cs"/>
            </a:endParaRPr>
          </a:p>
        </p:txBody>
      </p:sp>
      <p:graphicFrame>
        <p:nvGraphicFramePr>
          <p:cNvPr id="20" name="Content Placeholder 4">
            <a:extLst>
              <a:ext uri="{FF2B5EF4-FFF2-40B4-BE49-F238E27FC236}">
                <a16:creationId xmlns:a16="http://schemas.microsoft.com/office/drawing/2014/main" id="{EB8E843C-A486-B210-9E85-72C111B401F1}"/>
              </a:ext>
            </a:extLst>
          </p:cNvPr>
          <p:cNvGraphicFramePr>
            <a:graphicFrameLocks noGrp="1"/>
          </p:cNvGraphicFramePr>
          <p:nvPr>
            <p:ph idx="1"/>
            <p:extLst>
              <p:ext uri="{D42A27DB-BD31-4B8C-83A1-F6EECF244321}">
                <p14:modId xmlns:p14="http://schemas.microsoft.com/office/powerpoint/2010/main" val="3863768575"/>
              </p:ext>
            </p:extLst>
          </p:nvPr>
        </p:nvGraphicFramePr>
        <p:xfrm>
          <a:off x="838200" y="2011363"/>
          <a:ext cx="10515600" cy="41608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2266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D1A1F9-F8BB-47B6-96DA-1AF96419C41E}"/>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4B5605-B096-F8E7-8947-163091ECECB7}"/>
              </a:ext>
            </a:extLst>
          </p:cNvPr>
          <p:cNvSpPr>
            <a:spLocks noGrp="1"/>
          </p:cNvSpPr>
          <p:nvPr>
            <p:ph type="title"/>
          </p:nvPr>
        </p:nvSpPr>
        <p:spPr>
          <a:xfrm>
            <a:off x="838200" y="963507"/>
            <a:ext cx="3494362" cy="4930986"/>
          </a:xfrm>
        </p:spPr>
        <p:txBody>
          <a:bodyPr vert="horz" lIns="91440" tIns="45720" rIns="91440" bIns="45720" rtlCol="0">
            <a:normAutofit/>
          </a:bodyPr>
          <a:lstStyle/>
          <a:p>
            <a:pPr algn="r"/>
            <a:br>
              <a:rPr lang="en-AU" b="1" i="0" dirty="0">
                <a:solidFill>
                  <a:schemeClr val="accent1"/>
                </a:solidFill>
                <a:effectLst/>
                <a:latin typeface="system-ui"/>
              </a:rPr>
            </a:br>
            <a:r>
              <a:rPr lang="en-AU" sz="4000" b="1" dirty="0">
                <a:solidFill>
                  <a:schemeClr val="accent1"/>
                </a:solidFill>
              </a:rPr>
              <a:t>Community Resource Optimization</a:t>
            </a:r>
            <a:endParaRPr lang="en-US" sz="4000" b="1" kern="1200" dirty="0">
              <a:solidFill>
                <a:schemeClr val="accent1"/>
              </a:solidFill>
              <a:latin typeface="+mj-lt"/>
              <a:ea typeface="+mj-ea"/>
              <a:cs typeface="+mj-cs"/>
            </a:endParaRPr>
          </a:p>
        </p:txBody>
      </p:sp>
      <p:cxnSp>
        <p:nvCxnSpPr>
          <p:cNvPr id="22" name="Straight Connector 21">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37B9B194-D5EF-45D5-E67D-B5D1F3A478AA}"/>
              </a:ext>
            </a:extLst>
          </p:cNvPr>
          <p:cNvSpPr>
            <a:spLocks noGrp="1"/>
          </p:cNvSpPr>
          <p:nvPr>
            <p:ph sz="half" idx="1"/>
          </p:nvPr>
        </p:nvSpPr>
        <p:spPr>
          <a:xfrm>
            <a:off x="4976030" y="963507"/>
            <a:ext cx="6250940" cy="2304627"/>
          </a:xfrm>
        </p:spPr>
        <p:txBody>
          <a:bodyPr anchor="b">
            <a:normAutofit/>
          </a:bodyPr>
          <a:lstStyle/>
          <a:p>
            <a:pPr algn="just">
              <a:buFont typeface="Arial" panose="020B0604020202020204" pitchFamily="34" charset="0"/>
              <a:buChar char="•"/>
            </a:pPr>
            <a:r>
              <a:rPr lang="en-GB" sz="2000" b="1" dirty="0"/>
              <a:t>Use predictive analytics to allocate resources efficiently, such as prioritizing high-risk patients for follow-ups.</a:t>
            </a:r>
            <a:endParaRPr lang="en-AU" sz="2000" b="1" dirty="0"/>
          </a:p>
        </p:txBody>
      </p:sp>
      <p:sp>
        <p:nvSpPr>
          <p:cNvPr id="7" name="Content Placeholder 6">
            <a:extLst>
              <a:ext uri="{FF2B5EF4-FFF2-40B4-BE49-F238E27FC236}">
                <a16:creationId xmlns:a16="http://schemas.microsoft.com/office/drawing/2014/main" id="{D99418E6-F53D-5980-08E1-B6D34052609F}"/>
              </a:ext>
            </a:extLst>
          </p:cNvPr>
          <p:cNvSpPr>
            <a:spLocks noGrp="1"/>
          </p:cNvSpPr>
          <p:nvPr>
            <p:ph sz="half" idx="2"/>
          </p:nvPr>
        </p:nvSpPr>
        <p:spPr>
          <a:xfrm>
            <a:off x="4976030" y="3589866"/>
            <a:ext cx="6250940" cy="2304628"/>
          </a:xfrm>
        </p:spPr>
        <p:txBody>
          <a:bodyPr>
            <a:normAutofit/>
          </a:bodyPr>
          <a:lstStyle/>
          <a:p>
            <a:pPr algn="just">
              <a:buFont typeface="Arial" panose="020B0604020202020204" pitchFamily="34" charset="0"/>
              <a:buChar char="•"/>
            </a:pPr>
            <a:r>
              <a:rPr lang="en-GB" sz="2000" b="1" dirty="0"/>
              <a:t>Implement the model in underserved communities to improve access to early diagnosis.</a:t>
            </a:r>
          </a:p>
          <a:p>
            <a:pPr marL="0" indent="0">
              <a:buNone/>
            </a:pPr>
            <a:endParaRPr lang="en-AU" sz="2000" dirty="0"/>
          </a:p>
        </p:txBody>
      </p:sp>
    </p:spTree>
    <p:extLst>
      <p:ext uri="{BB962C8B-B14F-4D97-AF65-F5344CB8AC3E}">
        <p14:creationId xmlns:p14="http://schemas.microsoft.com/office/powerpoint/2010/main" val="13556354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907</TotalTime>
  <Words>4217</Words>
  <Application>Microsoft Office PowerPoint</Application>
  <PresentationFormat>Widescreen</PresentationFormat>
  <Paragraphs>349</Paragraphs>
  <Slides>24</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Helvetica Neue</vt:lpstr>
      <vt:lpstr>Meiryo</vt:lpstr>
      <vt:lpstr>system-ui</vt:lpstr>
      <vt:lpstr>Aptos</vt:lpstr>
      <vt:lpstr>Aptos Display</vt:lpstr>
      <vt:lpstr>Arial</vt:lpstr>
      <vt:lpstr>Courier New</vt:lpstr>
      <vt:lpstr>Symbol</vt:lpstr>
      <vt:lpstr>Office Theme</vt:lpstr>
      <vt:lpstr>Machine Learning for Breast Cancer Diagnosis:  A Data-Driven Approach</vt:lpstr>
      <vt:lpstr>Agenda</vt:lpstr>
      <vt:lpstr>Breast Cancer Statistics in Australia</vt:lpstr>
      <vt:lpstr>Screening and Early Diagnosis </vt:lpstr>
      <vt:lpstr>Diagnosis-optimized Strategy </vt:lpstr>
      <vt:lpstr>Dataset Overview </vt:lpstr>
      <vt:lpstr>Data Exploration and Cleaning </vt:lpstr>
      <vt:lpstr>Data Balancing</vt:lpstr>
      <vt:lpstr>Features Distribution </vt:lpstr>
      <vt:lpstr>Features Distribution  </vt:lpstr>
      <vt:lpstr>Features Engineering  </vt:lpstr>
      <vt:lpstr>Boxplot</vt:lpstr>
      <vt:lpstr>Pairplot </vt:lpstr>
      <vt:lpstr>Feature Correlation Heatmap</vt:lpstr>
      <vt:lpstr>Feature Correlation Heatmap</vt:lpstr>
      <vt:lpstr>Features Selection  Principal Component Analysis (PCA) </vt:lpstr>
      <vt:lpstr>Features Selection Forward Stepwise </vt:lpstr>
      <vt:lpstr>LR, RF, SVM and KNN </vt:lpstr>
      <vt:lpstr>Cross Validation </vt:lpstr>
      <vt:lpstr>Evaluation</vt:lpstr>
      <vt:lpstr> Ensemble Methods</vt:lpstr>
      <vt:lpstr>Model Training, Hyperparameter Tunning, Testing</vt:lpstr>
      <vt:lpstr> Deployment and Monitoring  </vt:lpstr>
      <vt:lpstr> Community Resource Optimization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TT Y</dc:creator>
  <cp:lastModifiedBy>TT Y</cp:lastModifiedBy>
  <cp:revision>181</cp:revision>
  <dcterms:created xsi:type="dcterms:W3CDTF">2025-03-28T10:14:21Z</dcterms:created>
  <dcterms:modified xsi:type="dcterms:W3CDTF">2025-04-06T06:52:02Z</dcterms:modified>
</cp:coreProperties>
</file>